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Lst>
  <p:sldSz cy="6858000" cx="12192000"/>
  <p:notesSz cx="6858000" cy="9144000"/>
  <p:embeddedFontLst>
    <p:embeddedFont>
      <p:font typeface="Roboto"/>
      <p:regular r:id="rId77"/>
      <p:bold r:id="rId78"/>
      <p:italic r:id="rId79"/>
      <p:boldItalic r:id="rId80"/>
    </p:embeddedFont>
    <p:embeddedFont>
      <p:font typeface="Noto Sans"/>
      <p:regular r:id="rId81"/>
      <p:bold r:id="rId82"/>
      <p:italic r:id="rId83"/>
      <p:boldItalic r:id="rId84"/>
    </p:embeddedFont>
    <p:embeddedFont>
      <p:font typeface="Montserrat"/>
      <p:regular r:id="rId85"/>
      <p:bold r:id="rId86"/>
      <p:italic r:id="rId87"/>
      <p:boldItalic r:id="rId88"/>
    </p:embeddedFont>
    <p:embeddedFont>
      <p:font typeface="Open Sans SemiBold"/>
      <p:regular r:id="rId89"/>
      <p:bold r:id="rId90"/>
      <p:italic r:id="rId91"/>
      <p:boldItalic r:id="rId92"/>
    </p:embeddedFont>
    <p:embeddedFont>
      <p:font typeface="Helvetica Neue"/>
      <p:regular r:id="rId93"/>
      <p:bold r:id="rId94"/>
      <p:italic r:id="rId95"/>
      <p:boldItalic r:id="rId96"/>
    </p:embeddedFont>
    <p:embeddedFont>
      <p:font typeface="Noto Sans Symbols"/>
      <p:regular r:id="rId97"/>
      <p:bold r:id="rId9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99" roundtripDataSignature="AMtx7mgmxw16UyAdwChph/I4bxtAw+i/U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4E9E7AD-0728-449E-A55D-EEC7B5773D90}">
  <a:tblStyle styleId="{54E9E7AD-0728-449E-A55D-EEC7B5773D90}"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b="off" i="off"/>
      <a:tcStyle>
        <a:fill>
          <a:solidFill>
            <a:srgbClr val="CFD7E7"/>
          </a:solidFill>
        </a:fill>
      </a:tcStyle>
    </a:band1H>
    <a:band2H>
      <a:tcTxStyle b="off" i="off"/>
    </a:band2H>
    <a:band1V>
      <a:tcTxStyle b="off" i="off"/>
      <a:tcStyle>
        <a:fill>
          <a:solidFill>
            <a:srgbClr val="CFD7E7"/>
          </a:solidFill>
        </a:fill>
      </a:tcStyle>
    </a:band1V>
    <a:band2V>
      <a:tcTxStyle b="off" i="off"/>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 styleId="{7E63FB25-CDE2-4CD1-AFF7-4FE402F85FBA}" styleName="Table_1">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F4E8E8"/>
          </a:solidFill>
        </a:fill>
      </a:tcStyle>
    </a:wholeTbl>
    <a:band1H>
      <a:tcTxStyle b="off" i="off"/>
      <a:tcStyle>
        <a:fill>
          <a:solidFill>
            <a:srgbClr val="E8CFCF"/>
          </a:solidFill>
        </a:fill>
      </a:tcStyle>
    </a:band1H>
    <a:band2H>
      <a:tcTxStyle b="off" i="off"/>
    </a:band2H>
    <a:band1V>
      <a:tcTxStyle b="off" i="off"/>
      <a:tcStyle>
        <a:fill>
          <a:solidFill>
            <a:srgbClr val="E8CFCF"/>
          </a:solidFill>
        </a:fill>
      </a:tcStyle>
    </a:band1V>
    <a:band2V>
      <a:tcTxStyle b="off" i="off"/>
    </a:band2V>
    <a:lastCol>
      <a:tcTxStyle b="on" i="off">
        <a:font>
          <a:latin typeface="Calibri"/>
          <a:ea typeface="Calibri"/>
          <a:cs typeface="Calibri"/>
        </a:font>
        <a:schemeClr val="lt1"/>
      </a:tcTxStyle>
      <a:tcStyle>
        <a:fill>
          <a:solidFill>
            <a:schemeClr val="accent2"/>
          </a:solidFill>
        </a:fill>
      </a:tcStyle>
    </a:lastCol>
    <a:firstCol>
      <a:tcTxStyle b="on" i="off">
        <a:font>
          <a:latin typeface="Calibri"/>
          <a:ea typeface="Calibri"/>
          <a:cs typeface="Calibri"/>
        </a:font>
        <a:schemeClr val="lt1"/>
      </a:tcTxStyle>
      <a:tcStyle>
        <a:fill>
          <a:solidFill>
            <a:schemeClr val="accent2"/>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2"/>
          </a:solidFill>
        </a:fill>
      </a:tcStyle>
    </a:lastRow>
    <a:seCell>
      <a:tcTxStyle b="off" i="off"/>
    </a:seCell>
    <a:swCell>
      <a:tcTxStyle b="off" i="off"/>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2"/>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95" Type="http://schemas.openxmlformats.org/officeDocument/2006/relationships/font" Target="fonts/HelveticaNeue-italic.fntdata"/><Relationship Id="rId94" Type="http://schemas.openxmlformats.org/officeDocument/2006/relationships/font" Target="fonts/HelveticaNeue-bold.fntdata"/><Relationship Id="rId97" Type="http://schemas.openxmlformats.org/officeDocument/2006/relationships/font" Target="fonts/NotoSansSymbols-regular.fntdata"/><Relationship Id="rId96" Type="http://schemas.openxmlformats.org/officeDocument/2006/relationships/font" Target="fonts/HelveticaNeue-boldItalic.fntdata"/><Relationship Id="rId11" Type="http://schemas.openxmlformats.org/officeDocument/2006/relationships/slide" Target="slides/slide5.xml"/><Relationship Id="rId99" Type="http://customschemas.google.com/relationships/presentationmetadata" Target="metadata"/><Relationship Id="rId10" Type="http://schemas.openxmlformats.org/officeDocument/2006/relationships/slide" Target="slides/slide4.xml"/><Relationship Id="rId98" Type="http://schemas.openxmlformats.org/officeDocument/2006/relationships/font" Target="fonts/NotoSansSymbols-bold.fntdata"/><Relationship Id="rId13" Type="http://schemas.openxmlformats.org/officeDocument/2006/relationships/slide" Target="slides/slide7.xml"/><Relationship Id="rId12" Type="http://schemas.openxmlformats.org/officeDocument/2006/relationships/slide" Target="slides/slide6.xml"/><Relationship Id="rId91" Type="http://schemas.openxmlformats.org/officeDocument/2006/relationships/font" Target="fonts/OpenSansSemiBold-italic.fntdata"/><Relationship Id="rId90" Type="http://schemas.openxmlformats.org/officeDocument/2006/relationships/font" Target="fonts/OpenSansSemiBold-bold.fntdata"/><Relationship Id="rId93" Type="http://schemas.openxmlformats.org/officeDocument/2006/relationships/font" Target="fonts/HelveticaNeue-regular.fntdata"/><Relationship Id="rId92" Type="http://schemas.openxmlformats.org/officeDocument/2006/relationships/font" Target="fonts/OpenSansSemiBold-boldItalic.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 Id="rId84" Type="http://schemas.openxmlformats.org/officeDocument/2006/relationships/font" Target="fonts/NotoSans-boldItalic.fntdata"/><Relationship Id="rId83" Type="http://schemas.openxmlformats.org/officeDocument/2006/relationships/font" Target="fonts/NotoSans-italic.fntdata"/><Relationship Id="rId86" Type="http://schemas.openxmlformats.org/officeDocument/2006/relationships/font" Target="fonts/Montserrat-bold.fntdata"/><Relationship Id="rId85" Type="http://schemas.openxmlformats.org/officeDocument/2006/relationships/font" Target="fonts/Montserrat-regular.fntdata"/><Relationship Id="rId88" Type="http://schemas.openxmlformats.org/officeDocument/2006/relationships/font" Target="fonts/Montserrat-boldItalic.fntdata"/><Relationship Id="rId87" Type="http://schemas.openxmlformats.org/officeDocument/2006/relationships/font" Target="fonts/Montserrat-italic.fntdata"/><Relationship Id="rId89" Type="http://schemas.openxmlformats.org/officeDocument/2006/relationships/font" Target="fonts/OpenSansSemiBold-regular.fntdata"/><Relationship Id="rId80" Type="http://schemas.openxmlformats.org/officeDocument/2006/relationships/font" Target="fonts/Roboto-boldItalic.fntdata"/><Relationship Id="rId82" Type="http://schemas.openxmlformats.org/officeDocument/2006/relationships/font" Target="fonts/NotoSans-bold.fntdata"/><Relationship Id="rId81" Type="http://schemas.openxmlformats.org/officeDocument/2006/relationships/font" Target="fonts/NotoSans-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font" Target="fonts/Roboto-regular.fntdata"/><Relationship Id="rId76" Type="http://schemas.openxmlformats.org/officeDocument/2006/relationships/slide" Target="slides/slide70.xml"/><Relationship Id="rId79" Type="http://schemas.openxmlformats.org/officeDocument/2006/relationships/font" Target="fonts/Roboto-italic.fntdata"/><Relationship Id="rId78" Type="http://schemas.openxmlformats.org/officeDocument/2006/relationships/font" Target="fonts/Roboto-bold.fntdata"/><Relationship Id="rId71" Type="http://schemas.openxmlformats.org/officeDocument/2006/relationships/slide" Target="slides/slide65.xml"/><Relationship Id="rId70" Type="http://schemas.openxmlformats.org/officeDocument/2006/relationships/slide" Target="slides/slide64.xml"/><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65" Type="http://schemas.openxmlformats.org/officeDocument/2006/relationships/slide" Target="slides/slide59.xml"/><Relationship Id="rId68" Type="http://schemas.openxmlformats.org/officeDocument/2006/relationships/slide" Target="slides/slide62.xml"/><Relationship Id="rId67" Type="http://schemas.openxmlformats.org/officeDocument/2006/relationships/slide" Target="slides/slide61.xml"/><Relationship Id="rId60" Type="http://schemas.openxmlformats.org/officeDocument/2006/relationships/slide" Target="slides/slide54.xml"/><Relationship Id="rId69" Type="http://schemas.openxmlformats.org/officeDocument/2006/relationships/slide" Target="slides/slide6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54" Type="http://schemas.openxmlformats.org/officeDocument/2006/relationships/slide" Target="slides/slide48.xml"/><Relationship Id="rId57" Type="http://schemas.openxmlformats.org/officeDocument/2006/relationships/slide" Target="slides/slide51.xml"/><Relationship Id="rId56" Type="http://schemas.openxmlformats.org/officeDocument/2006/relationships/slide" Target="slides/slide50.xml"/><Relationship Id="rId59" Type="http://schemas.openxmlformats.org/officeDocument/2006/relationships/slide" Target="slides/slide53.xml"/><Relationship Id="rId58"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GB"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 name="Google Shape;89;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 name="Google Shape;97;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 name="Google Shape;106;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107" name="Google Shape;107;p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 name="Google Shape;115;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2" name="Google Shape;122;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9" name="Google Shape;129;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5" name="Google Shape;135;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2" name="Google Shape;142;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0" name="Google Shape;150;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 name="Google Shape;157;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 name="Google Shape;165;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4" name="Google Shape;174;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7" name="Google Shape;187;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0" name="Google Shape;210;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6" name="Google Shape;216;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2" name="Google Shape;222;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1" name="Google Shape;231;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7" name="Google Shape;237;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5" name="Google Shape;245;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2" name="Google Shape;252;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9" name="Google Shape;259;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0" name="Google Shape;270;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7" name="Google Shape;277;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4" name="Google Shape;284;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1" name="Google Shape;291;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0" name="Google Shape;300;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6" name="Google Shape;306;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4" name="Google Shape;314;p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5" name="Google Shape;315;p2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3" name="Google Shape;323;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3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1" name="Google Shape;331;p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3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9" name="Google Shape;339;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1" name="Google Shape;351;p3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sz="1200">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1200"/>
              <a:buFont typeface="Calibri"/>
              <a:buNone/>
            </a:pPr>
            <a:r>
              <a:t/>
            </a:r>
            <a:endParaRPr sz="1200">
              <a:latin typeface="Times New Roman"/>
              <a:ea typeface="Times New Roman"/>
              <a:cs typeface="Times New Roman"/>
              <a:sym typeface="Times New Roman"/>
            </a:endParaRPr>
          </a:p>
          <a:p>
            <a:pPr indent="0" lvl="0" marL="0" rtl="0" algn="l">
              <a:lnSpc>
                <a:spcPct val="100000"/>
              </a:lnSpc>
              <a:spcBef>
                <a:spcPts val="0"/>
              </a:spcBef>
              <a:spcAft>
                <a:spcPts val="0"/>
              </a:spcAft>
              <a:buSzPts val="1400"/>
              <a:buNone/>
            </a:pPr>
            <a:r>
              <a:t/>
            </a:r>
            <a:endParaRPr/>
          </a:p>
        </p:txBody>
      </p:sp>
      <p:sp>
        <p:nvSpPr>
          <p:cNvPr id="352" name="Google Shape;352;p3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3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0" name="Google Shape;360;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8" name="Google Shape;368;p3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9" name="Google Shape;369;p3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p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7" name="Google Shape;377;p3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Times New Roman"/>
              <a:ea typeface="Times New Roman"/>
              <a:cs typeface="Times New Roman"/>
              <a:sym typeface="Times New Roman"/>
            </a:endParaRPr>
          </a:p>
          <a:p>
            <a:pPr indent="0" lvl="0" marL="0" rtl="0" algn="l">
              <a:lnSpc>
                <a:spcPct val="100000"/>
              </a:lnSpc>
              <a:spcBef>
                <a:spcPts val="0"/>
              </a:spcBef>
              <a:spcAft>
                <a:spcPts val="0"/>
              </a:spcAft>
              <a:buSzPts val="1400"/>
              <a:buNone/>
            </a:pPr>
            <a:r>
              <a:t/>
            </a:r>
            <a:endParaRPr/>
          </a:p>
        </p:txBody>
      </p:sp>
      <p:sp>
        <p:nvSpPr>
          <p:cNvPr id="378" name="Google Shape;378;p3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6" name="Google Shape;386;p3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7" name="Google Shape;387;p3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3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5" name="Google Shape;395;p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3" name="Google Shape;403;p3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4" name="Google Shape;404;p3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4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1" name="Google Shape;411;p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p4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9" name="Google Shape;429;p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p4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5" name="Google Shape;435;p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4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4" name="Google Shape;444;p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p4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2" name="Google Shape;452;p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p4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0" name="Google Shape;460;p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p4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8" name="Google Shape;468;p4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p4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5" name="Google Shape;475;p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p4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3" name="Google Shape;483;p4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p4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0" name="Google Shape;490;p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5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6" name="Google Shape;496;p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p5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3" name="Google Shape;503;p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p5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0" name="Google Shape;510;p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p5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7" name="Google Shape;517;p5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p5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4" name="Google Shape;524;p5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5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1" name="Google Shape;531;p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p5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8" name="Google Shape;568;p5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p>
        </p:txBody>
      </p:sp>
      <p:sp>
        <p:nvSpPr>
          <p:cNvPr id="569" name="Google Shape;569;p5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p5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9" name="Google Shape;579;p5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0" name="Google Shape;580;p5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p5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0" name="Google Shape;590;p5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p>
        </p:txBody>
      </p:sp>
      <p:sp>
        <p:nvSpPr>
          <p:cNvPr id="591" name="Google Shape;591;p5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p5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2" name="Google Shape;602;p5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3" name="Google Shape;603;p5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p6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9" name="Google Shape;619;p6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0" name="Google Shape;620;p6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p6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8" name="Google Shape;628;p6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p6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5" name="Google Shape;635;p6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p6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1" name="Google Shape;641;p6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 name="Shape 646"/>
        <p:cNvGrpSpPr/>
        <p:nvPr/>
      </p:nvGrpSpPr>
      <p:grpSpPr>
        <a:xfrm>
          <a:off x="0" y="0"/>
          <a:ext cx="0" cy="0"/>
          <a:chOff x="0" y="0"/>
          <a:chExt cx="0" cy="0"/>
        </a:xfrm>
      </p:grpSpPr>
      <p:sp>
        <p:nvSpPr>
          <p:cNvPr id="647" name="Google Shape;647;p6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8" name="Google Shape;648;p6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p6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7" name="Google Shape;657;p6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p6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4" name="Google Shape;664;p6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p6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1" name="Google Shape;671;p6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6" name="Shape 676"/>
        <p:cNvGrpSpPr/>
        <p:nvPr/>
      </p:nvGrpSpPr>
      <p:grpSpPr>
        <a:xfrm>
          <a:off x="0" y="0"/>
          <a:ext cx="0" cy="0"/>
          <a:chOff x="0" y="0"/>
          <a:chExt cx="0" cy="0"/>
        </a:xfrm>
      </p:grpSpPr>
      <p:sp>
        <p:nvSpPr>
          <p:cNvPr id="677" name="Google Shape;677;p6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8" name="Google Shape;678;p6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8" name="Shape 698"/>
        <p:cNvGrpSpPr/>
        <p:nvPr/>
      </p:nvGrpSpPr>
      <p:grpSpPr>
        <a:xfrm>
          <a:off x="0" y="0"/>
          <a:ext cx="0" cy="0"/>
          <a:chOff x="0" y="0"/>
          <a:chExt cx="0" cy="0"/>
        </a:xfrm>
      </p:grpSpPr>
      <p:sp>
        <p:nvSpPr>
          <p:cNvPr id="699" name="Google Shape;699;p6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0" name="Google Shape;700;p6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5" name="Shape 705"/>
        <p:cNvGrpSpPr/>
        <p:nvPr/>
      </p:nvGrpSpPr>
      <p:grpSpPr>
        <a:xfrm>
          <a:off x="0" y="0"/>
          <a:ext cx="0" cy="0"/>
          <a:chOff x="0" y="0"/>
          <a:chExt cx="0" cy="0"/>
        </a:xfrm>
      </p:grpSpPr>
      <p:sp>
        <p:nvSpPr>
          <p:cNvPr id="706" name="Google Shape;706;p7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7" name="Google Shape;707;p7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7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7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 name="Google Shape;18;p7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7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7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7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7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4" name="Google Shape;24;p7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7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7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nyPPT.com" type="tx">
  <p:cSld name="TITLE_AND_BODY">
    <p:spTree>
      <p:nvGrpSpPr>
        <p:cNvPr id="27" name="Shape 27"/>
        <p:cNvGrpSpPr/>
        <p:nvPr/>
      </p:nvGrpSpPr>
      <p:grpSpPr>
        <a:xfrm>
          <a:off x="0" y="0"/>
          <a:ext cx="0" cy="0"/>
          <a:chOff x="0" y="0"/>
          <a:chExt cx="0" cy="0"/>
        </a:xfrm>
      </p:grpSpPr>
      <p:sp>
        <p:nvSpPr>
          <p:cNvPr id="28" name="Google Shape;28;p74"/>
          <p:cNvSpPr txBox="1"/>
          <p:nvPr>
            <p:ph idx="12" type="sldNum"/>
          </p:nvPr>
        </p:nvSpPr>
        <p:spPr>
          <a:xfrm>
            <a:off x="8597139" y="6209031"/>
            <a:ext cx="280922" cy="294639"/>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9" name="Shape 29"/>
        <p:cNvGrpSpPr/>
        <p:nvPr/>
      </p:nvGrpSpPr>
      <p:grpSpPr>
        <a:xfrm>
          <a:off x="0" y="0"/>
          <a:ext cx="0" cy="0"/>
          <a:chOff x="0" y="0"/>
          <a:chExt cx="0" cy="0"/>
        </a:xfrm>
      </p:grpSpPr>
      <p:sp>
        <p:nvSpPr>
          <p:cNvPr id="30" name="Google Shape;30;p7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7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7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Contents slide layout">
  <p:cSld name="8_Contents slide layout">
    <p:bg>
      <p:bgPr>
        <a:solidFill>
          <a:schemeClr val="lt1"/>
        </a:solidFill>
      </p:bgPr>
    </p:bg>
    <p:spTree>
      <p:nvGrpSpPr>
        <p:cNvPr id="33" name="Shape 33"/>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4" name="Shape 34"/>
        <p:cNvGrpSpPr/>
        <p:nvPr/>
      </p:nvGrpSpPr>
      <p:grpSpPr>
        <a:xfrm>
          <a:off x="0" y="0"/>
          <a:ext cx="0" cy="0"/>
          <a:chOff x="0" y="0"/>
          <a:chExt cx="0" cy="0"/>
        </a:xfrm>
      </p:grpSpPr>
      <p:sp>
        <p:nvSpPr>
          <p:cNvPr id="35" name="Google Shape;35;p77"/>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77"/>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7" name="Google Shape;37;p7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7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7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0" name="Shape 40"/>
        <p:cNvGrpSpPr/>
        <p:nvPr/>
      </p:nvGrpSpPr>
      <p:grpSpPr>
        <a:xfrm>
          <a:off x="0" y="0"/>
          <a:ext cx="0" cy="0"/>
          <a:chOff x="0" y="0"/>
          <a:chExt cx="0" cy="0"/>
        </a:xfrm>
      </p:grpSpPr>
      <p:sp>
        <p:nvSpPr>
          <p:cNvPr id="41" name="Google Shape;41;p7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7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 name="Google Shape;43;p7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7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7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7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7" name="Shape 47"/>
        <p:cNvGrpSpPr/>
        <p:nvPr/>
      </p:nvGrpSpPr>
      <p:grpSpPr>
        <a:xfrm>
          <a:off x="0" y="0"/>
          <a:ext cx="0" cy="0"/>
          <a:chOff x="0" y="0"/>
          <a:chExt cx="0" cy="0"/>
        </a:xfrm>
      </p:grpSpPr>
      <p:sp>
        <p:nvSpPr>
          <p:cNvPr id="48" name="Google Shape;48;p79"/>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79"/>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0" name="Google Shape;50;p79"/>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79"/>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2" name="Google Shape;52;p79"/>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3" name="Google Shape;53;p7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7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7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sp>
        <p:nvSpPr>
          <p:cNvPr id="57" name="Google Shape;57;p8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8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8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8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1" name="Shape 61"/>
        <p:cNvGrpSpPr/>
        <p:nvPr/>
      </p:nvGrpSpPr>
      <p:grpSpPr>
        <a:xfrm>
          <a:off x="0" y="0"/>
          <a:ext cx="0" cy="0"/>
          <a:chOff x="0" y="0"/>
          <a:chExt cx="0" cy="0"/>
        </a:xfrm>
      </p:grpSpPr>
      <p:sp>
        <p:nvSpPr>
          <p:cNvPr id="62" name="Google Shape;62;p8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81"/>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4" name="Google Shape;64;p81"/>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8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8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8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8" name="Shape 68"/>
        <p:cNvGrpSpPr/>
        <p:nvPr/>
      </p:nvGrpSpPr>
      <p:grpSpPr>
        <a:xfrm>
          <a:off x="0" y="0"/>
          <a:ext cx="0" cy="0"/>
          <a:chOff x="0" y="0"/>
          <a:chExt cx="0" cy="0"/>
        </a:xfrm>
      </p:grpSpPr>
      <p:sp>
        <p:nvSpPr>
          <p:cNvPr id="69" name="Google Shape;69;p8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82"/>
          <p:cNvSpPr/>
          <p:nvPr>
            <p:ph idx="2" type="pic"/>
          </p:nvPr>
        </p:nvSpPr>
        <p:spPr>
          <a:xfrm>
            <a:off x="5183188" y="987425"/>
            <a:ext cx="6172200" cy="4873625"/>
          </a:xfrm>
          <a:prstGeom prst="rect">
            <a:avLst/>
          </a:prstGeom>
          <a:noFill/>
          <a:ln>
            <a:noFill/>
          </a:ln>
        </p:spPr>
      </p:sp>
      <p:sp>
        <p:nvSpPr>
          <p:cNvPr id="71" name="Google Shape;71;p82"/>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2" name="Google Shape;72;p8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8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8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5" name="Shape 75"/>
        <p:cNvGrpSpPr/>
        <p:nvPr/>
      </p:nvGrpSpPr>
      <p:grpSpPr>
        <a:xfrm>
          <a:off x="0" y="0"/>
          <a:ext cx="0" cy="0"/>
          <a:chOff x="0" y="0"/>
          <a:chExt cx="0" cy="0"/>
        </a:xfrm>
      </p:grpSpPr>
      <p:sp>
        <p:nvSpPr>
          <p:cNvPr id="76" name="Google Shape;76;p8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83"/>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8" name="Google Shape;78;p8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8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8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1" name="Shape 81"/>
        <p:cNvGrpSpPr/>
        <p:nvPr/>
      </p:nvGrpSpPr>
      <p:grpSpPr>
        <a:xfrm>
          <a:off x="0" y="0"/>
          <a:ext cx="0" cy="0"/>
          <a:chOff x="0" y="0"/>
          <a:chExt cx="0" cy="0"/>
        </a:xfrm>
      </p:grpSpPr>
      <p:sp>
        <p:nvSpPr>
          <p:cNvPr id="82" name="Google Shape;82;p84"/>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84"/>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4" name="Google Shape;84;p8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8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8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theme" Target="../theme/theme2.xml"/><Relationship Id="rId14" Type="http://schemas.openxmlformats.org/officeDocument/2006/relationships/slideLayout" Target="../slideLayouts/slideLayout1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7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7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7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7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7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8.png"/><Relationship Id="rId4" Type="http://schemas.openxmlformats.org/officeDocument/2006/relationships/image" Target="../media/image6.png"/><Relationship Id="rId5"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5.jp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3.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8.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7.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3.gi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40.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9.jpg"/><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8.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0.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7.jpg"/><Relationship Id="rId4" Type="http://schemas.openxmlformats.org/officeDocument/2006/relationships/image" Target="../media/image30.png"/><Relationship Id="rId5" Type="http://schemas.openxmlformats.org/officeDocument/2006/relationships/image" Target="../media/image11.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4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3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4.gif"/></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2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4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2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46.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2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3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2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44.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49.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26.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hyperlink" Target="https://bid4papers.com/blog/hook-for-essay/" TargetMode="External"/><Relationship Id="rId4" Type="http://schemas.openxmlformats.org/officeDocument/2006/relationships/hyperlink" Target="https://bid4papers.com/blog/persuasive-essay/persuasive-article"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image" Target="../media/image25.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0.xml"/><Relationship Id="rId3" Type="http://schemas.openxmlformats.org/officeDocument/2006/relationships/image" Target="../media/image27.jp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1.xml"/><Relationship Id="rId3" Type="http://schemas.openxmlformats.org/officeDocument/2006/relationships/image" Target="../media/image45.png"/><Relationship Id="rId4" Type="http://schemas.openxmlformats.org/officeDocument/2006/relationships/image" Target="../media/image47.jp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 Id="rId3" Type="http://schemas.openxmlformats.org/officeDocument/2006/relationships/image" Target="../media/image50.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 Id="rId3" Type="http://schemas.openxmlformats.org/officeDocument/2006/relationships/image" Target="../media/image39.jp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 Id="rId3" Type="http://schemas.openxmlformats.org/officeDocument/2006/relationships/image" Target="../media/image33.jp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 Id="rId3" Type="http://schemas.openxmlformats.org/officeDocument/2006/relationships/image" Target="../media/image31.jp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 Id="rId3" Type="http://schemas.openxmlformats.org/officeDocument/2006/relationships/image" Target="../media/image48.jp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 Id="rId3" Type="http://schemas.openxmlformats.org/officeDocument/2006/relationships/image" Target="../media/image35.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 Id="rId3" Type="http://schemas.openxmlformats.org/officeDocument/2006/relationships/image" Target="../media/image36.png"/><Relationship Id="rId4" Type="http://schemas.openxmlformats.org/officeDocument/2006/relationships/image" Target="../media/image51.jp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0.xml"/><Relationship Id="rId3" Type="http://schemas.openxmlformats.org/officeDocument/2006/relationships/image" Target="../media/image41.gif"/></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pic>
        <p:nvPicPr>
          <p:cNvPr descr="téléchargement.png" id="91" name="Google Shape;91;p1"/>
          <p:cNvPicPr preferRelativeResize="0"/>
          <p:nvPr>
            <p:ph idx="1" type="body"/>
          </p:nvPr>
        </p:nvPicPr>
        <p:blipFill rotWithShape="1">
          <a:blip r:embed="rId3">
            <a:alphaModFix/>
          </a:blip>
          <a:srcRect b="0" l="-70831" r="-70832" t="0"/>
          <a:stretch/>
        </p:blipFill>
        <p:spPr>
          <a:xfrm>
            <a:off x="838200" y="1825625"/>
            <a:ext cx="10515600" cy="4351338"/>
          </a:xfrm>
          <a:prstGeom prst="rect">
            <a:avLst/>
          </a:prstGeom>
          <a:noFill/>
          <a:ln>
            <a:noFill/>
          </a:ln>
          <a:effectLst>
            <a:outerShdw blurRad="292100" rotWithShape="0" algn="tl" dir="2700000" dist="139700">
              <a:srgbClr val="333333">
                <a:alpha val="63921"/>
              </a:srgbClr>
            </a:outerShdw>
          </a:effectLst>
        </p:spPr>
      </p:pic>
      <p:sp>
        <p:nvSpPr>
          <p:cNvPr id="92" name="Google Shape;92;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pic>
        <p:nvPicPr>
          <p:cNvPr descr="téléchargement (1).png" id="93" name="Google Shape;93;p1"/>
          <p:cNvPicPr preferRelativeResize="0"/>
          <p:nvPr/>
        </p:nvPicPr>
        <p:blipFill rotWithShape="1">
          <a:blip r:embed="rId4">
            <a:alphaModFix/>
          </a:blip>
          <a:srcRect b="0" l="0" r="0" t="0"/>
          <a:stretch/>
        </p:blipFill>
        <p:spPr>
          <a:xfrm>
            <a:off x="657162" y="1905695"/>
            <a:ext cx="2857500" cy="2857500"/>
          </a:xfrm>
          <a:prstGeom prst="rect">
            <a:avLst/>
          </a:prstGeom>
          <a:noFill/>
          <a:ln>
            <a:noFill/>
          </a:ln>
          <a:effectLst>
            <a:outerShdw blurRad="292100" rotWithShape="0" algn="tl" dir="2700000" dist="139700">
              <a:srgbClr val="333333">
                <a:alpha val="63921"/>
              </a:srgbClr>
            </a:outerShdw>
          </a:effectLst>
        </p:spPr>
      </p:pic>
      <p:pic>
        <p:nvPicPr>
          <p:cNvPr descr="téléchargement.jpeg" id="94" name="Google Shape;94;p1"/>
          <p:cNvPicPr preferRelativeResize="0"/>
          <p:nvPr/>
        </p:nvPicPr>
        <p:blipFill rotWithShape="1">
          <a:blip r:embed="rId5">
            <a:alphaModFix/>
          </a:blip>
          <a:srcRect b="0" l="0" r="0" t="0"/>
          <a:stretch/>
        </p:blipFill>
        <p:spPr>
          <a:xfrm>
            <a:off x="8667463" y="1968500"/>
            <a:ext cx="2794000" cy="2908300"/>
          </a:xfrm>
          <a:prstGeom prst="rect">
            <a:avLst/>
          </a:prstGeom>
          <a:noFill/>
          <a:ln>
            <a:noFill/>
          </a:ln>
          <a:effectLst>
            <a:outerShdw blurRad="292100" rotWithShape="0" algn="tl" dir="2700000" dist="139700">
              <a:srgbClr val="333333">
                <a:alpha val="63921"/>
              </a:srgbClr>
            </a:outerShdw>
          </a:effectLst>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
                                        </p:tgtEl>
                                        <p:attrNameLst>
                                          <p:attrName>style.visibility</p:attrName>
                                        </p:attrNameLst>
                                      </p:cBhvr>
                                      <p:to>
                                        <p:strVal val="visible"/>
                                      </p:to>
                                    </p:set>
                                    <p:animEffect filter="fade" transition="in">
                                      <p:cBhvr>
                                        <p:cTn dur="2000"/>
                                        <p:tgtEl>
                                          <p:spTgt spid="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
                                        </p:tgtEl>
                                        <p:attrNameLst>
                                          <p:attrName>style.visibility</p:attrName>
                                        </p:attrNameLst>
                                      </p:cBhvr>
                                      <p:to>
                                        <p:strVal val="visible"/>
                                      </p:to>
                                    </p:set>
                                    <p:animEffect filter="fade" transition="in">
                                      <p:cBhvr>
                                        <p:cTn dur="2000"/>
                                        <p:tgtEl>
                                          <p:spTgt spid="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
                                        </p:tgtEl>
                                        <p:attrNameLst>
                                          <p:attrName>style.visibility</p:attrName>
                                        </p:attrNameLst>
                                      </p:cBhvr>
                                      <p:to>
                                        <p:strVal val="visible"/>
                                      </p:to>
                                    </p:set>
                                    <p:animEffect filter="fade" transition="in">
                                      <p:cBhvr>
                                        <p:cTn dur="2000"/>
                                        <p:tgtEl>
                                          <p:spTgt spid="9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
          <p:cNvSpPr txBox="1"/>
          <p:nvPr>
            <p:ph type="ctrTitle"/>
          </p:nvPr>
        </p:nvSpPr>
        <p:spPr>
          <a:xfrm>
            <a:off x="793693" y="700592"/>
            <a:ext cx="10688393" cy="2168322"/>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rPr b="1" i="1" lang="en-GB">
                <a:solidFill>
                  <a:srgbClr val="000090"/>
                </a:solidFill>
              </a:rPr>
              <a:t>« Effective communication » </a:t>
            </a:r>
            <a:endParaRPr b="1" i="1">
              <a:solidFill>
                <a:srgbClr val="000090"/>
              </a:solidFill>
              <a:latin typeface="Times New Roman"/>
              <a:ea typeface="Times New Roman"/>
              <a:cs typeface="Times New Roman"/>
              <a:sym typeface="Times New Roman"/>
            </a:endParaRPr>
          </a:p>
        </p:txBody>
      </p:sp>
      <p:sp>
        <p:nvSpPr>
          <p:cNvPr id="100" name="Google Shape;100;p2"/>
          <p:cNvSpPr txBox="1"/>
          <p:nvPr>
            <p:ph idx="1" type="subTitle"/>
          </p:nvPr>
        </p:nvSpPr>
        <p:spPr>
          <a:xfrm>
            <a:off x="769667" y="3425391"/>
            <a:ext cx="10294289" cy="3084195"/>
          </a:xfrm>
          <a:prstGeom prst="rect">
            <a:avLst/>
          </a:prstGeom>
          <a:noFill/>
          <a:ln>
            <a:noFill/>
          </a:ln>
        </p:spPr>
        <p:txBody>
          <a:bodyPr anchorCtr="0" anchor="t" bIns="45700" lIns="91425" spcFirstLastPara="1" rIns="91425" wrap="square" tIns="45700">
            <a:noAutofit/>
          </a:bodyPr>
          <a:lstStyle/>
          <a:p>
            <a:pPr indent="-406400" lvl="0" marL="457200" rtl="0" algn="ctr">
              <a:lnSpc>
                <a:spcPct val="90000"/>
              </a:lnSpc>
              <a:spcBef>
                <a:spcPts val="1000"/>
              </a:spcBef>
              <a:spcAft>
                <a:spcPts val="0"/>
              </a:spcAft>
              <a:buClr>
                <a:schemeClr val="dk1"/>
              </a:buClr>
              <a:buSzPts val="2400"/>
              <a:buNone/>
            </a:pPr>
            <a:r>
              <a:t/>
            </a:r>
            <a:endParaRPr b="1" sz="2800">
              <a:latin typeface="Times New Roman"/>
              <a:ea typeface="Times New Roman"/>
              <a:cs typeface="Times New Roman"/>
              <a:sym typeface="Times New Roman"/>
            </a:endParaRPr>
          </a:p>
        </p:txBody>
      </p:sp>
      <p:sp>
        <p:nvSpPr>
          <p:cNvPr id="101" name="Google Shape;101;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pic>
        <p:nvPicPr>
          <p:cNvPr descr="AdobeStock_69465225.jpg" id="102" name="Google Shape;102;p2"/>
          <p:cNvPicPr preferRelativeResize="0"/>
          <p:nvPr/>
        </p:nvPicPr>
        <p:blipFill rotWithShape="1">
          <a:blip r:embed="rId3">
            <a:alphaModFix/>
          </a:blip>
          <a:srcRect b="0" l="0" r="0" t="0"/>
          <a:stretch/>
        </p:blipFill>
        <p:spPr>
          <a:xfrm>
            <a:off x="899516" y="3113849"/>
            <a:ext cx="10741307" cy="3550100"/>
          </a:xfrm>
          <a:prstGeom prst="rect">
            <a:avLst/>
          </a:prstGeom>
          <a:noFill/>
          <a:ln>
            <a:noFill/>
          </a:ln>
          <a:effectLst>
            <a:outerShdw blurRad="292100" rotWithShape="0" algn="tl" dir="2700000" dist="139700">
              <a:srgbClr val="333333">
                <a:alpha val="63921"/>
              </a:srgbClr>
            </a:outerShdw>
          </a:effectLst>
        </p:spPr>
      </p:pic>
      <p:pic>
        <p:nvPicPr>
          <p:cNvPr id="103" name="Google Shape;103;p2"/>
          <p:cNvPicPr preferRelativeResize="0"/>
          <p:nvPr/>
        </p:nvPicPr>
        <p:blipFill rotWithShape="1">
          <a:blip r:embed="rId4">
            <a:alphaModFix/>
          </a:blip>
          <a:srcRect b="0" l="0" r="0" t="0"/>
          <a:stretch/>
        </p:blipFill>
        <p:spPr>
          <a:xfrm>
            <a:off x="1070059" y="166258"/>
            <a:ext cx="3082496" cy="1506949"/>
          </a:xfrm>
          <a:prstGeom prst="rect">
            <a:avLst/>
          </a:prstGeom>
          <a:solidFill>
            <a:schemeClr val="lt1">
              <a:alpha val="34117"/>
            </a:schemeClr>
          </a:solid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
                                        </p:tgtEl>
                                        <p:attrNameLst>
                                          <p:attrName>style.visibility</p:attrName>
                                        </p:attrNameLst>
                                      </p:cBhvr>
                                      <p:to>
                                        <p:strVal val="visible"/>
                                      </p:to>
                                    </p:set>
                                    <p:animEffect filter="fade" transition="in">
                                      <p:cBhvr>
                                        <p:cTn dur="500"/>
                                        <p:tgtEl>
                                          <p:spTgt spid="99"/>
                                        </p:tgtEl>
                                      </p:cBhvr>
                                    </p:animEffect>
                                  </p:childTnLst>
                                </p:cTn>
                              </p:par>
                              <p:par>
                                <p:cTn fill="hold" nodeType="withEffect" presetClass="entr" presetID="10" presetSubtype="0">
                                  <p:stCondLst>
                                    <p:cond delay="0"/>
                                  </p:stCondLst>
                                  <p:childTnLst>
                                    <p:set>
                                      <p:cBhvr>
                                        <p:cTn dur="1" fill="hold">
                                          <p:stCondLst>
                                            <p:cond delay="0"/>
                                          </p:stCondLst>
                                        </p:cTn>
                                        <p:tgtEl>
                                          <p:spTgt spid="102"/>
                                        </p:tgtEl>
                                        <p:attrNameLst>
                                          <p:attrName>style.visibility</p:attrName>
                                        </p:attrNameLst>
                                      </p:cBhvr>
                                      <p:to>
                                        <p:strVal val="visible"/>
                                      </p:to>
                                    </p:set>
                                    <p:animEffect filter="fade" transition="in">
                                      <p:cBhvr>
                                        <p:cTn dur="500"/>
                                        <p:tgtEl>
                                          <p:spTgt spid="10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3"/>
          <p:cNvSpPr txBox="1"/>
          <p:nvPr>
            <p:ph type="title"/>
          </p:nvPr>
        </p:nvSpPr>
        <p:spPr>
          <a:xfrm>
            <a:off x="1456875" y="448174"/>
            <a:ext cx="5136423" cy="87767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lang="en-GB">
                <a:solidFill>
                  <a:srgbClr val="800000"/>
                </a:solidFill>
                <a:latin typeface="Times New Roman"/>
                <a:ea typeface="Times New Roman"/>
                <a:cs typeface="Times New Roman"/>
                <a:sym typeface="Times New Roman"/>
              </a:rPr>
              <a:t>Learning outcomes:</a:t>
            </a:r>
            <a:endParaRPr b="1">
              <a:solidFill>
                <a:srgbClr val="800000"/>
              </a:solidFill>
              <a:latin typeface="Times New Roman"/>
              <a:ea typeface="Times New Roman"/>
              <a:cs typeface="Times New Roman"/>
              <a:sym typeface="Times New Roman"/>
            </a:endParaRPr>
          </a:p>
        </p:txBody>
      </p:sp>
      <p:sp>
        <p:nvSpPr>
          <p:cNvPr id="110" name="Google Shape;110;p3"/>
          <p:cNvSpPr txBox="1"/>
          <p:nvPr>
            <p:ph idx="1" type="body"/>
          </p:nvPr>
        </p:nvSpPr>
        <p:spPr>
          <a:xfrm>
            <a:off x="908752" y="2642746"/>
            <a:ext cx="10515600" cy="2990171"/>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1000"/>
              </a:spcBef>
              <a:spcAft>
                <a:spcPts val="0"/>
              </a:spcAft>
              <a:buSzPts val="1946"/>
              <a:buFont typeface="Noto Sans Symbols"/>
              <a:buChar char="⮚"/>
            </a:pPr>
            <a:r>
              <a:rPr lang="en-GB">
                <a:latin typeface="Times"/>
                <a:ea typeface="Times"/>
                <a:cs typeface="Times"/>
                <a:sym typeface="Times"/>
              </a:rPr>
              <a:t>Develop effective communication and presentation skills</a:t>
            </a:r>
            <a:endParaRPr>
              <a:latin typeface="Times"/>
              <a:ea typeface="Times"/>
              <a:cs typeface="Times"/>
              <a:sym typeface="Times"/>
            </a:endParaRPr>
          </a:p>
          <a:p>
            <a:pPr indent="-342900" lvl="0" marL="457200" rtl="0" algn="l">
              <a:lnSpc>
                <a:spcPct val="90000"/>
              </a:lnSpc>
              <a:spcBef>
                <a:spcPts val="1000"/>
              </a:spcBef>
              <a:spcAft>
                <a:spcPts val="0"/>
              </a:spcAft>
              <a:buSzPts val="1946"/>
              <a:buFont typeface="Noto Sans Symbols"/>
              <a:buChar char="⮚"/>
            </a:pPr>
            <a:r>
              <a:rPr lang="en-GB">
                <a:latin typeface="Times"/>
                <a:ea typeface="Times"/>
                <a:cs typeface="Times"/>
                <a:sym typeface="Times"/>
              </a:rPr>
              <a:t>Define and take part in an active listening</a:t>
            </a:r>
            <a:endParaRPr/>
          </a:p>
          <a:p>
            <a:pPr indent="-342900" lvl="0" marL="457200" rtl="0" algn="l">
              <a:lnSpc>
                <a:spcPct val="90000"/>
              </a:lnSpc>
              <a:spcBef>
                <a:spcPts val="1000"/>
              </a:spcBef>
              <a:spcAft>
                <a:spcPts val="0"/>
              </a:spcAft>
              <a:buSzPts val="1946"/>
              <a:buFont typeface="Noto Sans Symbols"/>
              <a:buChar char="⮚"/>
            </a:pPr>
            <a:r>
              <a:rPr lang="en-GB">
                <a:latin typeface="Times"/>
                <a:ea typeface="Times"/>
                <a:cs typeface="Times"/>
                <a:sym typeface="Times"/>
              </a:rPr>
              <a:t>Plan a persuasive essay</a:t>
            </a:r>
            <a:endParaRPr/>
          </a:p>
          <a:p>
            <a:pPr indent="-342900" lvl="0" marL="457200" rtl="0" algn="l">
              <a:lnSpc>
                <a:spcPct val="90000"/>
              </a:lnSpc>
              <a:spcBef>
                <a:spcPts val="1000"/>
              </a:spcBef>
              <a:spcAft>
                <a:spcPts val="0"/>
              </a:spcAft>
              <a:buSzPts val="1946"/>
              <a:buFont typeface="Noto Sans Symbols"/>
              <a:buChar char="⮚"/>
            </a:pPr>
            <a:r>
              <a:rPr lang="en-GB">
                <a:latin typeface="Times"/>
                <a:ea typeface="Times"/>
                <a:cs typeface="Times"/>
                <a:sym typeface="Times"/>
              </a:rPr>
              <a:t>Use linking words (cohesive devices) correctly</a:t>
            </a:r>
            <a:endParaRPr/>
          </a:p>
          <a:p>
            <a:pPr indent="-228600" lvl="0" marL="457200" rtl="0" algn="l">
              <a:lnSpc>
                <a:spcPct val="90000"/>
              </a:lnSpc>
              <a:spcBef>
                <a:spcPts val="1000"/>
              </a:spcBef>
              <a:spcAft>
                <a:spcPts val="0"/>
              </a:spcAft>
              <a:buSzPts val="1946"/>
              <a:buFont typeface="Noto Sans Symbols"/>
              <a:buNone/>
            </a:pPr>
            <a:r>
              <a:t/>
            </a:r>
            <a:endParaRPr>
              <a:latin typeface="Times"/>
              <a:ea typeface="Times"/>
              <a:cs typeface="Times"/>
              <a:sym typeface="Times"/>
            </a:endParaRPr>
          </a:p>
          <a:p>
            <a:pPr indent="-228600" lvl="0" marL="457200" rtl="0" algn="l">
              <a:lnSpc>
                <a:spcPct val="90000"/>
              </a:lnSpc>
              <a:spcBef>
                <a:spcPts val="1000"/>
              </a:spcBef>
              <a:spcAft>
                <a:spcPts val="0"/>
              </a:spcAft>
              <a:buSzPts val="1946"/>
              <a:buFont typeface="Noto Sans Symbols"/>
              <a:buNone/>
            </a:pPr>
            <a:r>
              <a:t/>
            </a:r>
            <a:endParaRPr>
              <a:latin typeface="Times"/>
              <a:ea typeface="Times"/>
              <a:cs typeface="Times"/>
              <a:sym typeface="Times"/>
            </a:endParaRPr>
          </a:p>
          <a:p>
            <a:pPr indent="-228600" lvl="0" marL="457200" rtl="0" algn="l">
              <a:lnSpc>
                <a:spcPct val="90000"/>
              </a:lnSpc>
              <a:spcBef>
                <a:spcPts val="1000"/>
              </a:spcBef>
              <a:spcAft>
                <a:spcPts val="0"/>
              </a:spcAft>
              <a:buSzPts val="1946"/>
              <a:buFont typeface="Noto Sans Symbols"/>
              <a:buNone/>
            </a:pPr>
            <a:r>
              <a:t/>
            </a:r>
            <a:endParaRPr>
              <a:latin typeface="Times"/>
              <a:ea typeface="Times"/>
              <a:cs typeface="Times"/>
              <a:sym typeface="Times"/>
            </a:endParaRPr>
          </a:p>
        </p:txBody>
      </p:sp>
      <p:sp>
        <p:nvSpPr>
          <p:cNvPr id="111" name="Google Shape;111;p3"/>
          <p:cNvSpPr txBox="1"/>
          <p:nvPr/>
        </p:nvSpPr>
        <p:spPr>
          <a:xfrm>
            <a:off x="1008607" y="1549936"/>
            <a:ext cx="7439997" cy="875111"/>
          </a:xfrm>
          <a:prstGeom prst="rect">
            <a:avLst/>
          </a:prstGeom>
          <a:noFill/>
          <a:ln>
            <a:noFill/>
          </a:ln>
        </p:spPr>
        <p:txBody>
          <a:bodyPr anchorCtr="0" anchor="t" bIns="45700" lIns="91425" spcFirstLastPara="1" rIns="91425" wrap="square" tIns="45700">
            <a:normAutofit fontScale="92500"/>
          </a:bodyPr>
          <a:lstStyle/>
          <a:p>
            <a:pPr indent="0" lvl="0" marL="114300" marR="0" rtl="0" algn="l">
              <a:lnSpc>
                <a:spcPct val="90000"/>
              </a:lnSpc>
              <a:spcBef>
                <a:spcPts val="1000"/>
              </a:spcBef>
              <a:spcAft>
                <a:spcPts val="0"/>
              </a:spcAft>
              <a:buClr>
                <a:schemeClr val="dk1"/>
              </a:buClr>
              <a:buSzPct val="69498"/>
              <a:buFont typeface="Noto Sans Symbols"/>
              <a:buNone/>
            </a:pPr>
            <a:r>
              <a:rPr b="1" i="0" lang="en-GB" sz="2800" u="none" cap="none" strike="noStrike">
                <a:solidFill>
                  <a:schemeClr val="dk1"/>
                </a:solidFill>
                <a:latin typeface="Times New Roman"/>
                <a:ea typeface="Times New Roman"/>
                <a:cs typeface="Times New Roman"/>
                <a:sym typeface="Times New Roman"/>
              </a:rPr>
              <a:t>By the end of this session, you should be able to: </a:t>
            </a:r>
            <a:endParaRPr b="0" i="0" sz="1400" u="none" cap="none" strike="noStrike">
              <a:solidFill>
                <a:srgbClr val="000000"/>
              </a:solidFill>
              <a:latin typeface="Arial"/>
              <a:ea typeface="Arial"/>
              <a:cs typeface="Arial"/>
              <a:sym typeface="Arial"/>
            </a:endParaRPr>
          </a:p>
        </p:txBody>
      </p:sp>
      <p:sp>
        <p:nvSpPr>
          <p:cNvPr id="112" name="Google Shape;112;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
                                        </p:tgtEl>
                                        <p:attrNameLst>
                                          <p:attrName>style.visibility</p:attrName>
                                        </p:attrNameLst>
                                      </p:cBhvr>
                                      <p:to>
                                        <p:strVal val="visible"/>
                                      </p:to>
                                    </p:set>
                                    <p:animEffect filter="fade" transition="in">
                                      <p:cBhvr>
                                        <p:cTn dur="500"/>
                                        <p:tgtEl>
                                          <p:spTgt spid="10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1">
                                            <p:txEl>
                                              <p:pRg end="0" st="0"/>
                                            </p:txEl>
                                          </p:spTgt>
                                        </p:tgtEl>
                                        <p:attrNameLst>
                                          <p:attrName>style.visibility</p:attrName>
                                        </p:attrNameLst>
                                      </p:cBhvr>
                                      <p:to>
                                        <p:strVal val="visible"/>
                                      </p:to>
                                    </p:set>
                                    <p:animEffect filter="fade" transition="in">
                                      <p:cBhvr>
                                        <p:cTn dur="500"/>
                                        <p:tgtEl>
                                          <p:spTgt spid="11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
                                            <p:txEl>
                                              <p:pRg end="0" st="0"/>
                                            </p:txEl>
                                          </p:spTgt>
                                        </p:tgtEl>
                                        <p:attrNameLst>
                                          <p:attrName>style.visibility</p:attrName>
                                        </p:attrNameLst>
                                      </p:cBhvr>
                                      <p:to>
                                        <p:strVal val="visible"/>
                                      </p:to>
                                    </p:set>
                                    <p:animEffect filter="fade" transition="in">
                                      <p:cBhvr>
                                        <p:cTn dur="500"/>
                                        <p:tgtEl>
                                          <p:spTgt spid="11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
                                            <p:txEl>
                                              <p:pRg end="1" st="1"/>
                                            </p:txEl>
                                          </p:spTgt>
                                        </p:tgtEl>
                                        <p:attrNameLst>
                                          <p:attrName>style.visibility</p:attrName>
                                        </p:attrNameLst>
                                      </p:cBhvr>
                                      <p:to>
                                        <p:strVal val="visible"/>
                                      </p:to>
                                    </p:set>
                                    <p:animEffect filter="fade" transition="in">
                                      <p:cBhvr>
                                        <p:cTn dur="500"/>
                                        <p:tgtEl>
                                          <p:spTgt spid="11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
                                            <p:txEl>
                                              <p:pRg end="2" st="2"/>
                                            </p:txEl>
                                          </p:spTgt>
                                        </p:tgtEl>
                                        <p:attrNameLst>
                                          <p:attrName>style.visibility</p:attrName>
                                        </p:attrNameLst>
                                      </p:cBhvr>
                                      <p:to>
                                        <p:strVal val="visible"/>
                                      </p:to>
                                    </p:set>
                                    <p:animEffect filter="fade" transition="in">
                                      <p:cBhvr>
                                        <p:cTn dur="500"/>
                                        <p:tgtEl>
                                          <p:spTgt spid="11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
                                            <p:txEl>
                                              <p:pRg end="3" st="3"/>
                                            </p:txEl>
                                          </p:spTgt>
                                        </p:tgtEl>
                                        <p:attrNameLst>
                                          <p:attrName>style.visibility</p:attrName>
                                        </p:attrNameLst>
                                      </p:cBhvr>
                                      <p:to>
                                        <p:strVal val="visible"/>
                                      </p:to>
                                    </p:set>
                                    <p:animEffect filter="fade" transition="in">
                                      <p:cBhvr>
                                        <p:cTn dur="500"/>
                                        <p:tgtEl>
                                          <p:spTgt spid="11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
                                            <p:txEl>
                                              <p:pRg end="4" st="4"/>
                                            </p:txEl>
                                          </p:spTgt>
                                        </p:tgtEl>
                                        <p:attrNameLst>
                                          <p:attrName>style.visibility</p:attrName>
                                        </p:attrNameLst>
                                      </p:cBhvr>
                                      <p:to>
                                        <p:strVal val="visible"/>
                                      </p:to>
                                    </p:set>
                                    <p:animEffect filter="fade" transition="in">
                                      <p:cBhvr>
                                        <p:cTn dur="500"/>
                                        <p:tgtEl>
                                          <p:spTgt spid="11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
                                            <p:txEl>
                                              <p:pRg end="5" st="5"/>
                                            </p:txEl>
                                          </p:spTgt>
                                        </p:tgtEl>
                                        <p:attrNameLst>
                                          <p:attrName>style.visibility</p:attrName>
                                        </p:attrNameLst>
                                      </p:cBhvr>
                                      <p:to>
                                        <p:strVal val="visible"/>
                                      </p:to>
                                    </p:set>
                                    <p:animEffect filter="fade" transition="in">
                                      <p:cBhvr>
                                        <p:cTn dur="500"/>
                                        <p:tgtEl>
                                          <p:spTgt spid="11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
                                            <p:txEl>
                                              <p:pRg end="6" st="6"/>
                                            </p:txEl>
                                          </p:spTgt>
                                        </p:tgtEl>
                                        <p:attrNameLst>
                                          <p:attrName>style.visibility</p:attrName>
                                        </p:attrNameLst>
                                      </p:cBhvr>
                                      <p:to>
                                        <p:strVal val="visible"/>
                                      </p:to>
                                    </p:set>
                                    <p:animEffect filter="fade" transition="in">
                                      <p:cBhvr>
                                        <p:cTn dur="500"/>
                                        <p:tgtEl>
                                          <p:spTgt spid="110">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14350" lvl="0" marL="628650" rtl="0" algn="l">
              <a:lnSpc>
                <a:spcPct val="90000"/>
              </a:lnSpc>
              <a:spcBef>
                <a:spcPts val="1000"/>
              </a:spcBef>
              <a:spcAft>
                <a:spcPts val="0"/>
              </a:spcAft>
              <a:buSzPts val="1800"/>
              <a:buFont typeface="Arial"/>
              <a:buAutoNum type="arabicPeriod"/>
            </a:pPr>
            <a:r>
              <a:rPr lang="en-GB"/>
              <a:t>Effective communication: definition &amp; benefits</a:t>
            </a:r>
            <a:endParaRPr/>
          </a:p>
          <a:p>
            <a:pPr indent="-514350" lvl="0" marL="628650" rtl="0" algn="l">
              <a:lnSpc>
                <a:spcPct val="90000"/>
              </a:lnSpc>
              <a:spcBef>
                <a:spcPts val="1000"/>
              </a:spcBef>
              <a:spcAft>
                <a:spcPts val="0"/>
              </a:spcAft>
              <a:buSzPts val="1800"/>
              <a:buFont typeface="Arial"/>
              <a:buAutoNum type="arabicPeriod"/>
            </a:pPr>
            <a:r>
              <a:rPr lang="en-GB"/>
              <a:t>Effective speaking: Words, voice and body language</a:t>
            </a:r>
            <a:endParaRPr/>
          </a:p>
          <a:p>
            <a:pPr indent="-514350" lvl="0" marL="628650" rtl="0" algn="l">
              <a:lnSpc>
                <a:spcPct val="90000"/>
              </a:lnSpc>
              <a:spcBef>
                <a:spcPts val="1000"/>
              </a:spcBef>
              <a:spcAft>
                <a:spcPts val="0"/>
              </a:spcAft>
              <a:buSzPts val="1800"/>
              <a:buFont typeface="Arial"/>
              <a:buAutoNum type="arabicPeriod"/>
            </a:pPr>
            <a:r>
              <a:rPr lang="en-GB"/>
              <a:t>Active listening: definition, benefits and types</a:t>
            </a:r>
            <a:endParaRPr/>
          </a:p>
          <a:p>
            <a:pPr indent="-514350" lvl="0" marL="628650" rtl="0" algn="l">
              <a:lnSpc>
                <a:spcPct val="90000"/>
              </a:lnSpc>
              <a:spcBef>
                <a:spcPts val="1000"/>
              </a:spcBef>
              <a:spcAft>
                <a:spcPts val="0"/>
              </a:spcAft>
              <a:buSzPts val="1800"/>
              <a:buFont typeface="Arial"/>
              <a:buAutoNum type="arabicPeriod"/>
            </a:pPr>
            <a:r>
              <a:rPr lang="en-GB"/>
              <a:t>Quiz</a:t>
            </a:r>
            <a:endParaRPr/>
          </a:p>
          <a:p>
            <a:pPr indent="-514350" lvl="0" marL="628650" rtl="0" algn="l">
              <a:lnSpc>
                <a:spcPct val="90000"/>
              </a:lnSpc>
              <a:spcBef>
                <a:spcPts val="1000"/>
              </a:spcBef>
              <a:spcAft>
                <a:spcPts val="0"/>
              </a:spcAft>
              <a:buSzPts val="1800"/>
              <a:buFont typeface="Arial"/>
              <a:buAutoNum type="arabicPeriod"/>
            </a:pPr>
            <a:r>
              <a:rPr lang="en-GB"/>
              <a:t>Persuasive Essay: structure</a:t>
            </a:r>
            <a:endParaRPr/>
          </a:p>
          <a:p>
            <a:pPr indent="-514350" lvl="0" marL="628650" rtl="0" algn="l">
              <a:lnSpc>
                <a:spcPct val="90000"/>
              </a:lnSpc>
              <a:spcBef>
                <a:spcPts val="1000"/>
              </a:spcBef>
              <a:spcAft>
                <a:spcPts val="0"/>
              </a:spcAft>
              <a:buSzPts val="1800"/>
              <a:buFont typeface="Arial"/>
              <a:buAutoNum type="arabicPeriod"/>
            </a:pPr>
            <a:r>
              <a:rPr lang="en-GB"/>
              <a:t>Linking words: use and meaning</a:t>
            </a:r>
            <a:endParaRPr/>
          </a:p>
          <a:p>
            <a:pPr indent="-514350" lvl="0" marL="628650" rtl="0" algn="l">
              <a:lnSpc>
                <a:spcPct val="90000"/>
              </a:lnSpc>
              <a:spcBef>
                <a:spcPts val="1000"/>
              </a:spcBef>
              <a:spcAft>
                <a:spcPts val="0"/>
              </a:spcAft>
              <a:buSzPts val="1800"/>
              <a:buFont typeface="Arial"/>
              <a:buAutoNum type="arabicPeriod"/>
            </a:pPr>
            <a:r>
              <a:rPr lang="en-GB"/>
              <a:t>CCCA3 Project: Presentation skills</a:t>
            </a:r>
            <a:endParaRPr/>
          </a:p>
        </p:txBody>
      </p:sp>
      <p:sp>
        <p:nvSpPr>
          <p:cNvPr id="118" name="Google Shape;118;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
        <p:nvSpPr>
          <p:cNvPr id="119" name="Google Shape;119;p4"/>
          <p:cNvSpPr txBox="1"/>
          <p:nvPr>
            <p:ph type="title"/>
          </p:nvPr>
        </p:nvSpPr>
        <p:spPr>
          <a:xfrm>
            <a:off x="1314414" y="312202"/>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lang="en-GB">
                <a:solidFill>
                  <a:srgbClr val="800000"/>
                </a:solidFill>
                <a:latin typeface="Times New Roman"/>
                <a:ea typeface="Times New Roman"/>
                <a:cs typeface="Times New Roman"/>
                <a:sym typeface="Times New Roman"/>
              </a:rPr>
              <a:t>Outline: </a:t>
            </a:r>
            <a:endParaRPr b="1">
              <a:solidFill>
                <a:srgbClr val="800000"/>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7">
                                            <p:txEl>
                                              <p:pRg end="0" st="0"/>
                                            </p:txEl>
                                          </p:spTgt>
                                        </p:tgtEl>
                                        <p:attrNameLst>
                                          <p:attrName>style.visibility</p:attrName>
                                        </p:attrNameLst>
                                      </p:cBhvr>
                                      <p:to>
                                        <p:strVal val="visible"/>
                                      </p:to>
                                    </p:set>
                                    <p:anim calcmode="lin" valueType="num">
                                      <p:cBhvr additive="base">
                                        <p:cTn dur="500"/>
                                        <p:tgtEl>
                                          <p:spTgt spid="117">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7">
                                            <p:txEl>
                                              <p:pRg end="1" st="1"/>
                                            </p:txEl>
                                          </p:spTgt>
                                        </p:tgtEl>
                                        <p:attrNameLst>
                                          <p:attrName>style.visibility</p:attrName>
                                        </p:attrNameLst>
                                      </p:cBhvr>
                                      <p:to>
                                        <p:strVal val="visible"/>
                                      </p:to>
                                    </p:set>
                                    <p:anim calcmode="lin" valueType="num">
                                      <p:cBhvr additive="base">
                                        <p:cTn dur="500"/>
                                        <p:tgtEl>
                                          <p:spTgt spid="117">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7">
                                            <p:txEl>
                                              <p:pRg end="2" st="2"/>
                                            </p:txEl>
                                          </p:spTgt>
                                        </p:tgtEl>
                                        <p:attrNameLst>
                                          <p:attrName>style.visibility</p:attrName>
                                        </p:attrNameLst>
                                      </p:cBhvr>
                                      <p:to>
                                        <p:strVal val="visible"/>
                                      </p:to>
                                    </p:set>
                                    <p:anim calcmode="lin" valueType="num">
                                      <p:cBhvr additive="base">
                                        <p:cTn dur="500"/>
                                        <p:tgtEl>
                                          <p:spTgt spid="117">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7">
                                            <p:txEl>
                                              <p:pRg end="3" st="3"/>
                                            </p:txEl>
                                          </p:spTgt>
                                        </p:tgtEl>
                                        <p:attrNameLst>
                                          <p:attrName>style.visibility</p:attrName>
                                        </p:attrNameLst>
                                      </p:cBhvr>
                                      <p:to>
                                        <p:strVal val="visible"/>
                                      </p:to>
                                    </p:set>
                                    <p:anim calcmode="lin" valueType="num">
                                      <p:cBhvr additive="base">
                                        <p:cTn dur="500"/>
                                        <p:tgtEl>
                                          <p:spTgt spid="117">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7">
                                            <p:txEl>
                                              <p:pRg end="4" st="4"/>
                                            </p:txEl>
                                          </p:spTgt>
                                        </p:tgtEl>
                                        <p:attrNameLst>
                                          <p:attrName>style.visibility</p:attrName>
                                        </p:attrNameLst>
                                      </p:cBhvr>
                                      <p:to>
                                        <p:strVal val="visible"/>
                                      </p:to>
                                    </p:set>
                                    <p:anim calcmode="lin" valueType="num">
                                      <p:cBhvr additive="base">
                                        <p:cTn dur="500"/>
                                        <p:tgtEl>
                                          <p:spTgt spid="117">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7">
                                            <p:txEl>
                                              <p:pRg end="5" st="5"/>
                                            </p:txEl>
                                          </p:spTgt>
                                        </p:tgtEl>
                                        <p:attrNameLst>
                                          <p:attrName>style.visibility</p:attrName>
                                        </p:attrNameLst>
                                      </p:cBhvr>
                                      <p:to>
                                        <p:strVal val="visible"/>
                                      </p:to>
                                    </p:set>
                                    <p:anim calcmode="lin" valueType="num">
                                      <p:cBhvr additive="base">
                                        <p:cTn dur="500"/>
                                        <p:tgtEl>
                                          <p:spTgt spid="117">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7">
                                            <p:txEl>
                                              <p:pRg end="6" st="6"/>
                                            </p:txEl>
                                          </p:spTgt>
                                        </p:tgtEl>
                                        <p:attrNameLst>
                                          <p:attrName>style.visibility</p:attrName>
                                        </p:attrNameLst>
                                      </p:cBhvr>
                                      <p:to>
                                        <p:strVal val="visible"/>
                                      </p:to>
                                    </p:set>
                                    <p:anim calcmode="lin" valueType="num">
                                      <p:cBhvr additive="base">
                                        <p:cTn dur="500"/>
                                        <p:tgtEl>
                                          <p:spTgt spid="117">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5"/>
          <p:cNvSpPr txBox="1"/>
          <p:nvPr>
            <p:ph idx="1" type="body"/>
          </p:nvPr>
        </p:nvSpPr>
        <p:spPr>
          <a:xfrm>
            <a:off x="538359" y="2165452"/>
            <a:ext cx="11155377" cy="4692548"/>
          </a:xfrm>
          <a:prstGeom prst="rect">
            <a:avLst/>
          </a:prstGeom>
          <a:noFill/>
          <a:ln>
            <a:noFill/>
          </a:ln>
        </p:spPr>
        <p:txBody>
          <a:bodyPr anchorCtr="0" anchor="t" bIns="45700" lIns="91425" spcFirstLastPara="1" rIns="91425" wrap="square" tIns="45700">
            <a:normAutofit fontScale="92500" lnSpcReduction="10000"/>
          </a:bodyPr>
          <a:lstStyle/>
          <a:p>
            <a:pPr indent="-228600" lvl="1" marL="228600" rtl="0" algn="l">
              <a:lnSpc>
                <a:spcPct val="70000"/>
              </a:lnSpc>
              <a:spcBef>
                <a:spcPts val="1000"/>
              </a:spcBef>
              <a:spcAft>
                <a:spcPts val="0"/>
              </a:spcAft>
              <a:buSzPct val="81081"/>
              <a:buChar char="•"/>
            </a:pPr>
            <a:r>
              <a:rPr lang="en-GB"/>
              <a:t>Feeling misunderstood</a:t>
            </a:r>
            <a:endParaRPr/>
          </a:p>
          <a:p>
            <a:pPr indent="-228600" lvl="0" marL="457200" rtl="0" algn="l">
              <a:lnSpc>
                <a:spcPct val="70000"/>
              </a:lnSpc>
              <a:spcBef>
                <a:spcPts val="1000"/>
              </a:spcBef>
              <a:spcAft>
                <a:spcPts val="0"/>
              </a:spcAft>
              <a:buSzPct val="81081"/>
              <a:buNone/>
            </a:pPr>
            <a:r>
              <a:t/>
            </a:r>
            <a:endParaRPr sz="2400"/>
          </a:p>
          <a:p>
            <a:pPr indent="-342900" lvl="0" marL="457200" rtl="0" algn="l">
              <a:lnSpc>
                <a:spcPct val="70000"/>
              </a:lnSpc>
              <a:spcBef>
                <a:spcPts val="1000"/>
              </a:spcBef>
              <a:spcAft>
                <a:spcPts val="0"/>
              </a:spcAft>
              <a:buSzPct val="81081"/>
              <a:buChar char="•"/>
            </a:pPr>
            <a:r>
              <a:rPr lang="en-GB" sz="2400"/>
              <a:t>Being so caught up in what you have to do</a:t>
            </a:r>
            <a:endParaRPr sz="2400"/>
          </a:p>
          <a:p>
            <a:pPr indent="-228600" lvl="0" marL="457200" rtl="0" algn="l">
              <a:lnSpc>
                <a:spcPct val="70000"/>
              </a:lnSpc>
              <a:spcBef>
                <a:spcPts val="1000"/>
              </a:spcBef>
              <a:spcAft>
                <a:spcPts val="0"/>
              </a:spcAft>
              <a:buSzPct val="81081"/>
              <a:buNone/>
            </a:pPr>
            <a:r>
              <a:t/>
            </a:r>
            <a:endParaRPr sz="2400"/>
          </a:p>
          <a:p>
            <a:pPr indent="-342900" lvl="0" marL="457200" rtl="0" algn="l">
              <a:lnSpc>
                <a:spcPct val="70000"/>
              </a:lnSpc>
              <a:spcBef>
                <a:spcPts val="1000"/>
              </a:spcBef>
              <a:spcAft>
                <a:spcPts val="0"/>
              </a:spcAft>
              <a:buSzPct val="81081"/>
              <a:buChar char="•"/>
            </a:pPr>
            <a:r>
              <a:rPr lang="en-GB" sz="2400"/>
              <a:t>Speaking over others or finishing their sentences</a:t>
            </a:r>
            <a:endParaRPr/>
          </a:p>
          <a:p>
            <a:pPr indent="-228600" lvl="0" marL="457200" rtl="0" algn="l">
              <a:lnSpc>
                <a:spcPct val="70000"/>
              </a:lnSpc>
              <a:spcBef>
                <a:spcPts val="1000"/>
              </a:spcBef>
              <a:spcAft>
                <a:spcPts val="0"/>
              </a:spcAft>
              <a:buSzPct val="81081"/>
              <a:buNone/>
            </a:pPr>
            <a:r>
              <a:t/>
            </a:r>
            <a:endParaRPr sz="2400"/>
          </a:p>
          <a:p>
            <a:pPr indent="-342900" lvl="0" marL="457200" rtl="0" algn="l">
              <a:lnSpc>
                <a:spcPct val="70000"/>
              </a:lnSpc>
              <a:spcBef>
                <a:spcPts val="1000"/>
              </a:spcBef>
              <a:spcAft>
                <a:spcPts val="0"/>
              </a:spcAft>
              <a:buSzPct val="81081"/>
              <a:buChar char="•"/>
            </a:pPr>
            <a:r>
              <a:rPr lang="en-GB" sz="2400"/>
              <a:t>Difficulty expressing your feelings or opinions</a:t>
            </a:r>
            <a:endParaRPr/>
          </a:p>
          <a:p>
            <a:pPr indent="-228600" lvl="0" marL="457200" rtl="0" algn="l">
              <a:lnSpc>
                <a:spcPct val="70000"/>
              </a:lnSpc>
              <a:spcBef>
                <a:spcPts val="1000"/>
              </a:spcBef>
              <a:spcAft>
                <a:spcPts val="0"/>
              </a:spcAft>
              <a:buSzPct val="81081"/>
              <a:buNone/>
            </a:pPr>
            <a:r>
              <a:t/>
            </a:r>
            <a:endParaRPr sz="2400"/>
          </a:p>
          <a:p>
            <a:pPr indent="-342900" lvl="0" marL="457200" rtl="0" algn="l">
              <a:lnSpc>
                <a:spcPct val="70000"/>
              </a:lnSpc>
              <a:spcBef>
                <a:spcPts val="1000"/>
              </a:spcBef>
              <a:spcAft>
                <a:spcPts val="0"/>
              </a:spcAft>
              <a:buSzPct val="81081"/>
              <a:buChar char="•"/>
            </a:pPr>
            <a:r>
              <a:rPr lang="en-GB" sz="2400"/>
              <a:t>Finding yourself diverting or ending conversations that don’t interest you</a:t>
            </a:r>
            <a:endParaRPr sz="2400"/>
          </a:p>
          <a:p>
            <a:pPr indent="-228600" lvl="0" marL="457200" rtl="0" algn="l">
              <a:lnSpc>
                <a:spcPct val="70000"/>
              </a:lnSpc>
              <a:spcBef>
                <a:spcPts val="1000"/>
              </a:spcBef>
              <a:spcAft>
                <a:spcPts val="0"/>
              </a:spcAft>
              <a:buSzPct val="81081"/>
              <a:buNone/>
            </a:pPr>
            <a:r>
              <a:t/>
            </a:r>
            <a:endParaRPr sz="2400"/>
          </a:p>
          <a:p>
            <a:pPr indent="-342900" lvl="0" marL="457200" rtl="0" algn="l">
              <a:lnSpc>
                <a:spcPct val="70000"/>
              </a:lnSpc>
              <a:spcBef>
                <a:spcPts val="1000"/>
              </a:spcBef>
              <a:spcAft>
                <a:spcPts val="0"/>
              </a:spcAft>
              <a:buSzPct val="81081"/>
              <a:buChar char="•"/>
            </a:pPr>
            <a:r>
              <a:rPr lang="en-GB" sz="2400"/>
              <a:t>Grappling to understand things from someone else’s point of view</a:t>
            </a:r>
            <a:endParaRPr sz="2400"/>
          </a:p>
          <a:p>
            <a:pPr indent="-228600" lvl="0" marL="457200" rtl="0" algn="l">
              <a:lnSpc>
                <a:spcPct val="70000"/>
              </a:lnSpc>
              <a:spcBef>
                <a:spcPts val="1000"/>
              </a:spcBef>
              <a:spcAft>
                <a:spcPts val="0"/>
              </a:spcAft>
              <a:buSzPct val="81081"/>
              <a:buNone/>
            </a:pPr>
            <a:r>
              <a:t/>
            </a:r>
            <a:endParaRPr sz="2400"/>
          </a:p>
          <a:p>
            <a:pPr indent="-342900" lvl="0" marL="457200" rtl="0" algn="l">
              <a:lnSpc>
                <a:spcPct val="70000"/>
              </a:lnSpc>
              <a:spcBef>
                <a:spcPts val="1000"/>
              </a:spcBef>
              <a:spcAft>
                <a:spcPts val="0"/>
              </a:spcAft>
              <a:buSzPct val="81081"/>
              <a:buChar char="•"/>
            </a:pPr>
            <a:r>
              <a:rPr lang="en-GB" sz="2400"/>
              <a:t>Struggling to resolve problems without losing control of your emotions</a:t>
            </a:r>
            <a:endParaRPr sz="2400"/>
          </a:p>
          <a:p>
            <a:pPr indent="-228600" lvl="0" marL="457200" rtl="0" algn="l">
              <a:lnSpc>
                <a:spcPct val="60000"/>
              </a:lnSpc>
              <a:spcBef>
                <a:spcPts val="1000"/>
              </a:spcBef>
              <a:spcAft>
                <a:spcPts val="0"/>
              </a:spcAft>
              <a:buSzPct val="81081"/>
              <a:buNone/>
            </a:pPr>
            <a:r>
              <a:t/>
            </a:r>
            <a:endParaRPr sz="2400"/>
          </a:p>
        </p:txBody>
      </p:sp>
      <p:sp>
        <p:nvSpPr>
          <p:cNvPr id="125" name="Google Shape;125;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
        <p:nvSpPr>
          <p:cNvPr id="126" name="Google Shape;126;p5"/>
          <p:cNvSpPr txBox="1"/>
          <p:nvPr/>
        </p:nvSpPr>
        <p:spPr>
          <a:xfrm>
            <a:off x="1305183" y="299894"/>
            <a:ext cx="8395503" cy="135421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1" i="1" lang="en-GB" sz="3200" u="none" cap="none" strike="noStrike">
                <a:solidFill>
                  <a:srgbClr val="FF0000"/>
                </a:solidFill>
                <a:latin typeface="Arial"/>
                <a:ea typeface="Arial"/>
                <a:cs typeface="Arial"/>
                <a:sym typeface="Arial"/>
              </a:rPr>
              <a:t>During important communications, have you experienced any of the following?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
                                            <p:txEl>
                                              <p:pRg end="0" st="0"/>
                                            </p:txEl>
                                          </p:spTgt>
                                        </p:tgtEl>
                                        <p:attrNameLst>
                                          <p:attrName>style.visibility</p:attrName>
                                        </p:attrNameLst>
                                      </p:cBhvr>
                                      <p:to>
                                        <p:strVal val="visible"/>
                                      </p:to>
                                    </p:set>
                                    <p:animEffect filter="fade" transition="in">
                                      <p:cBhvr>
                                        <p:cTn dur="500"/>
                                        <p:tgtEl>
                                          <p:spTgt spid="12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
                                            <p:txEl>
                                              <p:pRg end="1" st="1"/>
                                            </p:txEl>
                                          </p:spTgt>
                                        </p:tgtEl>
                                        <p:attrNameLst>
                                          <p:attrName>style.visibility</p:attrName>
                                        </p:attrNameLst>
                                      </p:cBhvr>
                                      <p:to>
                                        <p:strVal val="visible"/>
                                      </p:to>
                                    </p:set>
                                    <p:animEffect filter="fade" transition="in">
                                      <p:cBhvr>
                                        <p:cTn dur="500"/>
                                        <p:tgtEl>
                                          <p:spTgt spid="12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
                                            <p:txEl>
                                              <p:pRg end="2" st="2"/>
                                            </p:txEl>
                                          </p:spTgt>
                                        </p:tgtEl>
                                        <p:attrNameLst>
                                          <p:attrName>style.visibility</p:attrName>
                                        </p:attrNameLst>
                                      </p:cBhvr>
                                      <p:to>
                                        <p:strVal val="visible"/>
                                      </p:to>
                                    </p:set>
                                    <p:animEffect filter="fade" transition="in">
                                      <p:cBhvr>
                                        <p:cTn dur="500"/>
                                        <p:tgtEl>
                                          <p:spTgt spid="12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
                                            <p:txEl>
                                              <p:pRg end="3" st="3"/>
                                            </p:txEl>
                                          </p:spTgt>
                                        </p:tgtEl>
                                        <p:attrNameLst>
                                          <p:attrName>style.visibility</p:attrName>
                                        </p:attrNameLst>
                                      </p:cBhvr>
                                      <p:to>
                                        <p:strVal val="visible"/>
                                      </p:to>
                                    </p:set>
                                    <p:animEffect filter="fade" transition="in">
                                      <p:cBhvr>
                                        <p:cTn dur="500"/>
                                        <p:tgtEl>
                                          <p:spTgt spid="12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
                                            <p:txEl>
                                              <p:pRg end="4" st="4"/>
                                            </p:txEl>
                                          </p:spTgt>
                                        </p:tgtEl>
                                        <p:attrNameLst>
                                          <p:attrName>style.visibility</p:attrName>
                                        </p:attrNameLst>
                                      </p:cBhvr>
                                      <p:to>
                                        <p:strVal val="visible"/>
                                      </p:to>
                                    </p:set>
                                    <p:animEffect filter="fade" transition="in">
                                      <p:cBhvr>
                                        <p:cTn dur="500"/>
                                        <p:tgtEl>
                                          <p:spTgt spid="12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
                                            <p:txEl>
                                              <p:pRg end="5" st="5"/>
                                            </p:txEl>
                                          </p:spTgt>
                                        </p:tgtEl>
                                        <p:attrNameLst>
                                          <p:attrName>style.visibility</p:attrName>
                                        </p:attrNameLst>
                                      </p:cBhvr>
                                      <p:to>
                                        <p:strVal val="visible"/>
                                      </p:to>
                                    </p:set>
                                    <p:animEffect filter="fade" transition="in">
                                      <p:cBhvr>
                                        <p:cTn dur="500"/>
                                        <p:tgtEl>
                                          <p:spTgt spid="12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
                                            <p:txEl>
                                              <p:pRg end="6" st="6"/>
                                            </p:txEl>
                                          </p:spTgt>
                                        </p:tgtEl>
                                        <p:attrNameLst>
                                          <p:attrName>style.visibility</p:attrName>
                                        </p:attrNameLst>
                                      </p:cBhvr>
                                      <p:to>
                                        <p:strVal val="visible"/>
                                      </p:to>
                                    </p:set>
                                    <p:animEffect filter="fade" transition="in">
                                      <p:cBhvr>
                                        <p:cTn dur="500"/>
                                        <p:tgtEl>
                                          <p:spTgt spid="124">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
                                            <p:txEl>
                                              <p:pRg end="7" st="7"/>
                                            </p:txEl>
                                          </p:spTgt>
                                        </p:tgtEl>
                                        <p:attrNameLst>
                                          <p:attrName>style.visibility</p:attrName>
                                        </p:attrNameLst>
                                      </p:cBhvr>
                                      <p:to>
                                        <p:strVal val="visible"/>
                                      </p:to>
                                    </p:set>
                                    <p:animEffect filter="fade" transition="in">
                                      <p:cBhvr>
                                        <p:cTn dur="500"/>
                                        <p:tgtEl>
                                          <p:spTgt spid="124">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
                                            <p:txEl>
                                              <p:pRg end="8" st="8"/>
                                            </p:txEl>
                                          </p:spTgt>
                                        </p:tgtEl>
                                        <p:attrNameLst>
                                          <p:attrName>style.visibility</p:attrName>
                                        </p:attrNameLst>
                                      </p:cBhvr>
                                      <p:to>
                                        <p:strVal val="visible"/>
                                      </p:to>
                                    </p:set>
                                    <p:animEffect filter="fade" transition="in">
                                      <p:cBhvr>
                                        <p:cTn dur="500"/>
                                        <p:tgtEl>
                                          <p:spTgt spid="124">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
                                            <p:txEl>
                                              <p:pRg end="9" st="9"/>
                                            </p:txEl>
                                          </p:spTgt>
                                        </p:tgtEl>
                                        <p:attrNameLst>
                                          <p:attrName>style.visibility</p:attrName>
                                        </p:attrNameLst>
                                      </p:cBhvr>
                                      <p:to>
                                        <p:strVal val="visible"/>
                                      </p:to>
                                    </p:set>
                                    <p:animEffect filter="fade" transition="in">
                                      <p:cBhvr>
                                        <p:cTn dur="500"/>
                                        <p:tgtEl>
                                          <p:spTgt spid="124">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
                                            <p:txEl>
                                              <p:pRg end="10" st="10"/>
                                            </p:txEl>
                                          </p:spTgt>
                                        </p:tgtEl>
                                        <p:attrNameLst>
                                          <p:attrName>style.visibility</p:attrName>
                                        </p:attrNameLst>
                                      </p:cBhvr>
                                      <p:to>
                                        <p:strVal val="visible"/>
                                      </p:to>
                                    </p:set>
                                    <p:animEffect filter="fade" transition="in">
                                      <p:cBhvr>
                                        <p:cTn dur="500"/>
                                        <p:tgtEl>
                                          <p:spTgt spid="124">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
                                            <p:txEl>
                                              <p:pRg end="11" st="11"/>
                                            </p:txEl>
                                          </p:spTgt>
                                        </p:tgtEl>
                                        <p:attrNameLst>
                                          <p:attrName>style.visibility</p:attrName>
                                        </p:attrNameLst>
                                      </p:cBhvr>
                                      <p:to>
                                        <p:strVal val="visible"/>
                                      </p:to>
                                    </p:set>
                                    <p:animEffect filter="fade" transition="in">
                                      <p:cBhvr>
                                        <p:cTn dur="500"/>
                                        <p:tgtEl>
                                          <p:spTgt spid="124">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
                                            <p:txEl>
                                              <p:pRg end="12" st="12"/>
                                            </p:txEl>
                                          </p:spTgt>
                                        </p:tgtEl>
                                        <p:attrNameLst>
                                          <p:attrName>style.visibility</p:attrName>
                                        </p:attrNameLst>
                                      </p:cBhvr>
                                      <p:to>
                                        <p:strVal val="visible"/>
                                      </p:to>
                                    </p:set>
                                    <p:animEffect filter="fade" transition="in">
                                      <p:cBhvr>
                                        <p:cTn dur="500"/>
                                        <p:tgtEl>
                                          <p:spTgt spid="124">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
                                            <p:txEl>
                                              <p:pRg end="13" st="13"/>
                                            </p:txEl>
                                          </p:spTgt>
                                        </p:tgtEl>
                                        <p:attrNameLst>
                                          <p:attrName>style.visibility</p:attrName>
                                        </p:attrNameLst>
                                      </p:cBhvr>
                                      <p:to>
                                        <p:strVal val="visible"/>
                                      </p:to>
                                    </p:set>
                                    <p:animEffect filter="fade" transition="in">
                                      <p:cBhvr>
                                        <p:cTn dur="500"/>
                                        <p:tgtEl>
                                          <p:spTgt spid="124">
                                            <p:txEl>
                                              <p:pRg end="13" st="1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1000"/>
              </a:spcBef>
              <a:spcAft>
                <a:spcPts val="0"/>
              </a:spcAft>
              <a:buSzPts val="1800"/>
              <a:buNone/>
            </a:pPr>
            <a:r>
              <a:rPr b="1" i="1" lang="en-GB" sz="3600">
                <a:solidFill>
                  <a:srgbClr val="0000FF"/>
                </a:solidFill>
                <a:latin typeface="Cambria"/>
                <a:ea typeface="Cambria"/>
                <a:cs typeface="Cambria"/>
                <a:sym typeface="Cambria"/>
              </a:rPr>
              <a:t>If you answered </a:t>
            </a:r>
            <a:r>
              <a:rPr b="1" i="1" lang="en-GB" sz="3600">
                <a:solidFill>
                  <a:srgbClr val="FF0000"/>
                </a:solidFill>
                <a:latin typeface="Cambria"/>
                <a:ea typeface="Cambria"/>
                <a:cs typeface="Cambria"/>
                <a:sym typeface="Cambria"/>
              </a:rPr>
              <a:t>yes </a:t>
            </a:r>
            <a:r>
              <a:rPr b="1" i="1" lang="en-GB" sz="3600">
                <a:solidFill>
                  <a:srgbClr val="0000FF"/>
                </a:solidFill>
                <a:latin typeface="Cambria"/>
                <a:ea typeface="Cambria"/>
                <a:cs typeface="Cambria"/>
                <a:sym typeface="Cambria"/>
              </a:rPr>
              <a:t>to one or more questions, you could benefit from refreshing your communication skills!</a:t>
            </a:r>
            <a:endParaRPr b="1" i="1" sz="3600">
              <a:solidFill>
                <a:srgbClr val="0000FF"/>
              </a:solidFill>
              <a:latin typeface="Cambria"/>
              <a:ea typeface="Cambria"/>
              <a:cs typeface="Cambria"/>
              <a:sym typeface="Cambria"/>
            </a:endParaRPr>
          </a:p>
          <a:p>
            <a:pPr indent="-228600" lvl="0" marL="457200" rtl="0" algn="l">
              <a:lnSpc>
                <a:spcPct val="90000"/>
              </a:lnSpc>
              <a:spcBef>
                <a:spcPts val="1000"/>
              </a:spcBef>
              <a:spcAft>
                <a:spcPts val="0"/>
              </a:spcAft>
              <a:buClr>
                <a:schemeClr val="dk1"/>
              </a:buClr>
              <a:buSzPts val="1800"/>
              <a:buNone/>
            </a:pPr>
            <a:r>
              <a:t/>
            </a:r>
            <a:endParaRPr/>
          </a:p>
        </p:txBody>
      </p:sp>
      <p:sp>
        <p:nvSpPr>
          <p:cNvPr id="132" name="Google Shape;132;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7"/>
          <p:cNvSpPr txBox="1"/>
          <p:nvPr>
            <p:ph type="ctrTitle"/>
          </p:nvPr>
        </p:nvSpPr>
        <p:spPr>
          <a:xfrm>
            <a:off x="-71920" y="1600200"/>
            <a:ext cx="6431623" cy="2387600"/>
          </a:xfrm>
          <a:prstGeom prst="rect">
            <a:avLst/>
          </a:prstGeom>
          <a:noFill/>
          <a:ln>
            <a:noFill/>
          </a:ln>
        </p:spPr>
        <p:txBody>
          <a:bodyPr anchorCtr="0" anchor="b"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11111"/>
              <a:buFont typeface="Calibri"/>
              <a:buNone/>
            </a:pPr>
            <a:r>
              <a:rPr i="0" lang="en-GB">
                <a:solidFill>
                  <a:srgbClr val="231F20"/>
                </a:solidFill>
                <a:latin typeface="Roboto"/>
                <a:ea typeface="Roboto"/>
                <a:cs typeface="Roboto"/>
                <a:sym typeface="Roboto"/>
              </a:rPr>
              <a:t>How would you describe effective communication?</a:t>
            </a:r>
            <a:endParaRPr/>
          </a:p>
        </p:txBody>
      </p:sp>
      <p:sp>
        <p:nvSpPr>
          <p:cNvPr id="138" name="Google Shape;138;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pic>
        <p:nvPicPr>
          <p:cNvPr id="139" name="Google Shape;139;p7"/>
          <p:cNvPicPr preferRelativeResize="0"/>
          <p:nvPr/>
        </p:nvPicPr>
        <p:blipFill rotWithShape="1">
          <a:blip r:embed="rId3">
            <a:alphaModFix/>
          </a:blip>
          <a:srcRect b="0" l="0" r="0" t="0"/>
          <a:stretch/>
        </p:blipFill>
        <p:spPr>
          <a:xfrm>
            <a:off x="6513817" y="2941334"/>
            <a:ext cx="5431550" cy="356898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7"/>
                                        </p:tgtEl>
                                        <p:attrNameLst>
                                          <p:attrName>style.visibility</p:attrName>
                                        </p:attrNameLst>
                                      </p:cBhvr>
                                      <p:to>
                                        <p:strVal val="visible"/>
                                      </p:to>
                                    </p:set>
                                    <p:anim calcmode="lin" valueType="num">
                                      <p:cBhvr additive="base">
                                        <p:cTn dur="500"/>
                                        <p:tgtEl>
                                          <p:spTgt spid="137"/>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9"/>
                                        </p:tgtEl>
                                        <p:attrNameLst>
                                          <p:attrName>style.visibility</p:attrName>
                                        </p:attrNameLst>
                                      </p:cBhvr>
                                      <p:to>
                                        <p:strVal val="visible"/>
                                      </p:to>
                                    </p:set>
                                    <p:anim calcmode="lin" valueType="num">
                                      <p:cBhvr additive="base">
                                        <p:cTn dur="500"/>
                                        <p:tgtEl>
                                          <p:spTgt spid="139"/>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8"/>
          <p:cNvSpPr txBox="1"/>
          <p:nvPr>
            <p:ph type="title"/>
          </p:nvPr>
        </p:nvSpPr>
        <p:spPr>
          <a:xfrm>
            <a:off x="1138046" y="259279"/>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lang="en-GB"/>
              <a:t>Effective communication: </a:t>
            </a:r>
            <a:endParaRPr/>
          </a:p>
        </p:txBody>
      </p:sp>
      <p:sp>
        <p:nvSpPr>
          <p:cNvPr id="145" name="Google Shape;145;p8"/>
          <p:cNvSpPr txBox="1"/>
          <p:nvPr>
            <p:ph idx="1" type="body"/>
          </p:nvPr>
        </p:nvSpPr>
        <p:spPr>
          <a:xfrm>
            <a:off x="309954" y="1394580"/>
            <a:ext cx="6208440" cy="5204141"/>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1000"/>
              </a:spcBef>
              <a:spcAft>
                <a:spcPts val="0"/>
              </a:spcAft>
              <a:buClr>
                <a:schemeClr val="dk1"/>
              </a:buClr>
              <a:buSzPts val="1800"/>
              <a:buChar char="•"/>
            </a:pPr>
            <a:r>
              <a:rPr lang="en-GB"/>
              <a:t>Effective communication is a technique that enables you to verbally and nonverbally communicate in a way that makes you agreeable and easy to understand.</a:t>
            </a:r>
            <a:endParaRPr/>
          </a:p>
          <a:p>
            <a:pPr indent="-228600" lvl="0" marL="457200" rtl="0" algn="l">
              <a:lnSpc>
                <a:spcPct val="90000"/>
              </a:lnSpc>
              <a:spcBef>
                <a:spcPts val="1000"/>
              </a:spcBef>
              <a:spcAft>
                <a:spcPts val="0"/>
              </a:spcAft>
              <a:buClr>
                <a:schemeClr val="dk1"/>
              </a:buClr>
              <a:buSzPts val="1800"/>
              <a:buNone/>
            </a:pPr>
            <a:r>
              <a:t/>
            </a:r>
            <a:endParaRPr/>
          </a:p>
          <a:p>
            <a:pPr indent="-342900" lvl="0" marL="457200" rtl="0" algn="l">
              <a:lnSpc>
                <a:spcPct val="90000"/>
              </a:lnSpc>
              <a:spcBef>
                <a:spcPts val="1000"/>
              </a:spcBef>
              <a:spcAft>
                <a:spcPts val="0"/>
              </a:spcAft>
              <a:buClr>
                <a:schemeClr val="dk1"/>
              </a:buClr>
              <a:buSzPts val="1800"/>
              <a:buChar char="•"/>
            </a:pPr>
            <a:r>
              <a:rPr lang="en-GB"/>
              <a:t>The presentation of views by the </a:t>
            </a:r>
            <a:r>
              <a:rPr b="1" lang="en-GB">
                <a:solidFill>
                  <a:srgbClr val="FF0000"/>
                </a:solidFill>
              </a:rPr>
              <a:t>sender</a:t>
            </a:r>
            <a:r>
              <a:rPr lang="en-GB"/>
              <a:t> in a way best understood by the </a:t>
            </a:r>
            <a:r>
              <a:rPr b="1" lang="en-GB">
                <a:solidFill>
                  <a:srgbClr val="FF0000"/>
                </a:solidFill>
              </a:rPr>
              <a:t>receiver. </a:t>
            </a:r>
            <a:endParaRPr b="1">
              <a:solidFill>
                <a:srgbClr val="FF0000"/>
              </a:solidFill>
            </a:endParaRPr>
          </a:p>
          <a:p>
            <a:pPr indent="-228600" lvl="0" marL="457200" rtl="0" algn="l">
              <a:lnSpc>
                <a:spcPct val="90000"/>
              </a:lnSpc>
              <a:spcBef>
                <a:spcPts val="1000"/>
              </a:spcBef>
              <a:spcAft>
                <a:spcPts val="0"/>
              </a:spcAft>
              <a:buClr>
                <a:schemeClr val="dk1"/>
              </a:buClr>
              <a:buSzPts val="1800"/>
              <a:buNone/>
            </a:pPr>
            <a:r>
              <a:t/>
            </a:r>
            <a:endParaRPr/>
          </a:p>
        </p:txBody>
      </p:sp>
      <p:sp>
        <p:nvSpPr>
          <p:cNvPr id="146" name="Google Shape;146;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pic>
        <p:nvPicPr>
          <p:cNvPr descr="Effective-Communication.png" id="147" name="Google Shape;147;p8"/>
          <p:cNvPicPr preferRelativeResize="0"/>
          <p:nvPr/>
        </p:nvPicPr>
        <p:blipFill rotWithShape="1">
          <a:blip r:embed="rId3">
            <a:alphaModFix/>
          </a:blip>
          <a:srcRect b="0" l="0" r="0" t="0"/>
          <a:stretch/>
        </p:blipFill>
        <p:spPr>
          <a:xfrm>
            <a:off x="6907128" y="1622987"/>
            <a:ext cx="5051173" cy="4463214"/>
          </a:xfrm>
          <a:prstGeom prst="rect">
            <a:avLst/>
          </a:prstGeom>
          <a:noFill/>
          <a:ln>
            <a:noFill/>
          </a:ln>
          <a:effectLst>
            <a:outerShdw blurRad="292100" rotWithShape="0" algn="tl" dir="2700000" dist="139700">
              <a:srgbClr val="333333">
                <a:alpha val="64313"/>
              </a:srgbClr>
            </a:outerShdw>
          </a:effectLst>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5">
                                            <p:txEl>
                                              <p:pRg end="0" st="0"/>
                                            </p:txEl>
                                          </p:spTgt>
                                        </p:tgtEl>
                                        <p:attrNameLst>
                                          <p:attrName>style.visibility</p:attrName>
                                        </p:attrNameLst>
                                      </p:cBhvr>
                                      <p:to>
                                        <p:strVal val="visible"/>
                                      </p:to>
                                    </p:set>
                                    <p:animEffect filter="fade" transition="in">
                                      <p:cBhvr>
                                        <p:cTn dur="500"/>
                                        <p:tgtEl>
                                          <p:spTgt spid="14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5">
                                            <p:txEl>
                                              <p:pRg end="1" st="1"/>
                                            </p:txEl>
                                          </p:spTgt>
                                        </p:tgtEl>
                                        <p:attrNameLst>
                                          <p:attrName>style.visibility</p:attrName>
                                        </p:attrNameLst>
                                      </p:cBhvr>
                                      <p:to>
                                        <p:strVal val="visible"/>
                                      </p:to>
                                    </p:set>
                                    <p:animEffect filter="fade" transition="in">
                                      <p:cBhvr>
                                        <p:cTn dur="500"/>
                                        <p:tgtEl>
                                          <p:spTgt spid="14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5">
                                            <p:txEl>
                                              <p:pRg end="2" st="2"/>
                                            </p:txEl>
                                          </p:spTgt>
                                        </p:tgtEl>
                                        <p:attrNameLst>
                                          <p:attrName>style.visibility</p:attrName>
                                        </p:attrNameLst>
                                      </p:cBhvr>
                                      <p:to>
                                        <p:strVal val="visible"/>
                                      </p:to>
                                    </p:set>
                                    <p:animEffect filter="fade" transition="in">
                                      <p:cBhvr>
                                        <p:cTn dur="500"/>
                                        <p:tgtEl>
                                          <p:spTgt spid="14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5">
                                            <p:txEl>
                                              <p:pRg end="3" st="3"/>
                                            </p:txEl>
                                          </p:spTgt>
                                        </p:tgtEl>
                                        <p:attrNameLst>
                                          <p:attrName>style.visibility</p:attrName>
                                        </p:attrNameLst>
                                      </p:cBhvr>
                                      <p:to>
                                        <p:strVal val="visible"/>
                                      </p:to>
                                    </p:set>
                                    <p:animEffect filter="fade" transition="in">
                                      <p:cBhvr>
                                        <p:cTn dur="500"/>
                                        <p:tgtEl>
                                          <p:spTgt spid="14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7"/>
                                        </p:tgtEl>
                                        <p:attrNameLst>
                                          <p:attrName>style.visibility</p:attrName>
                                        </p:attrNameLst>
                                      </p:cBhvr>
                                      <p:to>
                                        <p:strVal val="visible"/>
                                      </p:to>
                                    </p:set>
                                    <p:animEffect filter="fade" transition="in">
                                      <p:cBhvr>
                                        <p:cTn dur="500"/>
                                        <p:tgtEl>
                                          <p:spTgt spid="14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9"/>
          <p:cNvSpPr txBox="1"/>
          <p:nvPr>
            <p:ph idx="1" type="body"/>
          </p:nvPr>
        </p:nvSpPr>
        <p:spPr>
          <a:xfrm>
            <a:off x="1190954" y="661309"/>
            <a:ext cx="9656178"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rPr lang="en-GB"/>
              <a:t>Effective communication skills are essential for healthy relationships, whether at home, work or in business or social situations. People are often more inclined to work with you and help you reach your goals if you communicate effectively.</a:t>
            </a:r>
            <a:endParaRPr/>
          </a:p>
        </p:txBody>
      </p:sp>
      <p:sp>
        <p:nvSpPr>
          <p:cNvPr id="153" name="Google Shape;153;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pic>
        <p:nvPicPr>
          <p:cNvPr descr="effective-communication.jpg" id="154" name="Google Shape;154;p9"/>
          <p:cNvPicPr preferRelativeResize="0"/>
          <p:nvPr/>
        </p:nvPicPr>
        <p:blipFill rotWithShape="1">
          <a:blip r:embed="rId3">
            <a:alphaModFix/>
          </a:blip>
          <a:srcRect b="0" l="0" r="0" t="0"/>
          <a:stretch/>
        </p:blipFill>
        <p:spPr>
          <a:xfrm>
            <a:off x="1239041" y="2469762"/>
            <a:ext cx="9308241" cy="4145671"/>
          </a:xfrm>
          <a:prstGeom prst="rect">
            <a:avLst/>
          </a:prstGeom>
          <a:noFill/>
          <a:ln>
            <a:noFill/>
          </a:ln>
          <a:effectLst>
            <a:outerShdw blurRad="292100" rotWithShape="0" algn="tl" dir="2700000" dist="139700">
              <a:srgbClr val="333333">
                <a:alpha val="63921"/>
              </a:srgbClr>
            </a:outerShdw>
          </a:effectLst>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2">
                                            <p:txEl>
                                              <p:pRg end="0" st="0"/>
                                            </p:txEl>
                                          </p:spTgt>
                                        </p:tgtEl>
                                        <p:attrNameLst>
                                          <p:attrName>style.visibility</p:attrName>
                                        </p:attrNameLst>
                                      </p:cBhvr>
                                      <p:to>
                                        <p:strVal val="visible"/>
                                      </p:to>
                                    </p:set>
                                    <p:animEffect filter="fade" transition="in">
                                      <p:cBhvr>
                                        <p:cTn dur="1000"/>
                                        <p:tgtEl>
                                          <p:spTgt spid="152">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154"/>
                                        </p:tgtEl>
                                        <p:attrNameLst>
                                          <p:attrName>style.visibility</p:attrName>
                                        </p:attrNameLst>
                                      </p:cBhvr>
                                      <p:to>
                                        <p:strVal val="visible"/>
                                      </p:to>
                                    </p:set>
                                    <p:animEffect filter="fade" transition="in">
                                      <p:cBhvr>
                                        <p:cTn dur="1000"/>
                                        <p:tgtEl>
                                          <p:spTgt spid="15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0"/>
          <p:cNvSpPr txBox="1"/>
          <p:nvPr>
            <p:ph type="ctrTitle"/>
          </p:nvPr>
        </p:nvSpPr>
        <p:spPr>
          <a:xfrm>
            <a:off x="1349339" y="50905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rPr lang="en-GB"/>
              <a:t>Communication skills </a:t>
            </a:r>
            <a:br>
              <a:rPr lang="en-GB"/>
            </a:br>
            <a:r>
              <a:rPr lang="en-GB"/>
              <a:t>inherent or learned? </a:t>
            </a:r>
            <a:endParaRPr/>
          </a:p>
        </p:txBody>
      </p:sp>
      <p:sp>
        <p:nvSpPr>
          <p:cNvPr id="160" name="Google Shape;160;p10"/>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406400" lvl="0" marL="457200" rtl="0" algn="ctr">
              <a:lnSpc>
                <a:spcPct val="90000"/>
              </a:lnSpc>
              <a:spcBef>
                <a:spcPts val="1000"/>
              </a:spcBef>
              <a:spcAft>
                <a:spcPts val="0"/>
              </a:spcAft>
              <a:buClr>
                <a:schemeClr val="dk1"/>
              </a:buClr>
              <a:buSzPts val="2400"/>
              <a:buNone/>
            </a:pPr>
            <a:r>
              <a:t/>
            </a:r>
            <a:endParaRPr/>
          </a:p>
        </p:txBody>
      </p:sp>
      <p:sp>
        <p:nvSpPr>
          <p:cNvPr id="161" name="Google Shape;161;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pic>
        <p:nvPicPr>
          <p:cNvPr id="162" name="Google Shape;162;p10"/>
          <p:cNvPicPr preferRelativeResize="0"/>
          <p:nvPr/>
        </p:nvPicPr>
        <p:blipFill rotWithShape="1">
          <a:blip r:embed="rId3">
            <a:alphaModFix/>
          </a:blip>
          <a:srcRect b="0" l="0" r="0" t="0"/>
          <a:stretch/>
        </p:blipFill>
        <p:spPr>
          <a:xfrm>
            <a:off x="1222625" y="3255962"/>
            <a:ext cx="9914562" cy="275859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9"/>
                                        </p:tgtEl>
                                        <p:attrNameLst>
                                          <p:attrName>style.visibility</p:attrName>
                                        </p:attrNameLst>
                                      </p:cBhvr>
                                      <p:to>
                                        <p:strVal val="visible"/>
                                      </p:to>
                                    </p:set>
                                    <p:animEffect filter="fade" transition="in">
                                      <p:cBhvr>
                                        <p:cTn dur="500"/>
                                        <p:tgtEl>
                                          <p:spTgt spid="1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
                                        </p:tgtEl>
                                        <p:attrNameLst>
                                          <p:attrName>style.visibility</p:attrName>
                                        </p:attrNameLst>
                                      </p:cBhvr>
                                      <p:to>
                                        <p:strVal val="visible"/>
                                      </p:to>
                                    </p:set>
                                    <p:animEffect filter="fade" transition="in">
                                      <p:cBhvr>
                                        <p:cTn dur="500"/>
                                        <p:tgtEl>
                                          <p:spTgt spid="16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1"/>
          <p:cNvSpPr txBox="1"/>
          <p:nvPr>
            <p:ph type="ctrTitle"/>
          </p:nvPr>
        </p:nvSpPr>
        <p:spPr>
          <a:xfrm>
            <a:off x="1948207" y="339363"/>
            <a:ext cx="5206738" cy="1860273"/>
          </a:xfrm>
          <a:prstGeom prst="rect">
            <a:avLst/>
          </a:prstGeom>
          <a:noFill/>
          <a:ln>
            <a:noFill/>
          </a:ln>
        </p:spPr>
        <p:txBody>
          <a:bodyPr anchorCtr="0" anchor="b"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11111"/>
              <a:buFont typeface="Calibri"/>
              <a:buNone/>
            </a:pPr>
            <a:r>
              <a:rPr lang="en-GB"/>
              <a:t>Talking Or communicating?</a:t>
            </a:r>
            <a:endParaRPr/>
          </a:p>
        </p:txBody>
      </p:sp>
      <p:sp>
        <p:nvSpPr>
          <p:cNvPr id="168" name="Google Shape;168;p11"/>
          <p:cNvSpPr txBox="1"/>
          <p:nvPr>
            <p:ph idx="1" type="subTitle"/>
          </p:nvPr>
        </p:nvSpPr>
        <p:spPr>
          <a:xfrm>
            <a:off x="223101" y="2374278"/>
            <a:ext cx="2652074" cy="827881"/>
          </a:xfrm>
          <a:prstGeom prst="rect">
            <a:avLst/>
          </a:prstGeom>
          <a:noFill/>
          <a:ln>
            <a:noFill/>
          </a:ln>
        </p:spPr>
        <p:txBody>
          <a:bodyPr anchorCtr="0" anchor="t" bIns="45700" lIns="91425" spcFirstLastPara="1" rIns="91425" wrap="square" tIns="45700">
            <a:normAutofit/>
          </a:bodyPr>
          <a:lstStyle/>
          <a:p>
            <a:pPr indent="-406400" lvl="0" marL="457200" rtl="0" algn="ctr">
              <a:lnSpc>
                <a:spcPct val="90000"/>
              </a:lnSpc>
              <a:spcBef>
                <a:spcPts val="1000"/>
              </a:spcBef>
              <a:spcAft>
                <a:spcPts val="0"/>
              </a:spcAft>
              <a:buClr>
                <a:schemeClr val="dk1"/>
              </a:buClr>
              <a:buSzPts val="2400"/>
              <a:buNone/>
            </a:pPr>
            <a:r>
              <a:rPr lang="en-GB"/>
              <a:t>Any difference??</a:t>
            </a:r>
            <a:endParaRPr/>
          </a:p>
        </p:txBody>
      </p:sp>
      <p:sp>
        <p:nvSpPr>
          <p:cNvPr id="169" name="Google Shape;169;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pic>
        <p:nvPicPr>
          <p:cNvPr descr="The (Big) Difference Between Conversation and Communication" id="170" name="Google Shape;170;p11"/>
          <p:cNvPicPr preferRelativeResize="0"/>
          <p:nvPr/>
        </p:nvPicPr>
        <p:blipFill rotWithShape="1">
          <a:blip r:embed="rId3">
            <a:alphaModFix/>
          </a:blip>
          <a:srcRect b="0" l="0" r="0" t="0"/>
          <a:stretch/>
        </p:blipFill>
        <p:spPr>
          <a:xfrm>
            <a:off x="7688688" y="2374278"/>
            <a:ext cx="2828925" cy="1619250"/>
          </a:xfrm>
          <a:prstGeom prst="rect">
            <a:avLst/>
          </a:prstGeom>
          <a:noFill/>
          <a:ln>
            <a:noFill/>
          </a:ln>
        </p:spPr>
      </p:pic>
      <p:sp>
        <p:nvSpPr>
          <p:cNvPr id="171" name="Google Shape;171;p11"/>
          <p:cNvSpPr txBox="1"/>
          <p:nvPr/>
        </p:nvSpPr>
        <p:spPr>
          <a:xfrm>
            <a:off x="1461878" y="2818442"/>
            <a:ext cx="6179400" cy="3971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GB" sz="2800" u="none" cap="none" strike="noStrike">
                <a:solidFill>
                  <a:srgbClr val="202124"/>
                </a:solidFill>
                <a:latin typeface="Arial"/>
                <a:ea typeface="Arial"/>
                <a:cs typeface="Arial"/>
                <a:sym typeface="Arial"/>
              </a:rPr>
              <a:t>Talking is uttering words with the goal of getting a message across; sometimes it works, sometimes it doesn’t.</a:t>
            </a:r>
            <a:endParaRPr/>
          </a:p>
          <a:p>
            <a:pPr indent="0" lvl="0" marL="0" marR="0" rtl="0" algn="ctr">
              <a:lnSpc>
                <a:spcPct val="100000"/>
              </a:lnSpc>
              <a:spcBef>
                <a:spcPts val="0"/>
              </a:spcBef>
              <a:spcAft>
                <a:spcPts val="0"/>
              </a:spcAft>
              <a:buNone/>
            </a:pPr>
            <a:r>
              <a:t/>
            </a:r>
            <a:endParaRPr b="0" i="0" sz="2800" u="none" cap="none" strike="noStrike">
              <a:solidFill>
                <a:srgbClr val="202124"/>
              </a:solidFill>
              <a:latin typeface="Arial"/>
              <a:ea typeface="Arial"/>
              <a:cs typeface="Arial"/>
              <a:sym typeface="Arial"/>
            </a:endParaRPr>
          </a:p>
          <a:p>
            <a:pPr indent="0" lvl="0" marL="0" marR="0" rtl="0" algn="ctr">
              <a:lnSpc>
                <a:spcPct val="100000"/>
              </a:lnSpc>
              <a:spcBef>
                <a:spcPts val="0"/>
              </a:spcBef>
              <a:spcAft>
                <a:spcPts val="0"/>
              </a:spcAft>
              <a:buNone/>
            </a:pPr>
            <a:r>
              <a:rPr b="0" i="0" lang="en-GB" sz="2800" u="none" cap="none" strike="noStrike">
                <a:solidFill>
                  <a:srgbClr val="202124"/>
                </a:solidFill>
                <a:latin typeface="Arial"/>
                <a:ea typeface="Arial"/>
                <a:cs typeface="Arial"/>
                <a:sym typeface="Arial"/>
              </a:rPr>
              <a:t>Communicating refers to one step further in the process: it is the successful transmission of a message. </a:t>
            </a:r>
            <a:endParaRPr b="0" i="0" sz="28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7"/>
                                        </p:tgtEl>
                                        <p:attrNameLst>
                                          <p:attrName>style.visibility</p:attrName>
                                        </p:attrNameLst>
                                      </p:cBhvr>
                                      <p:to>
                                        <p:strVal val="visible"/>
                                      </p:to>
                                    </p:set>
                                    <p:anim calcmode="lin" valueType="num">
                                      <p:cBhvr additive="base">
                                        <p:cTn dur="500"/>
                                        <p:tgtEl>
                                          <p:spTgt spid="167"/>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
                                        </p:tgtEl>
                                        <p:attrNameLst>
                                          <p:attrName>style.visibility</p:attrName>
                                        </p:attrNameLst>
                                      </p:cBhvr>
                                      <p:to>
                                        <p:strVal val="visible"/>
                                      </p:to>
                                    </p:set>
                                    <p:animEffect filter="fade" transition="in">
                                      <p:cBhvr>
                                        <p:cTn dur="1000"/>
                                        <p:tgtEl>
                                          <p:spTgt spid="170"/>
                                        </p:tgtEl>
                                      </p:cBhvr>
                                    </p:animEffect>
                                  </p:childTnLst>
                                </p:cTn>
                              </p:par>
                              <p:par>
                                <p:cTn fill="hold" nodeType="withEffect" presetClass="entr" presetID="10" presetSubtype="0">
                                  <p:stCondLst>
                                    <p:cond delay="0"/>
                                  </p:stCondLst>
                                  <p:childTnLst>
                                    <p:set>
                                      <p:cBhvr>
                                        <p:cTn dur="1" fill="hold">
                                          <p:stCondLst>
                                            <p:cond delay="0"/>
                                          </p:stCondLst>
                                        </p:cTn>
                                        <p:tgtEl>
                                          <p:spTgt spid="168">
                                            <p:txEl>
                                              <p:pRg end="0" st="0"/>
                                            </p:txEl>
                                          </p:spTgt>
                                        </p:tgtEl>
                                        <p:attrNameLst>
                                          <p:attrName>style.visibility</p:attrName>
                                        </p:attrNameLst>
                                      </p:cBhvr>
                                      <p:to>
                                        <p:strVal val="visible"/>
                                      </p:to>
                                    </p:set>
                                    <p:animEffect filter="fade" transition="in">
                                      <p:cBhvr>
                                        <p:cTn dur="1000"/>
                                        <p:tgtEl>
                                          <p:spTgt spid="16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1">
                                            <p:txEl>
                                              <p:pRg end="0" st="0"/>
                                            </p:txEl>
                                          </p:spTgt>
                                        </p:tgtEl>
                                        <p:attrNameLst>
                                          <p:attrName>style.visibility</p:attrName>
                                        </p:attrNameLst>
                                      </p:cBhvr>
                                      <p:to>
                                        <p:strVal val="visible"/>
                                      </p:to>
                                    </p:set>
                                    <p:animEffect filter="fade" transition="in">
                                      <p:cBhvr>
                                        <p:cTn dur="500"/>
                                        <p:tgtEl>
                                          <p:spTgt spid="17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1">
                                            <p:txEl>
                                              <p:pRg end="1" st="1"/>
                                            </p:txEl>
                                          </p:spTgt>
                                        </p:tgtEl>
                                        <p:attrNameLst>
                                          <p:attrName>style.visibility</p:attrName>
                                        </p:attrNameLst>
                                      </p:cBhvr>
                                      <p:to>
                                        <p:strVal val="visible"/>
                                      </p:to>
                                    </p:set>
                                    <p:animEffect filter="fade" transition="in">
                                      <p:cBhvr>
                                        <p:cTn dur="500"/>
                                        <p:tgtEl>
                                          <p:spTgt spid="17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1">
                                            <p:txEl>
                                              <p:pRg end="2" st="2"/>
                                            </p:txEl>
                                          </p:spTgt>
                                        </p:tgtEl>
                                        <p:attrNameLst>
                                          <p:attrName>style.visibility</p:attrName>
                                        </p:attrNameLst>
                                      </p:cBhvr>
                                      <p:to>
                                        <p:strVal val="visible"/>
                                      </p:to>
                                    </p:set>
                                    <p:animEffect filter="fade" transition="in">
                                      <p:cBhvr>
                                        <p:cTn dur="500"/>
                                        <p:tgtEl>
                                          <p:spTgt spid="171">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12"/>
          <p:cNvSpPr txBox="1"/>
          <p:nvPr>
            <p:ph type="title"/>
          </p:nvPr>
        </p:nvSpPr>
        <p:spPr>
          <a:xfrm>
            <a:off x="870766" y="1569069"/>
            <a:ext cx="10515600" cy="1325563"/>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800"/>
              <a:buNone/>
            </a:pPr>
            <a:r>
              <a:rPr b="1" i="1" lang="en-GB" sz="6000" u="sng">
                <a:solidFill>
                  <a:srgbClr val="000090"/>
                </a:solidFill>
              </a:rPr>
              <a:t>Communication styles</a:t>
            </a:r>
            <a:br>
              <a:rPr b="1" i="1" lang="en-GB" sz="6000" u="sng">
                <a:solidFill>
                  <a:srgbClr val="000090"/>
                </a:solidFill>
              </a:rPr>
            </a:br>
            <a:endParaRPr b="1" i="1" sz="6000" u="sng">
              <a:solidFill>
                <a:srgbClr val="000090"/>
              </a:solidFill>
            </a:endParaRPr>
          </a:p>
        </p:txBody>
      </p:sp>
      <p:sp>
        <p:nvSpPr>
          <p:cNvPr id="177" name="Google Shape;177;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pic>
        <p:nvPicPr>
          <p:cNvPr descr="4-communication-styles.png" id="178" name="Google Shape;178;p12"/>
          <p:cNvPicPr preferRelativeResize="0"/>
          <p:nvPr/>
        </p:nvPicPr>
        <p:blipFill rotWithShape="1">
          <a:blip r:embed="rId3">
            <a:alphaModFix/>
          </a:blip>
          <a:srcRect b="0" l="0" r="0" t="0"/>
          <a:stretch/>
        </p:blipFill>
        <p:spPr>
          <a:xfrm>
            <a:off x="1729150" y="3036429"/>
            <a:ext cx="8636000" cy="3683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8"/>
                                        </p:tgtEl>
                                        <p:attrNameLst>
                                          <p:attrName>style.visibility</p:attrName>
                                        </p:attrNameLst>
                                      </p:cBhvr>
                                      <p:to>
                                        <p:strVal val="visible"/>
                                      </p:to>
                                    </p:set>
                                    <p:animEffect filter="fade" transition="in">
                                      <p:cBhvr>
                                        <p:cTn dur="500"/>
                                        <p:tgtEl>
                                          <p:spTgt spid="17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pic>
        <p:nvPicPr>
          <p:cNvPr descr="Capture d’écran 2021-10-08 à 11.19.03.png" id="183" name="Google Shape;183;p13"/>
          <p:cNvPicPr preferRelativeResize="0"/>
          <p:nvPr>
            <p:ph idx="1" type="body"/>
          </p:nvPr>
        </p:nvPicPr>
        <p:blipFill rotWithShape="1">
          <a:blip r:embed="rId3">
            <a:alphaModFix/>
          </a:blip>
          <a:srcRect b="0" l="-33952" r="-33949" t="0"/>
          <a:stretch/>
        </p:blipFill>
        <p:spPr>
          <a:xfrm>
            <a:off x="-1915629" y="211694"/>
            <a:ext cx="15731302" cy="6509587"/>
          </a:xfrm>
          <a:prstGeom prst="rect">
            <a:avLst/>
          </a:prstGeom>
          <a:noFill/>
          <a:ln>
            <a:noFill/>
          </a:ln>
        </p:spPr>
      </p:pic>
      <p:sp>
        <p:nvSpPr>
          <p:cNvPr id="184" name="Google Shape;184;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14"/>
          <p:cNvSpPr txBox="1"/>
          <p:nvPr>
            <p:ph type="ctrTitle"/>
          </p:nvPr>
        </p:nvSpPr>
        <p:spPr>
          <a:xfrm>
            <a:off x="498299" y="82156"/>
            <a:ext cx="5924763" cy="1340207"/>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rPr b="1" lang="en-GB" sz="3600"/>
              <a:t>Guess the communication style</a:t>
            </a:r>
            <a:endParaRPr/>
          </a:p>
        </p:txBody>
      </p:sp>
      <p:sp>
        <p:nvSpPr>
          <p:cNvPr id="190" name="Google Shape;190;p14"/>
          <p:cNvSpPr txBox="1"/>
          <p:nvPr>
            <p:ph idx="1" type="subTitle"/>
          </p:nvPr>
        </p:nvSpPr>
        <p:spPr>
          <a:xfrm>
            <a:off x="-986319" y="1660460"/>
            <a:ext cx="5322013" cy="815850"/>
          </a:xfrm>
          <a:prstGeom prst="rect">
            <a:avLst/>
          </a:prstGeom>
          <a:noFill/>
          <a:ln>
            <a:noFill/>
          </a:ln>
        </p:spPr>
        <p:txBody>
          <a:bodyPr anchorCtr="0" anchor="t" bIns="45700" lIns="91425" spcFirstLastPara="1" rIns="91425" wrap="square" tIns="45700">
            <a:normAutofit/>
          </a:bodyPr>
          <a:lstStyle/>
          <a:p>
            <a:pPr indent="-406400" lvl="0" marL="457200" rtl="0" algn="ctr">
              <a:lnSpc>
                <a:spcPct val="90000"/>
              </a:lnSpc>
              <a:spcBef>
                <a:spcPts val="1000"/>
              </a:spcBef>
              <a:spcAft>
                <a:spcPts val="0"/>
              </a:spcAft>
              <a:buClr>
                <a:schemeClr val="dk1"/>
              </a:buClr>
              <a:buSzPts val="2400"/>
              <a:buNone/>
            </a:pPr>
            <a:r>
              <a:rPr b="0" i="1" lang="en-GB" sz="1600">
                <a:solidFill>
                  <a:srgbClr val="36424A"/>
                </a:solidFill>
                <a:latin typeface="Helvetica Neue"/>
                <a:ea typeface="Helvetica Neue"/>
                <a:cs typeface="Helvetica Neue"/>
                <a:sym typeface="Helvetica Neue"/>
              </a:rPr>
              <a:t>1. “I just want to keep the peace”</a:t>
            </a:r>
            <a:endParaRPr b="0" i="0" sz="1600">
              <a:solidFill>
                <a:srgbClr val="36424A"/>
              </a:solidFill>
              <a:latin typeface="Helvetica Neue"/>
              <a:ea typeface="Helvetica Neue"/>
              <a:cs typeface="Helvetica Neue"/>
              <a:sym typeface="Helvetica Neue"/>
            </a:endParaRPr>
          </a:p>
          <a:p>
            <a:pPr indent="-406400" lvl="0" marL="457200" rtl="0" algn="ctr">
              <a:lnSpc>
                <a:spcPct val="90000"/>
              </a:lnSpc>
              <a:spcBef>
                <a:spcPts val="1000"/>
              </a:spcBef>
              <a:spcAft>
                <a:spcPts val="0"/>
              </a:spcAft>
              <a:buClr>
                <a:schemeClr val="dk1"/>
              </a:buClr>
              <a:buSzPts val="2400"/>
              <a:buNone/>
            </a:pPr>
            <a:r>
              <a:t/>
            </a:r>
            <a:endParaRPr/>
          </a:p>
        </p:txBody>
      </p:sp>
      <p:sp>
        <p:nvSpPr>
          <p:cNvPr id="191" name="Google Shape;191;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pic>
        <p:nvPicPr>
          <p:cNvPr id="192" name="Google Shape;192;p14"/>
          <p:cNvPicPr preferRelativeResize="0"/>
          <p:nvPr/>
        </p:nvPicPr>
        <p:blipFill rotWithShape="1">
          <a:blip r:embed="rId3">
            <a:alphaModFix/>
          </a:blip>
          <a:srcRect b="0" l="0" r="0" t="0"/>
          <a:stretch/>
        </p:blipFill>
        <p:spPr>
          <a:xfrm>
            <a:off x="9251881" y="873303"/>
            <a:ext cx="2587372" cy="5208998"/>
          </a:xfrm>
          <a:prstGeom prst="rect">
            <a:avLst/>
          </a:prstGeom>
          <a:noFill/>
          <a:ln>
            <a:noFill/>
          </a:ln>
        </p:spPr>
      </p:pic>
      <p:sp>
        <p:nvSpPr>
          <p:cNvPr id="193" name="Google Shape;193;p14"/>
          <p:cNvSpPr txBox="1"/>
          <p:nvPr/>
        </p:nvSpPr>
        <p:spPr>
          <a:xfrm>
            <a:off x="411824" y="3120896"/>
            <a:ext cx="6097712"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1" lang="en-GB" sz="1600" u="none" cap="none" strike="noStrike">
                <a:solidFill>
                  <a:srgbClr val="36424A"/>
                </a:solidFill>
                <a:latin typeface="Helvetica Neue"/>
                <a:ea typeface="Helvetica Neue"/>
                <a:cs typeface="Helvetica Neue"/>
                <a:sym typeface="Helvetica Neue"/>
              </a:rPr>
              <a:t>3. it’s all your fault.”</a:t>
            </a:r>
            <a:endParaRPr/>
          </a:p>
        </p:txBody>
      </p:sp>
      <p:sp>
        <p:nvSpPr>
          <p:cNvPr id="194" name="Google Shape;194;p14"/>
          <p:cNvSpPr txBox="1"/>
          <p:nvPr/>
        </p:nvSpPr>
        <p:spPr>
          <a:xfrm>
            <a:off x="196066" y="4382169"/>
            <a:ext cx="6097712"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1" lang="en-GB" sz="1600" u="none" cap="none" strike="noStrike">
                <a:solidFill>
                  <a:srgbClr val="36424A"/>
                </a:solidFill>
                <a:latin typeface="Helvetica Neue"/>
                <a:ea typeface="Helvetica Neue"/>
                <a:cs typeface="Helvetica Neue"/>
                <a:sym typeface="Helvetica Neue"/>
              </a:rPr>
              <a:t>5. “I respect the rights of others.”</a:t>
            </a:r>
            <a:endParaRPr/>
          </a:p>
        </p:txBody>
      </p:sp>
      <p:sp>
        <p:nvSpPr>
          <p:cNvPr id="195" name="Google Shape;195;p14"/>
          <p:cNvSpPr txBox="1"/>
          <p:nvPr/>
        </p:nvSpPr>
        <p:spPr>
          <a:xfrm>
            <a:off x="103599" y="3639164"/>
            <a:ext cx="6097712"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1" lang="en-GB" sz="1600" u="none" cap="none" strike="noStrike">
                <a:solidFill>
                  <a:srgbClr val="36424A"/>
                </a:solidFill>
                <a:latin typeface="Helvetica Neue"/>
                <a:ea typeface="Helvetica Neue"/>
                <a:cs typeface="Helvetica Neue"/>
                <a:sym typeface="Helvetica Neue"/>
              </a:rPr>
              <a:t>4. “That’s fine with me, but don’t be surprised if someone else gets mad.”</a:t>
            </a:r>
            <a:endParaRPr/>
          </a:p>
        </p:txBody>
      </p:sp>
      <p:sp>
        <p:nvSpPr>
          <p:cNvPr id="196" name="Google Shape;196;p14"/>
          <p:cNvSpPr txBox="1"/>
          <p:nvPr/>
        </p:nvSpPr>
        <p:spPr>
          <a:xfrm>
            <a:off x="196066" y="4835940"/>
            <a:ext cx="6097712"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1" lang="en-GB" sz="1600" u="none" cap="none" strike="noStrike">
                <a:solidFill>
                  <a:srgbClr val="36424A"/>
                </a:solidFill>
                <a:latin typeface="Helvetica Neue"/>
                <a:ea typeface="Helvetica Neue"/>
                <a:cs typeface="Helvetica Neue"/>
                <a:sym typeface="Helvetica Neue"/>
              </a:rPr>
              <a:t>6. I’ll get my way no matter what.”</a:t>
            </a:r>
            <a:endParaRPr/>
          </a:p>
        </p:txBody>
      </p:sp>
      <p:sp>
        <p:nvSpPr>
          <p:cNvPr id="197" name="Google Shape;197;p14"/>
          <p:cNvSpPr txBox="1"/>
          <p:nvPr/>
        </p:nvSpPr>
        <p:spPr>
          <a:xfrm>
            <a:off x="220040" y="5530219"/>
            <a:ext cx="6177343"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1" lang="en-GB" sz="1600" u="none" cap="none" strike="noStrike">
                <a:solidFill>
                  <a:srgbClr val="36424A"/>
                </a:solidFill>
                <a:latin typeface="Helvetica Neue"/>
                <a:ea typeface="Helvetica Neue"/>
                <a:cs typeface="Helvetica Neue"/>
                <a:sym typeface="Helvetica Neue"/>
              </a:rPr>
              <a:t>7. “It really doesn’t matter that much.”</a:t>
            </a:r>
            <a:endParaRPr/>
          </a:p>
        </p:txBody>
      </p:sp>
      <p:sp>
        <p:nvSpPr>
          <p:cNvPr id="198" name="Google Shape;198;p14"/>
          <p:cNvSpPr txBox="1"/>
          <p:nvPr/>
        </p:nvSpPr>
        <p:spPr>
          <a:xfrm>
            <a:off x="284262" y="6063962"/>
            <a:ext cx="6097712"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1" lang="en-GB" sz="1600" u="none" cap="none" strike="noStrike">
                <a:solidFill>
                  <a:srgbClr val="36424A"/>
                </a:solidFill>
                <a:latin typeface="Helvetica Neue"/>
                <a:ea typeface="Helvetica Neue"/>
                <a:cs typeface="Helvetica Neue"/>
                <a:sym typeface="Helvetica Neue"/>
              </a:rPr>
              <a:t>8.Sure, we can do things your way” (then mutters to self that “your way” is stupid).</a:t>
            </a:r>
            <a:endParaRPr b="0" i="1" sz="1600" u="none" cap="none" strike="noStrike">
              <a:solidFill>
                <a:srgbClr val="36424A"/>
              </a:solidFill>
              <a:latin typeface="Helvetica Neue"/>
              <a:ea typeface="Helvetica Neue"/>
              <a:cs typeface="Helvetica Neue"/>
              <a:sym typeface="Helvetica Neue"/>
            </a:endParaRPr>
          </a:p>
        </p:txBody>
      </p:sp>
      <p:sp>
        <p:nvSpPr>
          <p:cNvPr id="199" name="Google Shape;199;p14"/>
          <p:cNvSpPr txBox="1"/>
          <p:nvPr/>
        </p:nvSpPr>
        <p:spPr>
          <a:xfrm>
            <a:off x="-127569" y="2440356"/>
            <a:ext cx="6097712" cy="535531"/>
          </a:xfrm>
          <a:prstGeom prst="rect">
            <a:avLst/>
          </a:prstGeom>
          <a:noFill/>
          <a:ln>
            <a:noFill/>
          </a:ln>
        </p:spPr>
        <p:txBody>
          <a:bodyPr anchorCtr="0" anchor="t" bIns="45700" lIns="91425" spcFirstLastPara="1" rIns="91425" wrap="square" tIns="45700">
            <a:spAutoFit/>
          </a:bodyPr>
          <a:lstStyle/>
          <a:p>
            <a:pPr indent="-406400" lvl="0" marL="457200" marR="0" rtl="0" algn="ctr">
              <a:lnSpc>
                <a:spcPct val="90000"/>
              </a:lnSpc>
              <a:spcBef>
                <a:spcPts val="0"/>
              </a:spcBef>
              <a:spcAft>
                <a:spcPts val="0"/>
              </a:spcAft>
              <a:buNone/>
            </a:pPr>
            <a:r>
              <a:rPr b="0" i="1" lang="en-GB" sz="1600" u="none" cap="none" strike="noStrike">
                <a:solidFill>
                  <a:srgbClr val="36424A"/>
                </a:solidFill>
                <a:latin typeface="Helvetica Neue"/>
                <a:ea typeface="Helvetica Neue"/>
                <a:cs typeface="Helvetica Neue"/>
                <a:sym typeface="Helvetica Neue"/>
              </a:rPr>
              <a:t>2. We are equally entitled to express ourselves respectfully to one another.”</a:t>
            </a:r>
            <a:endParaRPr b="0" i="1" sz="1600" u="none" cap="none" strike="noStrike">
              <a:solidFill>
                <a:srgbClr val="36424A"/>
              </a:solidFill>
              <a:latin typeface="Helvetica Neue"/>
              <a:ea typeface="Helvetica Neue"/>
              <a:cs typeface="Helvetica Neue"/>
              <a:sym typeface="Helvetica Neue"/>
            </a:endParaRPr>
          </a:p>
        </p:txBody>
      </p:sp>
      <p:sp>
        <p:nvSpPr>
          <p:cNvPr id="200" name="Google Shape;200;p14"/>
          <p:cNvSpPr txBox="1"/>
          <p:nvPr/>
        </p:nvSpPr>
        <p:spPr>
          <a:xfrm>
            <a:off x="3863083" y="1767378"/>
            <a:ext cx="1592495"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GB" sz="1400" u="none" cap="none" strike="noStrike">
                <a:solidFill>
                  <a:srgbClr val="00B050"/>
                </a:solidFill>
                <a:latin typeface="Arial"/>
                <a:ea typeface="Arial"/>
                <a:cs typeface="Arial"/>
                <a:sym typeface="Arial"/>
              </a:rPr>
              <a:t>Passive</a:t>
            </a:r>
            <a:r>
              <a:rPr b="0" i="0" lang="en-GB" sz="1400" u="none" cap="none" strike="noStrike">
                <a:solidFill>
                  <a:srgbClr val="000000"/>
                </a:solidFill>
                <a:latin typeface="Arial"/>
                <a:ea typeface="Arial"/>
                <a:cs typeface="Arial"/>
                <a:sym typeface="Arial"/>
              </a:rPr>
              <a:t> </a:t>
            </a:r>
            <a:endParaRPr/>
          </a:p>
        </p:txBody>
      </p:sp>
      <p:sp>
        <p:nvSpPr>
          <p:cNvPr id="201" name="Google Shape;201;p14"/>
          <p:cNvSpPr txBox="1"/>
          <p:nvPr/>
        </p:nvSpPr>
        <p:spPr>
          <a:xfrm>
            <a:off x="6293778" y="2325139"/>
            <a:ext cx="109248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GB" sz="1400" u="none" cap="none" strike="noStrike">
                <a:solidFill>
                  <a:srgbClr val="00B050"/>
                </a:solidFill>
                <a:latin typeface="Arial"/>
                <a:ea typeface="Arial"/>
                <a:cs typeface="Arial"/>
                <a:sym typeface="Arial"/>
              </a:rPr>
              <a:t>assertive</a:t>
            </a:r>
            <a:endParaRPr/>
          </a:p>
        </p:txBody>
      </p:sp>
      <p:sp>
        <p:nvSpPr>
          <p:cNvPr id="202" name="Google Shape;202;p14"/>
          <p:cNvSpPr txBox="1"/>
          <p:nvPr/>
        </p:nvSpPr>
        <p:spPr>
          <a:xfrm>
            <a:off x="3333118" y="3290173"/>
            <a:ext cx="1803961"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GB" sz="1400" u="none" cap="none" strike="noStrike">
                <a:solidFill>
                  <a:srgbClr val="00B050"/>
                </a:solidFill>
                <a:latin typeface="Arial"/>
                <a:ea typeface="Arial"/>
                <a:cs typeface="Arial"/>
                <a:sym typeface="Arial"/>
              </a:rPr>
              <a:t>aggressive</a:t>
            </a:r>
            <a:endParaRPr b="1" i="0" sz="1400" u="none" cap="none" strike="noStrike">
              <a:solidFill>
                <a:srgbClr val="00B050"/>
              </a:solidFill>
              <a:latin typeface="Arial"/>
              <a:ea typeface="Arial"/>
              <a:cs typeface="Arial"/>
              <a:sym typeface="Arial"/>
            </a:endParaRPr>
          </a:p>
        </p:txBody>
      </p:sp>
      <p:sp>
        <p:nvSpPr>
          <p:cNvPr id="203" name="Google Shape;203;p14"/>
          <p:cNvSpPr txBox="1"/>
          <p:nvPr/>
        </p:nvSpPr>
        <p:spPr>
          <a:xfrm>
            <a:off x="6647380" y="3882114"/>
            <a:ext cx="1963220"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GB" sz="1400" u="none" cap="none" strike="noStrike">
                <a:solidFill>
                  <a:srgbClr val="00B050"/>
                </a:solidFill>
                <a:latin typeface="Arial"/>
                <a:ea typeface="Arial"/>
                <a:cs typeface="Arial"/>
                <a:sym typeface="Arial"/>
              </a:rPr>
              <a:t>Passive aggressive</a:t>
            </a:r>
            <a:endParaRPr b="1" i="0" sz="1400" u="none" cap="none" strike="noStrike">
              <a:solidFill>
                <a:srgbClr val="00B050"/>
              </a:solidFill>
              <a:latin typeface="Arial"/>
              <a:ea typeface="Arial"/>
              <a:cs typeface="Arial"/>
              <a:sym typeface="Arial"/>
            </a:endParaRPr>
          </a:p>
        </p:txBody>
      </p:sp>
      <p:sp>
        <p:nvSpPr>
          <p:cNvPr id="204" name="Google Shape;204;p14"/>
          <p:cNvSpPr txBox="1"/>
          <p:nvPr/>
        </p:nvSpPr>
        <p:spPr>
          <a:xfrm>
            <a:off x="3575411" y="4345957"/>
            <a:ext cx="1319374"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GB" sz="1400" u="none" cap="none" strike="noStrike">
                <a:solidFill>
                  <a:srgbClr val="00B050"/>
                </a:solidFill>
                <a:latin typeface="Arial"/>
                <a:ea typeface="Arial"/>
                <a:cs typeface="Arial"/>
                <a:sym typeface="Arial"/>
              </a:rPr>
              <a:t>Assertive</a:t>
            </a:r>
            <a:r>
              <a:rPr b="0" i="0" lang="en-GB" sz="1400" u="none" cap="none" strike="noStrike">
                <a:solidFill>
                  <a:srgbClr val="000000"/>
                </a:solidFill>
                <a:latin typeface="Arial"/>
                <a:ea typeface="Arial"/>
                <a:cs typeface="Arial"/>
                <a:sym typeface="Arial"/>
              </a:rPr>
              <a:t> </a:t>
            </a:r>
            <a:endParaRPr/>
          </a:p>
        </p:txBody>
      </p:sp>
      <p:sp>
        <p:nvSpPr>
          <p:cNvPr id="205" name="Google Shape;205;p14"/>
          <p:cNvSpPr txBox="1"/>
          <p:nvPr/>
        </p:nvSpPr>
        <p:spPr>
          <a:xfrm>
            <a:off x="3698697" y="4915912"/>
            <a:ext cx="1921267"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GB" sz="1400" u="none" cap="none" strike="noStrike">
                <a:solidFill>
                  <a:srgbClr val="00B050"/>
                </a:solidFill>
                <a:latin typeface="Arial"/>
                <a:ea typeface="Arial"/>
                <a:cs typeface="Arial"/>
                <a:sym typeface="Arial"/>
              </a:rPr>
              <a:t>Aggressive </a:t>
            </a:r>
            <a:endParaRPr/>
          </a:p>
        </p:txBody>
      </p:sp>
      <p:sp>
        <p:nvSpPr>
          <p:cNvPr id="206" name="Google Shape;206;p14"/>
          <p:cNvSpPr txBox="1"/>
          <p:nvPr/>
        </p:nvSpPr>
        <p:spPr>
          <a:xfrm>
            <a:off x="4068566" y="5643442"/>
            <a:ext cx="2027434"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GB" sz="1400" u="none" cap="none" strike="noStrike">
                <a:solidFill>
                  <a:srgbClr val="00B050"/>
                </a:solidFill>
                <a:latin typeface="Arial"/>
                <a:ea typeface="Arial"/>
                <a:cs typeface="Arial"/>
                <a:sym typeface="Arial"/>
              </a:rPr>
              <a:t>Passive</a:t>
            </a:r>
            <a:r>
              <a:rPr b="0" i="0" lang="en-GB" sz="1400" u="none" cap="none" strike="noStrike">
                <a:solidFill>
                  <a:srgbClr val="000000"/>
                </a:solidFill>
                <a:latin typeface="Arial"/>
                <a:ea typeface="Arial"/>
                <a:cs typeface="Arial"/>
                <a:sym typeface="Arial"/>
              </a:rPr>
              <a:t> </a:t>
            </a:r>
            <a:endParaRPr/>
          </a:p>
        </p:txBody>
      </p:sp>
      <p:sp>
        <p:nvSpPr>
          <p:cNvPr id="207" name="Google Shape;207;p14"/>
          <p:cNvSpPr txBox="1"/>
          <p:nvPr/>
        </p:nvSpPr>
        <p:spPr>
          <a:xfrm>
            <a:off x="6293778" y="6186153"/>
            <a:ext cx="1671264"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GB" sz="1400" u="none" cap="none" strike="noStrike">
                <a:solidFill>
                  <a:srgbClr val="00B050"/>
                </a:solidFill>
                <a:latin typeface="Arial"/>
                <a:ea typeface="Arial"/>
                <a:cs typeface="Arial"/>
                <a:sym typeface="Arial"/>
              </a:rPr>
              <a:t>Passive aggressive</a:t>
            </a:r>
            <a:endParaRPr b="1" i="0" sz="1400" u="none" cap="none" strike="noStrike">
              <a:solidFill>
                <a:srgbClr val="00B050"/>
              </a:solidFill>
              <a:latin typeface="Arial"/>
              <a:ea typeface="Arial"/>
              <a:cs typeface="Arial"/>
              <a:sym typeface="Arial"/>
            </a:endParaRPr>
          </a:p>
        </p:txBody>
      </p:sp>
    </p:spTree>
  </p:cSld>
  <p:clrMapOvr>
    <a:masterClrMapping/>
  </p:clrMapOvr>
  <p:transition spd="slow">
    <p:wipe dir="l"/>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9"/>
                                        </p:tgtEl>
                                        <p:attrNameLst>
                                          <p:attrName>style.visibility</p:attrName>
                                        </p:attrNameLst>
                                      </p:cBhvr>
                                      <p:to>
                                        <p:strVal val="visible"/>
                                      </p:to>
                                    </p:set>
                                    <p:anim calcmode="lin" valueType="num">
                                      <p:cBhvr additive="base">
                                        <p:cTn dur="500"/>
                                        <p:tgtEl>
                                          <p:spTgt spid="189"/>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2"/>
                                        </p:tgtEl>
                                        <p:attrNameLst>
                                          <p:attrName>style.visibility</p:attrName>
                                        </p:attrNameLst>
                                      </p:cBhvr>
                                      <p:to>
                                        <p:strVal val="visible"/>
                                      </p:to>
                                    </p:set>
                                    <p:animEffect filter="fade" transition="in">
                                      <p:cBhvr>
                                        <p:cTn dur="500"/>
                                        <p:tgtEl>
                                          <p:spTgt spid="19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0">
                                            <p:txEl>
                                              <p:pRg end="0" st="0"/>
                                            </p:txEl>
                                          </p:spTgt>
                                        </p:tgtEl>
                                        <p:attrNameLst>
                                          <p:attrName>style.visibility</p:attrName>
                                        </p:attrNameLst>
                                      </p:cBhvr>
                                      <p:to>
                                        <p:strVal val="visible"/>
                                      </p:to>
                                    </p:set>
                                    <p:animEffect filter="fade" transition="in">
                                      <p:cBhvr>
                                        <p:cTn dur="1000"/>
                                        <p:tgtEl>
                                          <p:spTgt spid="19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0">
                                            <p:txEl>
                                              <p:pRg end="1" st="1"/>
                                            </p:txEl>
                                          </p:spTgt>
                                        </p:tgtEl>
                                        <p:attrNameLst>
                                          <p:attrName>style.visibility</p:attrName>
                                        </p:attrNameLst>
                                      </p:cBhvr>
                                      <p:to>
                                        <p:strVal val="visible"/>
                                      </p:to>
                                    </p:set>
                                    <p:animEffect filter="fade" transition="in">
                                      <p:cBhvr>
                                        <p:cTn dur="1000"/>
                                        <p:tgtEl>
                                          <p:spTgt spid="19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9"/>
                                        </p:tgtEl>
                                        <p:attrNameLst>
                                          <p:attrName>style.visibility</p:attrName>
                                        </p:attrNameLst>
                                      </p:cBhvr>
                                      <p:to>
                                        <p:strVal val="visible"/>
                                      </p:to>
                                    </p:set>
                                    <p:animEffect filter="fade" transition="in">
                                      <p:cBhvr>
                                        <p:cTn dur="1000"/>
                                        <p:tgtEl>
                                          <p:spTgt spid="1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5"/>
                                        </p:tgtEl>
                                        <p:attrNameLst>
                                          <p:attrName>style.visibility</p:attrName>
                                        </p:attrNameLst>
                                      </p:cBhvr>
                                      <p:to>
                                        <p:strVal val="visible"/>
                                      </p:to>
                                    </p:set>
                                    <p:animEffect filter="fade" transition="in">
                                      <p:cBhvr>
                                        <p:cTn dur="1000"/>
                                        <p:tgtEl>
                                          <p:spTgt spid="1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3"/>
                                        </p:tgtEl>
                                        <p:attrNameLst>
                                          <p:attrName>style.visibility</p:attrName>
                                        </p:attrNameLst>
                                      </p:cBhvr>
                                      <p:to>
                                        <p:strVal val="visible"/>
                                      </p:to>
                                    </p:set>
                                    <p:animEffect filter="fade" transition="in">
                                      <p:cBhvr>
                                        <p:cTn dur="1000"/>
                                        <p:tgtEl>
                                          <p:spTgt spid="1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6"/>
                                        </p:tgtEl>
                                        <p:attrNameLst>
                                          <p:attrName>style.visibility</p:attrName>
                                        </p:attrNameLst>
                                      </p:cBhvr>
                                      <p:to>
                                        <p:strVal val="visible"/>
                                      </p:to>
                                    </p:set>
                                    <p:animEffect filter="fade" transition="in">
                                      <p:cBhvr>
                                        <p:cTn dur="1000"/>
                                        <p:tgtEl>
                                          <p:spTgt spid="19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8"/>
                                        </p:tgtEl>
                                        <p:attrNameLst>
                                          <p:attrName>style.visibility</p:attrName>
                                        </p:attrNameLst>
                                      </p:cBhvr>
                                      <p:to>
                                        <p:strVal val="visible"/>
                                      </p:to>
                                    </p:set>
                                    <p:animEffect filter="fade" transition="in">
                                      <p:cBhvr>
                                        <p:cTn dur="1000"/>
                                        <p:tgtEl>
                                          <p:spTgt spid="1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
                                        </p:tgtEl>
                                        <p:attrNameLst>
                                          <p:attrName>style.visibility</p:attrName>
                                        </p:attrNameLst>
                                      </p:cBhvr>
                                      <p:to>
                                        <p:strVal val="visible"/>
                                      </p:to>
                                    </p:set>
                                    <p:animEffect filter="fade" transition="in">
                                      <p:cBhvr>
                                        <p:cTn dur="1000"/>
                                        <p:tgtEl>
                                          <p:spTgt spid="1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4"/>
                                        </p:tgtEl>
                                        <p:attrNameLst>
                                          <p:attrName>style.visibility</p:attrName>
                                        </p:attrNameLst>
                                      </p:cBhvr>
                                      <p:to>
                                        <p:strVal val="visible"/>
                                      </p:to>
                                    </p:set>
                                    <p:animEffect filter="fade" transition="in">
                                      <p:cBhvr>
                                        <p:cTn dur="1000"/>
                                        <p:tgtEl>
                                          <p:spTgt spid="1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0"/>
                                        </p:tgtEl>
                                        <p:attrNameLst>
                                          <p:attrName>style.visibility</p:attrName>
                                        </p:attrNameLst>
                                      </p:cBhvr>
                                      <p:to>
                                        <p:strVal val="visible"/>
                                      </p:to>
                                    </p:set>
                                    <p:animEffect filter="fade" transition="in">
                                      <p:cBhvr>
                                        <p:cTn dur="500"/>
                                        <p:tgtEl>
                                          <p:spTgt spid="2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1"/>
                                        </p:tgtEl>
                                        <p:attrNameLst>
                                          <p:attrName>style.visibility</p:attrName>
                                        </p:attrNameLst>
                                      </p:cBhvr>
                                      <p:to>
                                        <p:strVal val="visible"/>
                                      </p:to>
                                    </p:set>
                                    <p:animEffect filter="fade" transition="in">
                                      <p:cBhvr>
                                        <p:cTn dur="500"/>
                                        <p:tgtEl>
                                          <p:spTgt spid="20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2"/>
                                        </p:tgtEl>
                                        <p:attrNameLst>
                                          <p:attrName>style.visibility</p:attrName>
                                        </p:attrNameLst>
                                      </p:cBhvr>
                                      <p:to>
                                        <p:strVal val="visible"/>
                                      </p:to>
                                    </p:set>
                                    <p:animEffect filter="fade" transition="in">
                                      <p:cBhvr>
                                        <p:cTn dur="500"/>
                                        <p:tgtEl>
                                          <p:spTgt spid="20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3"/>
                                        </p:tgtEl>
                                        <p:attrNameLst>
                                          <p:attrName>style.visibility</p:attrName>
                                        </p:attrNameLst>
                                      </p:cBhvr>
                                      <p:to>
                                        <p:strVal val="visible"/>
                                      </p:to>
                                    </p:set>
                                    <p:animEffect filter="fade" transition="in">
                                      <p:cBhvr>
                                        <p:cTn dur="500"/>
                                        <p:tgtEl>
                                          <p:spTgt spid="2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4"/>
                                        </p:tgtEl>
                                        <p:attrNameLst>
                                          <p:attrName>style.visibility</p:attrName>
                                        </p:attrNameLst>
                                      </p:cBhvr>
                                      <p:to>
                                        <p:strVal val="visible"/>
                                      </p:to>
                                    </p:set>
                                    <p:animEffect filter="fade" transition="in">
                                      <p:cBhvr>
                                        <p:cTn dur="500"/>
                                        <p:tgtEl>
                                          <p:spTgt spid="2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5"/>
                                        </p:tgtEl>
                                        <p:attrNameLst>
                                          <p:attrName>style.visibility</p:attrName>
                                        </p:attrNameLst>
                                      </p:cBhvr>
                                      <p:to>
                                        <p:strVal val="visible"/>
                                      </p:to>
                                    </p:set>
                                    <p:animEffect filter="fade" transition="in">
                                      <p:cBhvr>
                                        <p:cTn dur="500"/>
                                        <p:tgtEl>
                                          <p:spTgt spid="20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
                                        </p:tgtEl>
                                        <p:attrNameLst>
                                          <p:attrName>style.visibility</p:attrName>
                                        </p:attrNameLst>
                                      </p:cBhvr>
                                      <p:to>
                                        <p:strVal val="visible"/>
                                      </p:to>
                                    </p:set>
                                    <p:animEffect filter="fade" transition="in">
                                      <p:cBhvr>
                                        <p:cTn dur="500"/>
                                        <p:tgtEl>
                                          <p:spTgt spid="2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7"/>
                                        </p:tgtEl>
                                        <p:attrNameLst>
                                          <p:attrName>style.visibility</p:attrName>
                                        </p:attrNameLst>
                                      </p:cBhvr>
                                      <p:to>
                                        <p:strVal val="visible"/>
                                      </p:to>
                                    </p:set>
                                    <p:animEffect filter="fade" transition="in">
                                      <p:cBhvr>
                                        <p:cTn dur="500"/>
                                        <p:tgtEl>
                                          <p:spTgt spid="20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
        <p:nvSpPr>
          <p:cNvPr id="213" name="Google Shape;213;p15"/>
          <p:cNvSpPr txBox="1"/>
          <p:nvPr>
            <p:ph type="title"/>
          </p:nvPr>
        </p:nvSpPr>
        <p:spPr>
          <a:xfrm>
            <a:off x="802925" y="2340934"/>
            <a:ext cx="10515600" cy="1325563"/>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800"/>
              <a:buNone/>
            </a:pPr>
            <a:r>
              <a:rPr b="1" i="1" lang="en-GB" sz="6000" u="sng">
                <a:solidFill>
                  <a:srgbClr val="000090"/>
                </a:solidFill>
              </a:rPr>
              <a:t>How to be an Active communicator?</a:t>
            </a:r>
            <a:endParaRPr b="1" i="1" sz="6000" u="sng">
              <a:solidFill>
                <a:srgbClr val="000090"/>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3"/>
                                        </p:tgtEl>
                                        <p:attrNameLst>
                                          <p:attrName>style.visibility</p:attrName>
                                        </p:attrNameLst>
                                      </p:cBhvr>
                                      <p:to>
                                        <p:strVal val="visible"/>
                                      </p:to>
                                    </p:set>
                                    <p:animEffect filter="fade" transition="in">
                                      <p:cBhvr>
                                        <p:cTn dur="1000"/>
                                        <p:tgtEl>
                                          <p:spTgt spid="21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pic>
        <p:nvPicPr>
          <p:cNvPr descr="c8aa6be7276829c716586c9706984d2b.jpg" id="218" name="Google Shape;218;p16"/>
          <p:cNvPicPr preferRelativeResize="0"/>
          <p:nvPr>
            <p:ph idx="1" type="body"/>
          </p:nvPr>
        </p:nvPicPr>
        <p:blipFill rotWithShape="1">
          <a:blip r:embed="rId3">
            <a:alphaModFix/>
          </a:blip>
          <a:srcRect b="0" l="-120964" r="-120964" t="0"/>
          <a:stretch/>
        </p:blipFill>
        <p:spPr>
          <a:xfrm>
            <a:off x="-3062086" y="0"/>
            <a:ext cx="16572497" cy="8573603"/>
          </a:xfrm>
          <a:prstGeom prst="rect">
            <a:avLst/>
          </a:prstGeom>
          <a:noFill/>
          <a:ln>
            <a:noFill/>
          </a:ln>
        </p:spPr>
      </p:pic>
      <p:sp>
        <p:nvSpPr>
          <p:cNvPr id="219" name="Google Shape;219;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8"/>
                                        </p:tgtEl>
                                        <p:attrNameLst>
                                          <p:attrName>style.visibility</p:attrName>
                                        </p:attrNameLst>
                                      </p:cBhvr>
                                      <p:to>
                                        <p:strVal val="visible"/>
                                      </p:to>
                                    </p:set>
                                    <p:animEffect filter="fade" transition="in">
                                      <p:cBhvr>
                                        <p:cTn dur="1000"/>
                                        <p:tgtEl>
                                          <p:spTgt spid="21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
        <p:nvSpPr>
          <p:cNvPr id="225" name="Google Shape;225;p17"/>
          <p:cNvSpPr txBox="1"/>
          <p:nvPr>
            <p:ph type="title"/>
          </p:nvPr>
        </p:nvSpPr>
        <p:spPr>
          <a:xfrm>
            <a:off x="5097270" y="1423595"/>
            <a:ext cx="7094730" cy="1325563"/>
          </a:xfrm>
          <a:prstGeom prst="rect">
            <a:avLst/>
          </a:prstGeom>
          <a:noFill/>
          <a:ln>
            <a:noFill/>
          </a:ln>
        </p:spPr>
        <p:txBody>
          <a:bodyPr anchorCtr="0" anchor="ctr" bIns="45700" lIns="91425" spcFirstLastPara="1" rIns="91425" wrap="square" tIns="45700">
            <a:noAutofit/>
          </a:bodyPr>
          <a:lstStyle/>
          <a:p>
            <a:pPr indent="0" lvl="0" marL="0" rtl="0" algn="r">
              <a:lnSpc>
                <a:spcPct val="90000"/>
              </a:lnSpc>
              <a:spcBef>
                <a:spcPts val="0"/>
              </a:spcBef>
              <a:spcAft>
                <a:spcPts val="0"/>
              </a:spcAft>
              <a:buSzPts val="1800"/>
              <a:buNone/>
            </a:pPr>
            <a:r>
              <a:rPr b="1" i="1" lang="en-GB" sz="6000" u="sng">
                <a:solidFill>
                  <a:srgbClr val="000090"/>
                </a:solidFill>
              </a:rPr>
              <a:t>What are the Benefits of effective communication? </a:t>
            </a:r>
            <a:endParaRPr b="1" i="1" sz="6000" u="sng">
              <a:solidFill>
                <a:srgbClr val="000090"/>
              </a:solidFill>
            </a:endParaRPr>
          </a:p>
        </p:txBody>
      </p:sp>
      <p:sp>
        <p:nvSpPr>
          <p:cNvPr id="226" name="Google Shape;226;p17"/>
          <p:cNvSpPr txBox="1"/>
          <p:nvPr/>
        </p:nvSpPr>
        <p:spPr>
          <a:xfrm>
            <a:off x="134639" y="4322084"/>
            <a:ext cx="7661190" cy="224416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6000"/>
              <a:buFont typeface="Arial"/>
              <a:buNone/>
            </a:pPr>
            <a:r>
              <a:rPr b="1" i="1" lang="en-GB" sz="6000" u="sng" cap="none" strike="noStrike">
                <a:solidFill>
                  <a:srgbClr val="000090"/>
                </a:solidFill>
                <a:latin typeface="Arial"/>
                <a:ea typeface="Arial"/>
                <a:cs typeface="Arial"/>
                <a:sym typeface="Arial"/>
              </a:rPr>
              <a:t>What are the costs of poor communication.</a:t>
            </a:r>
            <a:endParaRPr b="1" i="1" sz="6000" u="sng" cap="none" strike="noStrike">
              <a:solidFill>
                <a:srgbClr val="000090"/>
              </a:solidFill>
              <a:latin typeface="Arial"/>
              <a:ea typeface="Arial"/>
              <a:cs typeface="Arial"/>
              <a:sym typeface="Arial"/>
            </a:endParaRPr>
          </a:p>
        </p:txBody>
      </p:sp>
      <p:pic>
        <p:nvPicPr>
          <p:cNvPr descr="Cost-reduction-concept.jpg" id="227" name="Google Shape;227;p17"/>
          <p:cNvPicPr preferRelativeResize="0"/>
          <p:nvPr/>
        </p:nvPicPr>
        <p:blipFill rotWithShape="1">
          <a:blip r:embed="rId3">
            <a:alphaModFix/>
          </a:blip>
          <a:srcRect b="0" l="0" r="0" t="0"/>
          <a:stretch/>
        </p:blipFill>
        <p:spPr>
          <a:xfrm>
            <a:off x="8028834" y="3881055"/>
            <a:ext cx="3894192" cy="2853457"/>
          </a:xfrm>
          <a:prstGeom prst="rect">
            <a:avLst/>
          </a:prstGeom>
          <a:noFill/>
          <a:ln>
            <a:noFill/>
          </a:ln>
        </p:spPr>
      </p:pic>
      <p:pic>
        <p:nvPicPr>
          <p:cNvPr descr="téléchargement.png" id="228" name="Google Shape;228;p17"/>
          <p:cNvPicPr preferRelativeResize="0"/>
          <p:nvPr/>
        </p:nvPicPr>
        <p:blipFill rotWithShape="1">
          <a:blip r:embed="rId4">
            <a:alphaModFix/>
          </a:blip>
          <a:srcRect b="0" l="0" r="0" t="0"/>
          <a:stretch/>
        </p:blipFill>
        <p:spPr>
          <a:xfrm>
            <a:off x="1217194" y="1393903"/>
            <a:ext cx="4416772" cy="187352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5"/>
                                        </p:tgtEl>
                                        <p:attrNameLst>
                                          <p:attrName>style.visibility</p:attrName>
                                        </p:attrNameLst>
                                      </p:cBhvr>
                                      <p:to>
                                        <p:strVal val="visible"/>
                                      </p:to>
                                    </p:set>
                                    <p:animEffect filter="fade" transition="in">
                                      <p:cBhvr>
                                        <p:cTn dur="1000"/>
                                        <p:tgtEl>
                                          <p:spTgt spid="225"/>
                                        </p:tgtEl>
                                      </p:cBhvr>
                                    </p:animEffect>
                                  </p:childTnLst>
                                </p:cTn>
                              </p:par>
                              <p:par>
                                <p:cTn fill="hold" nodeType="withEffect" presetClass="entr" presetID="10" presetSubtype="0">
                                  <p:stCondLst>
                                    <p:cond delay="0"/>
                                  </p:stCondLst>
                                  <p:childTnLst>
                                    <p:set>
                                      <p:cBhvr>
                                        <p:cTn dur="1" fill="hold">
                                          <p:stCondLst>
                                            <p:cond delay="0"/>
                                          </p:stCondLst>
                                        </p:cTn>
                                        <p:tgtEl>
                                          <p:spTgt spid="228"/>
                                        </p:tgtEl>
                                        <p:attrNameLst>
                                          <p:attrName>style.visibility</p:attrName>
                                        </p:attrNameLst>
                                      </p:cBhvr>
                                      <p:to>
                                        <p:strVal val="visible"/>
                                      </p:to>
                                    </p:set>
                                    <p:animEffect filter="fade" transition="in">
                                      <p:cBhvr>
                                        <p:cTn dur="1000"/>
                                        <p:tgtEl>
                                          <p:spTgt spid="2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6"/>
                                        </p:tgtEl>
                                        <p:attrNameLst>
                                          <p:attrName>style.visibility</p:attrName>
                                        </p:attrNameLst>
                                      </p:cBhvr>
                                      <p:to>
                                        <p:strVal val="visible"/>
                                      </p:to>
                                    </p:set>
                                    <p:animEffect filter="fade" transition="in">
                                      <p:cBhvr>
                                        <p:cTn dur="1000"/>
                                        <p:tgtEl>
                                          <p:spTgt spid="226"/>
                                        </p:tgtEl>
                                      </p:cBhvr>
                                    </p:animEffect>
                                  </p:childTnLst>
                                </p:cTn>
                              </p:par>
                              <p:par>
                                <p:cTn fill="hold" nodeType="withEffect" presetClass="entr" presetID="10" presetSubtype="0">
                                  <p:stCondLst>
                                    <p:cond delay="0"/>
                                  </p:stCondLst>
                                  <p:childTnLst>
                                    <p:set>
                                      <p:cBhvr>
                                        <p:cTn dur="1" fill="hold">
                                          <p:stCondLst>
                                            <p:cond delay="0"/>
                                          </p:stCondLst>
                                        </p:cTn>
                                        <p:tgtEl>
                                          <p:spTgt spid="227"/>
                                        </p:tgtEl>
                                        <p:attrNameLst>
                                          <p:attrName>style.visibility</p:attrName>
                                        </p:attrNameLst>
                                      </p:cBhvr>
                                      <p:to>
                                        <p:strVal val="visible"/>
                                      </p:to>
                                    </p:set>
                                    <p:animEffect filter="fade" transition="in">
                                      <p:cBhvr>
                                        <p:cTn dur="1000"/>
                                        <p:tgtEl>
                                          <p:spTgt spid="22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pic>
        <p:nvPicPr>
          <p:cNvPr descr="Capture d’écran 2021-09-29 à 15.53.18.png" id="233" name="Google Shape;233;p18"/>
          <p:cNvPicPr preferRelativeResize="0"/>
          <p:nvPr>
            <p:ph idx="1" type="body"/>
          </p:nvPr>
        </p:nvPicPr>
        <p:blipFill rotWithShape="1">
          <a:blip r:embed="rId3">
            <a:alphaModFix/>
          </a:blip>
          <a:srcRect b="0" l="-3842" r="-3840" t="0"/>
          <a:stretch/>
        </p:blipFill>
        <p:spPr>
          <a:xfrm>
            <a:off x="740783" y="952623"/>
            <a:ext cx="11076421" cy="5733376"/>
          </a:xfrm>
          <a:prstGeom prst="rect">
            <a:avLst/>
          </a:prstGeom>
          <a:noFill/>
          <a:ln>
            <a:noFill/>
          </a:ln>
        </p:spPr>
      </p:pic>
      <p:sp>
        <p:nvSpPr>
          <p:cNvPr id="234" name="Google Shape;234;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33"/>
                                        </p:tgtEl>
                                        <p:attrNameLst>
                                          <p:attrName>style.visibility</p:attrName>
                                        </p:attrNameLst>
                                      </p:cBhvr>
                                      <p:to>
                                        <p:strVal val="visible"/>
                                      </p:to>
                                    </p:set>
                                    <p:anim calcmode="lin" valueType="num">
                                      <p:cBhvr additive="base">
                                        <p:cTn dur="500"/>
                                        <p:tgtEl>
                                          <p:spTgt spid="233"/>
                                        </p:tgtEl>
                                        <p:attrNameLst>
                                          <p:attrName>ppt_w</p:attrName>
                                        </p:attrNameLst>
                                      </p:cBhvr>
                                      <p:tavLst>
                                        <p:tav fmla="" tm="0">
                                          <p:val>
                                            <p:strVal val="0"/>
                                          </p:val>
                                        </p:tav>
                                        <p:tav fmla="" tm="100000">
                                          <p:val>
                                            <p:strVal val="#ppt_w"/>
                                          </p:val>
                                        </p:tav>
                                      </p:tavLst>
                                    </p:anim>
                                    <p:anim calcmode="lin" valueType="num">
                                      <p:cBhvr additive="base">
                                        <p:cTn dur="500"/>
                                        <p:tgtEl>
                                          <p:spTgt spid="233"/>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19"/>
          <p:cNvSpPr txBox="1"/>
          <p:nvPr>
            <p:ph type="title"/>
          </p:nvPr>
        </p:nvSpPr>
        <p:spPr>
          <a:xfrm>
            <a:off x="1120408"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lang="en-GB"/>
              <a:t>Effective speaking: </a:t>
            </a:r>
            <a:endParaRPr/>
          </a:p>
        </p:txBody>
      </p:sp>
      <p:sp>
        <p:nvSpPr>
          <p:cNvPr id="240" name="Google Shape;240;p19"/>
          <p:cNvSpPr txBox="1"/>
          <p:nvPr>
            <p:ph idx="1" type="body"/>
          </p:nvPr>
        </p:nvSpPr>
        <p:spPr>
          <a:xfrm>
            <a:off x="626549" y="1631572"/>
            <a:ext cx="6163932" cy="4351338"/>
          </a:xfrm>
          <a:prstGeom prst="rect">
            <a:avLst/>
          </a:prstGeom>
          <a:noFill/>
          <a:ln>
            <a:noFill/>
          </a:ln>
        </p:spPr>
        <p:txBody>
          <a:bodyPr anchorCtr="0" anchor="t" bIns="45700" lIns="91425" spcFirstLastPara="1" rIns="91425" wrap="square" tIns="45700">
            <a:normAutofit lnSpcReduction="10000"/>
          </a:bodyPr>
          <a:lstStyle/>
          <a:p>
            <a:pPr indent="0" lvl="0" marL="114300" rtl="0" algn="just">
              <a:lnSpc>
                <a:spcPct val="90000"/>
              </a:lnSpc>
              <a:spcBef>
                <a:spcPts val="1000"/>
              </a:spcBef>
              <a:spcAft>
                <a:spcPts val="0"/>
              </a:spcAft>
              <a:buSzPts val="1800"/>
              <a:buNone/>
            </a:pPr>
            <a:r>
              <a:rPr lang="en-GB"/>
              <a:t>Speaking effectively is defined as speaking in such a way that your message is clearly heard and, if possible, acted upon. There are two main elements to speaking effectively: </a:t>
            </a:r>
            <a:r>
              <a:rPr lang="en-GB">
                <a:solidFill>
                  <a:srgbClr val="FF0000"/>
                </a:solidFill>
              </a:rPr>
              <a:t>what you say, and how you say it.</a:t>
            </a:r>
            <a:endParaRPr/>
          </a:p>
          <a:p>
            <a:pPr indent="0" lvl="0" marL="114300" rtl="0" algn="just">
              <a:lnSpc>
                <a:spcPct val="90000"/>
              </a:lnSpc>
              <a:spcBef>
                <a:spcPts val="1000"/>
              </a:spcBef>
              <a:spcAft>
                <a:spcPts val="0"/>
              </a:spcAft>
              <a:buSzPts val="1800"/>
              <a:buNone/>
            </a:pPr>
            <a:r>
              <a:rPr lang="en-GB"/>
              <a:t>What you say means your choice of words. The words you might use when chatting to a friend are likely to be quite different from those used in a formal presentation or interview.</a:t>
            </a:r>
            <a:endParaRPr/>
          </a:p>
          <a:p>
            <a:pPr indent="-228600" lvl="0" marL="457200" rtl="0" algn="just">
              <a:lnSpc>
                <a:spcPct val="90000"/>
              </a:lnSpc>
              <a:spcBef>
                <a:spcPts val="1000"/>
              </a:spcBef>
              <a:spcAft>
                <a:spcPts val="0"/>
              </a:spcAft>
              <a:buSzPts val="1800"/>
              <a:buNone/>
            </a:pPr>
            <a:r>
              <a:t/>
            </a:r>
            <a:endParaRPr/>
          </a:p>
          <a:p>
            <a:pPr indent="-228600" lvl="0" marL="457200" rtl="0" algn="just">
              <a:lnSpc>
                <a:spcPct val="90000"/>
              </a:lnSpc>
              <a:spcBef>
                <a:spcPts val="1000"/>
              </a:spcBef>
              <a:spcAft>
                <a:spcPts val="0"/>
              </a:spcAft>
              <a:buSzPts val="1800"/>
              <a:buNone/>
            </a:pPr>
            <a:r>
              <a:t/>
            </a:r>
            <a:endParaRPr/>
          </a:p>
        </p:txBody>
      </p:sp>
      <p:sp>
        <p:nvSpPr>
          <p:cNvPr id="241" name="Google Shape;241;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pic>
        <p:nvPicPr>
          <p:cNvPr descr="téléchargement.jpeg" id="242" name="Google Shape;242;p19"/>
          <p:cNvPicPr preferRelativeResize="0"/>
          <p:nvPr/>
        </p:nvPicPr>
        <p:blipFill rotWithShape="1">
          <a:blip r:embed="rId3">
            <a:alphaModFix/>
          </a:blip>
          <a:srcRect b="0" l="0" r="0" t="0"/>
          <a:stretch/>
        </p:blipFill>
        <p:spPr>
          <a:xfrm>
            <a:off x="7253104" y="1570064"/>
            <a:ext cx="4034968" cy="4034968"/>
          </a:xfrm>
          <a:prstGeom prst="rect">
            <a:avLst/>
          </a:prstGeom>
          <a:noFill/>
          <a:ln>
            <a:noFill/>
          </a:ln>
          <a:effectLst>
            <a:outerShdw blurRad="292100" rotWithShape="0" algn="tl" dir="2700000" dist="139700">
              <a:srgbClr val="333333">
                <a:alpha val="63921"/>
              </a:srgbClr>
            </a:outerShdw>
          </a:effectLst>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40">
                                            <p:txEl>
                                              <p:pRg end="0" st="0"/>
                                            </p:txEl>
                                          </p:spTgt>
                                        </p:tgtEl>
                                        <p:attrNameLst>
                                          <p:attrName>style.visibility</p:attrName>
                                        </p:attrNameLst>
                                      </p:cBhvr>
                                      <p:to>
                                        <p:strVal val="visible"/>
                                      </p:to>
                                    </p:set>
                                    <p:anim calcmode="lin" valueType="num">
                                      <p:cBhvr additive="base">
                                        <p:cTn dur="500"/>
                                        <p:tgtEl>
                                          <p:spTgt spid="240">
                                            <p:txEl>
                                              <p:pRg end="0" st="0"/>
                                            </p:txEl>
                                          </p:spTgt>
                                        </p:tgtEl>
                                        <p:attrNameLst>
                                          <p:attrName>ppt_w</p:attrName>
                                        </p:attrNameLst>
                                      </p:cBhvr>
                                      <p:tavLst>
                                        <p:tav fmla="" tm="0">
                                          <p:val>
                                            <p:strVal val="0"/>
                                          </p:val>
                                        </p:tav>
                                        <p:tav fmla="" tm="100000">
                                          <p:val>
                                            <p:strVal val="#ppt_w"/>
                                          </p:val>
                                        </p:tav>
                                      </p:tavLst>
                                    </p:anim>
                                    <p:anim calcmode="lin" valueType="num">
                                      <p:cBhvr additive="base">
                                        <p:cTn dur="500"/>
                                        <p:tgtEl>
                                          <p:spTgt spid="240">
                                            <p:txEl>
                                              <p:pRg end="0" st="0"/>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40">
                                            <p:txEl>
                                              <p:pRg end="1" st="1"/>
                                            </p:txEl>
                                          </p:spTgt>
                                        </p:tgtEl>
                                        <p:attrNameLst>
                                          <p:attrName>style.visibility</p:attrName>
                                        </p:attrNameLst>
                                      </p:cBhvr>
                                      <p:to>
                                        <p:strVal val="visible"/>
                                      </p:to>
                                    </p:set>
                                    <p:anim calcmode="lin" valueType="num">
                                      <p:cBhvr additive="base">
                                        <p:cTn dur="500"/>
                                        <p:tgtEl>
                                          <p:spTgt spid="240">
                                            <p:txEl>
                                              <p:pRg end="1" st="1"/>
                                            </p:txEl>
                                          </p:spTgt>
                                        </p:tgtEl>
                                        <p:attrNameLst>
                                          <p:attrName>ppt_w</p:attrName>
                                        </p:attrNameLst>
                                      </p:cBhvr>
                                      <p:tavLst>
                                        <p:tav fmla="" tm="0">
                                          <p:val>
                                            <p:strVal val="0"/>
                                          </p:val>
                                        </p:tav>
                                        <p:tav fmla="" tm="100000">
                                          <p:val>
                                            <p:strVal val="#ppt_w"/>
                                          </p:val>
                                        </p:tav>
                                      </p:tavLst>
                                    </p:anim>
                                    <p:anim calcmode="lin" valueType="num">
                                      <p:cBhvr additive="base">
                                        <p:cTn dur="500"/>
                                        <p:tgtEl>
                                          <p:spTgt spid="240">
                                            <p:txEl>
                                              <p:pRg end="1" st="1"/>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40">
                                            <p:txEl>
                                              <p:pRg end="2" st="2"/>
                                            </p:txEl>
                                          </p:spTgt>
                                        </p:tgtEl>
                                        <p:attrNameLst>
                                          <p:attrName>style.visibility</p:attrName>
                                        </p:attrNameLst>
                                      </p:cBhvr>
                                      <p:to>
                                        <p:strVal val="visible"/>
                                      </p:to>
                                    </p:set>
                                    <p:anim calcmode="lin" valueType="num">
                                      <p:cBhvr additive="base">
                                        <p:cTn dur="500"/>
                                        <p:tgtEl>
                                          <p:spTgt spid="240">
                                            <p:txEl>
                                              <p:pRg end="2" st="2"/>
                                            </p:txEl>
                                          </p:spTgt>
                                        </p:tgtEl>
                                        <p:attrNameLst>
                                          <p:attrName>ppt_w</p:attrName>
                                        </p:attrNameLst>
                                      </p:cBhvr>
                                      <p:tavLst>
                                        <p:tav fmla="" tm="0">
                                          <p:val>
                                            <p:strVal val="0"/>
                                          </p:val>
                                        </p:tav>
                                        <p:tav fmla="" tm="100000">
                                          <p:val>
                                            <p:strVal val="#ppt_w"/>
                                          </p:val>
                                        </p:tav>
                                      </p:tavLst>
                                    </p:anim>
                                    <p:anim calcmode="lin" valueType="num">
                                      <p:cBhvr additive="base">
                                        <p:cTn dur="500"/>
                                        <p:tgtEl>
                                          <p:spTgt spid="240">
                                            <p:txEl>
                                              <p:pRg end="2" st="2"/>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40">
                                            <p:txEl>
                                              <p:pRg end="3" st="3"/>
                                            </p:txEl>
                                          </p:spTgt>
                                        </p:tgtEl>
                                        <p:attrNameLst>
                                          <p:attrName>style.visibility</p:attrName>
                                        </p:attrNameLst>
                                      </p:cBhvr>
                                      <p:to>
                                        <p:strVal val="visible"/>
                                      </p:to>
                                    </p:set>
                                    <p:anim calcmode="lin" valueType="num">
                                      <p:cBhvr additive="base">
                                        <p:cTn dur="500"/>
                                        <p:tgtEl>
                                          <p:spTgt spid="240">
                                            <p:txEl>
                                              <p:pRg end="3" st="3"/>
                                            </p:txEl>
                                          </p:spTgt>
                                        </p:tgtEl>
                                        <p:attrNameLst>
                                          <p:attrName>ppt_w</p:attrName>
                                        </p:attrNameLst>
                                      </p:cBhvr>
                                      <p:tavLst>
                                        <p:tav fmla="" tm="0">
                                          <p:val>
                                            <p:strVal val="0"/>
                                          </p:val>
                                        </p:tav>
                                        <p:tav fmla="" tm="100000">
                                          <p:val>
                                            <p:strVal val="#ppt_w"/>
                                          </p:val>
                                        </p:tav>
                                      </p:tavLst>
                                    </p:anim>
                                    <p:anim calcmode="lin" valueType="num">
                                      <p:cBhvr additive="base">
                                        <p:cTn dur="500"/>
                                        <p:tgtEl>
                                          <p:spTgt spid="240">
                                            <p:txEl>
                                              <p:pRg end="3" st="3"/>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42"/>
                                        </p:tgtEl>
                                        <p:attrNameLst>
                                          <p:attrName>style.visibility</p:attrName>
                                        </p:attrNameLst>
                                      </p:cBhvr>
                                      <p:to>
                                        <p:strVal val="visible"/>
                                      </p:to>
                                    </p:set>
                                    <p:anim calcmode="lin" valueType="num">
                                      <p:cBhvr additive="base">
                                        <p:cTn dur="500"/>
                                        <p:tgtEl>
                                          <p:spTgt spid="242"/>
                                        </p:tgtEl>
                                        <p:attrNameLst>
                                          <p:attrName>ppt_w</p:attrName>
                                        </p:attrNameLst>
                                      </p:cBhvr>
                                      <p:tavLst>
                                        <p:tav fmla="" tm="0">
                                          <p:val>
                                            <p:strVal val="0"/>
                                          </p:val>
                                        </p:tav>
                                        <p:tav fmla="" tm="100000">
                                          <p:val>
                                            <p:strVal val="#ppt_w"/>
                                          </p:val>
                                        </p:tav>
                                      </p:tavLst>
                                    </p:anim>
                                    <p:anim calcmode="lin" valueType="num">
                                      <p:cBhvr additive="base">
                                        <p:cTn dur="500"/>
                                        <p:tgtEl>
                                          <p:spTgt spid="242"/>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20"/>
          <p:cNvSpPr txBox="1"/>
          <p:nvPr>
            <p:ph idx="1" type="body"/>
          </p:nvPr>
        </p:nvSpPr>
        <p:spPr>
          <a:xfrm>
            <a:off x="1332053" y="820080"/>
            <a:ext cx="10515600" cy="4351338"/>
          </a:xfrm>
          <a:prstGeom prst="rect">
            <a:avLst/>
          </a:prstGeom>
          <a:noFill/>
          <a:ln>
            <a:noFill/>
          </a:ln>
        </p:spPr>
        <p:txBody>
          <a:bodyPr anchorCtr="0" anchor="t" bIns="45700" lIns="91425" spcFirstLastPara="1" rIns="91425" wrap="square" tIns="45700">
            <a:normAutofit/>
          </a:bodyPr>
          <a:lstStyle/>
          <a:p>
            <a:pPr indent="0" lvl="0" marL="114300" rtl="0" algn="l">
              <a:lnSpc>
                <a:spcPct val="90000"/>
              </a:lnSpc>
              <a:spcBef>
                <a:spcPts val="1000"/>
              </a:spcBef>
              <a:spcAft>
                <a:spcPts val="0"/>
              </a:spcAft>
              <a:buSzPts val="1800"/>
              <a:buNone/>
            </a:pPr>
            <a:r>
              <a:rPr lang="en-GB"/>
              <a:t>Similarly, the way that you speak will also vary in different situations. However, there are also likely to be some common factors: for example, whether you naturally talk quietly or loudly, and how you use body language.</a:t>
            </a:r>
            <a:endParaRPr/>
          </a:p>
          <a:p>
            <a:pPr indent="-228600" lvl="0" marL="457200" rtl="0" algn="l">
              <a:lnSpc>
                <a:spcPct val="90000"/>
              </a:lnSpc>
              <a:spcBef>
                <a:spcPts val="1000"/>
              </a:spcBef>
              <a:spcAft>
                <a:spcPts val="0"/>
              </a:spcAft>
              <a:buClr>
                <a:schemeClr val="dk1"/>
              </a:buClr>
              <a:buSzPts val="1800"/>
              <a:buNone/>
            </a:pPr>
            <a:r>
              <a:t/>
            </a:r>
            <a:endParaRPr/>
          </a:p>
          <a:p>
            <a:pPr indent="-228600" lvl="0" marL="457200" rtl="0" algn="l">
              <a:lnSpc>
                <a:spcPct val="90000"/>
              </a:lnSpc>
              <a:spcBef>
                <a:spcPts val="1000"/>
              </a:spcBef>
              <a:spcAft>
                <a:spcPts val="0"/>
              </a:spcAft>
              <a:buClr>
                <a:schemeClr val="dk1"/>
              </a:buClr>
              <a:buSzPts val="1800"/>
              <a:buNone/>
            </a:pPr>
            <a:r>
              <a:t/>
            </a:r>
            <a:endParaRPr/>
          </a:p>
        </p:txBody>
      </p:sp>
      <p:sp>
        <p:nvSpPr>
          <p:cNvPr id="248" name="Google Shape;248;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pic>
        <p:nvPicPr>
          <p:cNvPr descr="images.jpeg" id="249" name="Google Shape;249;p20"/>
          <p:cNvPicPr preferRelativeResize="0"/>
          <p:nvPr/>
        </p:nvPicPr>
        <p:blipFill rotWithShape="1">
          <a:blip r:embed="rId3">
            <a:alphaModFix/>
          </a:blip>
          <a:srcRect b="0" l="0" r="0" t="0"/>
          <a:stretch/>
        </p:blipFill>
        <p:spPr>
          <a:xfrm>
            <a:off x="1903400" y="2734379"/>
            <a:ext cx="8908455" cy="393582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7">
                                            <p:txEl>
                                              <p:pRg end="0" st="0"/>
                                            </p:txEl>
                                          </p:spTgt>
                                        </p:tgtEl>
                                        <p:attrNameLst>
                                          <p:attrName>style.visibility</p:attrName>
                                        </p:attrNameLst>
                                      </p:cBhvr>
                                      <p:to>
                                        <p:strVal val="visible"/>
                                      </p:to>
                                    </p:set>
                                    <p:animEffect filter="fade" transition="in">
                                      <p:cBhvr>
                                        <p:cTn dur="1000"/>
                                        <p:tgtEl>
                                          <p:spTgt spid="24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7">
                                            <p:txEl>
                                              <p:pRg end="1" st="1"/>
                                            </p:txEl>
                                          </p:spTgt>
                                        </p:tgtEl>
                                        <p:attrNameLst>
                                          <p:attrName>style.visibility</p:attrName>
                                        </p:attrNameLst>
                                      </p:cBhvr>
                                      <p:to>
                                        <p:strVal val="visible"/>
                                      </p:to>
                                    </p:set>
                                    <p:animEffect filter="fade" transition="in">
                                      <p:cBhvr>
                                        <p:cTn dur="1000"/>
                                        <p:tgtEl>
                                          <p:spTgt spid="24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7">
                                            <p:txEl>
                                              <p:pRg end="2" st="2"/>
                                            </p:txEl>
                                          </p:spTgt>
                                        </p:tgtEl>
                                        <p:attrNameLst>
                                          <p:attrName>style.visibility</p:attrName>
                                        </p:attrNameLst>
                                      </p:cBhvr>
                                      <p:to>
                                        <p:strVal val="visible"/>
                                      </p:to>
                                    </p:set>
                                    <p:animEffect filter="fade" transition="in">
                                      <p:cBhvr>
                                        <p:cTn dur="1000"/>
                                        <p:tgtEl>
                                          <p:spTgt spid="24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9"/>
                                        </p:tgtEl>
                                        <p:attrNameLst>
                                          <p:attrName>style.visibility</p:attrName>
                                        </p:attrNameLst>
                                      </p:cBhvr>
                                      <p:to>
                                        <p:strVal val="visible"/>
                                      </p:to>
                                    </p:set>
                                    <p:animEffect filter="fade" transition="in">
                                      <p:cBhvr>
                                        <p:cTn dur="1000"/>
                                        <p:tgtEl>
                                          <p:spTgt spid="24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21"/>
          <p:cNvSpPr txBox="1"/>
          <p:nvPr>
            <p:ph type="title"/>
          </p:nvPr>
        </p:nvSpPr>
        <p:spPr>
          <a:xfrm>
            <a:off x="1208598" y="559176"/>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lang="en-GB"/>
              <a:t>Aspects of Effective Speaking:</a:t>
            </a:r>
            <a:br>
              <a:rPr lang="en-GB"/>
            </a:br>
            <a:endParaRPr/>
          </a:p>
        </p:txBody>
      </p:sp>
      <p:sp>
        <p:nvSpPr>
          <p:cNvPr id="255" name="Google Shape;255;p2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114300" rtl="0" algn="l">
              <a:lnSpc>
                <a:spcPct val="90000"/>
              </a:lnSpc>
              <a:spcBef>
                <a:spcPts val="1000"/>
              </a:spcBef>
              <a:spcAft>
                <a:spcPts val="0"/>
              </a:spcAft>
              <a:buSzPts val="1800"/>
              <a:buNone/>
            </a:pPr>
            <a:r>
              <a:rPr b="1" lang="en-GB"/>
              <a:t>Effective speaking means being able to say what you want to say in such a way that it is heard and acted upon.</a:t>
            </a:r>
            <a:endParaRPr/>
          </a:p>
          <a:p>
            <a:pPr indent="0" lvl="0" marL="0" rtl="0" algn="l">
              <a:lnSpc>
                <a:spcPct val="90000"/>
              </a:lnSpc>
              <a:spcBef>
                <a:spcPts val="1000"/>
              </a:spcBef>
              <a:spcAft>
                <a:spcPts val="0"/>
              </a:spcAft>
              <a:buSzPts val="1800"/>
              <a:buNone/>
            </a:pPr>
            <a:r>
              <a:t/>
            </a:r>
            <a:endParaRPr/>
          </a:p>
          <a:p>
            <a:pPr indent="0" lvl="0" marL="0" rtl="0" algn="ctr">
              <a:lnSpc>
                <a:spcPct val="90000"/>
              </a:lnSpc>
              <a:spcBef>
                <a:spcPts val="1000"/>
              </a:spcBef>
              <a:spcAft>
                <a:spcPts val="0"/>
              </a:spcAft>
              <a:buSzPts val="1800"/>
              <a:buNone/>
            </a:pPr>
            <a:r>
              <a:rPr lang="en-GB" sz="5400">
                <a:solidFill>
                  <a:srgbClr val="FF0000"/>
                </a:solidFill>
              </a:rPr>
              <a:t>What are the three main elements of effective speaking?</a:t>
            </a:r>
            <a:endParaRPr/>
          </a:p>
          <a:p>
            <a:pPr indent="0" lvl="0" marL="0" rtl="0" algn="l">
              <a:lnSpc>
                <a:spcPct val="90000"/>
              </a:lnSpc>
              <a:spcBef>
                <a:spcPts val="1000"/>
              </a:spcBef>
              <a:spcAft>
                <a:spcPts val="0"/>
              </a:spcAft>
              <a:buSzPts val="1800"/>
              <a:buNone/>
            </a:pPr>
            <a:r>
              <a:t/>
            </a:r>
            <a:endParaRPr/>
          </a:p>
          <a:p>
            <a:pPr indent="-400050" lvl="0" marL="514350" rtl="0" algn="l">
              <a:lnSpc>
                <a:spcPct val="90000"/>
              </a:lnSpc>
              <a:spcBef>
                <a:spcPts val="1000"/>
              </a:spcBef>
              <a:spcAft>
                <a:spcPts val="0"/>
              </a:spcAft>
              <a:buSzPts val="1800"/>
              <a:buFont typeface="Arial"/>
              <a:buNone/>
            </a:pPr>
            <a:r>
              <a:t/>
            </a:r>
            <a:endParaRPr/>
          </a:p>
          <a:p>
            <a:pPr indent="-228600" lvl="0" marL="457200" rtl="0" algn="l">
              <a:lnSpc>
                <a:spcPct val="90000"/>
              </a:lnSpc>
              <a:spcBef>
                <a:spcPts val="1000"/>
              </a:spcBef>
              <a:spcAft>
                <a:spcPts val="0"/>
              </a:spcAft>
              <a:buClr>
                <a:schemeClr val="dk1"/>
              </a:buClr>
              <a:buSzPts val="1800"/>
              <a:buNone/>
            </a:pPr>
            <a:r>
              <a:t/>
            </a:r>
            <a:endParaRPr/>
          </a:p>
          <a:p>
            <a:pPr indent="0" lvl="0" marL="0" rtl="0" algn="l">
              <a:lnSpc>
                <a:spcPct val="90000"/>
              </a:lnSpc>
              <a:spcBef>
                <a:spcPts val="1000"/>
              </a:spcBef>
              <a:spcAft>
                <a:spcPts val="0"/>
              </a:spcAft>
              <a:buSzPts val="1800"/>
              <a:buNone/>
            </a:pPr>
            <a:r>
              <a:t/>
            </a:r>
            <a:endParaRPr/>
          </a:p>
        </p:txBody>
      </p:sp>
      <p:sp>
        <p:nvSpPr>
          <p:cNvPr id="256" name="Google Shape;256;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
        <p:nvSpPr>
          <p:cNvPr id="262" name="Google Shape;262;p22"/>
          <p:cNvSpPr txBox="1"/>
          <p:nvPr/>
        </p:nvSpPr>
        <p:spPr>
          <a:xfrm>
            <a:off x="4321227" y="1323084"/>
            <a:ext cx="2856301"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n-GB" sz="3600" u="none" cap="none" strike="noStrike">
                <a:solidFill>
                  <a:srgbClr val="000090"/>
                </a:solidFill>
                <a:latin typeface="Arial"/>
                <a:ea typeface="Arial"/>
                <a:cs typeface="Arial"/>
                <a:sym typeface="Arial"/>
              </a:rPr>
              <a:t>Your voice</a:t>
            </a:r>
            <a:endParaRPr b="1" i="0" sz="3600" u="none" cap="none" strike="noStrike">
              <a:solidFill>
                <a:srgbClr val="00009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600"/>
              <a:buFont typeface="Arial"/>
              <a:buNone/>
            </a:pPr>
            <a:r>
              <a:t/>
            </a:r>
            <a:endParaRPr b="1" i="0" sz="3600" u="none" cap="none" strike="noStrike">
              <a:solidFill>
                <a:srgbClr val="000090"/>
              </a:solidFill>
              <a:latin typeface="Arial"/>
              <a:ea typeface="Arial"/>
              <a:cs typeface="Arial"/>
              <a:sym typeface="Arial"/>
            </a:endParaRPr>
          </a:p>
        </p:txBody>
      </p:sp>
      <p:sp>
        <p:nvSpPr>
          <p:cNvPr id="263" name="Google Shape;263;p22"/>
          <p:cNvSpPr txBox="1"/>
          <p:nvPr/>
        </p:nvSpPr>
        <p:spPr>
          <a:xfrm>
            <a:off x="7389397" y="1058469"/>
            <a:ext cx="4802603" cy="286232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600"/>
              <a:buFont typeface="Arial"/>
              <a:buNone/>
            </a:pPr>
            <a:r>
              <a:rPr b="1" i="0" lang="en-GB" sz="3600" u="none" cap="none" strike="noStrike">
                <a:solidFill>
                  <a:srgbClr val="000090"/>
                </a:solidFill>
                <a:latin typeface="Arial"/>
                <a:ea typeface="Arial"/>
                <a:cs typeface="Arial"/>
                <a:sym typeface="Arial"/>
              </a:rPr>
              <a:t>Your other non-verbal communication, particularly body language</a:t>
            </a:r>
            <a:endParaRPr b="1" i="0" sz="3600" u="none" cap="none" strike="noStrike">
              <a:solidFill>
                <a:srgbClr val="00009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600"/>
              <a:buFont typeface="Arial"/>
              <a:buNone/>
            </a:pPr>
            <a:r>
              <a:t/>
            </a:r>
            <a:endParaRPr b="1" i="0" sz="3600" u="none" cap="none" strike="noStrike">
              <a:solidFill>
                <a:srgbClr val="000090"/>
              </a:solidFill>
              <a:latin typeface="Arial"/>
              <a:ea typeface="Arial"/>
              <a:cs typeface="Arial"/>
              <a:sym typeface="Arial"/>
            </a:endParaRPr>
          </a:p>
        </p:txBody>
      </p:sp>
      <p:pic>
        <p:nvPicPr>
          <p:cNvPr descr="new-scrabble-words-2018-beatdown-5657-57124c9f228c0258d65053fe7d389149@1x.jpg" id="264" name="Google Shape;264;p22"/>
          <p:cNvPicPr preferRelativeResize="0"/>
          <p:nvPr/>
        </p:nvPicPr>
        <p:blipFill rotWithShape="1">
          <a:blip r:embed="rId3">
            <a:alphaModFix/>
          </a:blip>
          <a:srcRect b="0" l="0" r="0" t="0"/>
          <a:stretch/>
        </p:blipFill>
        <p:spPr>
          <a:xfrm>
            <a:off x="301054" y="2998995"/>
            <a:ext cx="3551754" cy="2663816"/>
          </a:xfrm>
          <a:prstGeom prst="rect">
            <a:avLst/>
          </a:prstGeom>
          <a:noFill/>
          <a:ln>
            <a:noFill/>
          </a:ln>
        </p:spPr>
      </p:pic>
      <p:pic>
        <p:nvPicPr>
          <p:cNvPr descr="images.png" id="265" name="Google Shape;265;p22"/>
          <p:cNvPicPr preferRelativeResize="0"/>
          <p:nvPr/>
        </p:nvPicPr>
        <p:blipFill rotWithShape="1">
          <a:blip r:embed="rId4">
            <a:alphaModFix/>
          </a:blip>
          <a:srcRect b="0" l="0" r="0" t="0"/>
          <a:stretch/>
        </p:blipFill>
        <p:spPr>
          <a:xfrm>
            <a:off x="4269338" y="3197010"/>
            <a:ext cx="3111500" cy="2616200"/>
          </a:xfrm>
          <a:prstGeom prst="rect">
            <a:avLst/>
          </a:prstGeom>
          <a:noFill/>
          <a:ln>
            <a:noFill/>
          </a:ln>
        </p:spPr>
      </p:pic>
      <p:pic>
        <p:nvPicPr>
          <p:cNvPr descr="téléchargement (1).jpeg" id="266" name="Google Shape;266;p22"/>
          <p:cNvPicPr preferRelativeResize="0"/>
          <p:nvPr/>
        </p:nvPicPr>
        <p:blipFill rotWithShape="1">
          <a:blip r:embed="rId5">
            <a:alphaModFix/>
          </a:blip>
          <a:srcRect b="0" l="0" r="0" t="0"/>
          <a:stretch/>
        </p:blipFill>
        <p:spPr>
          <a:xfrm>
            <a:off x="8011701" y="3460198"/>
            <a:ext cx="3866646" cy="2573077"/>
          </a:xfrm>
          <a:prstGeom prst="rect">
            <a:avLst/>
          </a:prstGeom>
          <a:noFill/>
          <a:ln>
            <a:noFill/>
          </a:ln>
        </p:spPr>
      </p:pic>
      <p:sp>
        <p:nvSpPr>
          <p:cNvPr id="267" name="Google Shape;267;p22"/>
          <p:cNvSpPr txBox="1"/>
          <p:nvPr/>
        </p:nvSpPr>
        <p:spPr>
          <a:xfrm>
            <a:off x="585001" y="1446576"/>
            <a:ext cx="2907246"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600"/>
              <a:buFont typeface="Arial"/>
              <a:buNone/>
            </a:pPr>
            <a:r>
              <a:rPr b="1" i="0" lang="en-GB" sz="3600" u="none" cap="none" strike="noStrike">
                <a:solidFill>
                  <a:srgbClr val="000090"/>
                </a:solidFill>
                <a:latin typeface="Arial"/>
                <a:ea typeface="Arial"/>
                <a:cs typeface="Arial"/>
                <a:sym typeface="Arial"/>
              </a:rPr>
              <a:t>The words you use</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7"/>
                                        </p:tgtEl>
                                        <p:attrNameLst>
                                          <p:attrName>style.visibility</p:attrName>
                                        </p:attrNameLst>
                                      </p:cBhvr>
                                      <p:to>
                                        <p:strVal val="visible"/>
                                      </p:to>
                                    </p:set>
                                    <p:animEffect filter="fade" transition="in">
                                      <p:cBhvr>
                                        <p:cTn dur="500"/>
                                        <p:tgtEl>
                                          <p:spTgt spid="267"/>
                                        </p:tgtEl>
                                      </p:cBhvr>
                                    </p:animEffect>
                                  </p:childTnLst>
                                </p:cTn>
                              </p:par>
                              <p:par>
                                <p:cTn fill="hold" nodeType="withEffect" presetClass="entr" presetID="10" presetSubtype="0">
                                  <p:stCondLst>
                                    <p:cond delay="0"/>
                                  </p:stCondLst>
                                  <p:childTnLst>
                                    <p:set>
                                      <p:cBhvr>
                                        <p:cTn dur="1" fill="hold">
                                          <p:stCondLst>
                                            <p:cond delay="0"/>
                                          </p:stCondLst>
                                        </p:cTn>
                                        <p:tgtEl>
                                          <p:spTgt spid="264"/>
                                        </p:tgtEl>
                                        <p:attrNameLst>
                                          <p:attrName>style.visibility</p:attrName>
                                        </p:attrNameLst>
                                      </p:cBhvr>
                                      <p:to>
                                        <p:strVal val="visible"/>
                                      </p:to>
                                    </p:set>
                                    <p:animEffect filter="fade" transition="in">
                                      <p:cBhvr>
                                        <p:cTn dur="500"/>
                                        <p:tgtEl>
                                          <p:spTgt spid="2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2"/>
                                        </p:tgtEl>
                                        <p:attrNameLst>
                                          <p:attrName>style.visibility</p:attrName>
                                        </p:attrNameLst>
                                      </p:cBhvr>
                                      <p:to>
                                        <p:strVal val="visible"/>
                                      </p:to>
                                    </p:set>
                                    <p:animEffect filter="fade" transition="in">
                                      <p:cBhvr>
                                        <p:cTn dur="500"/>
                                        <p:tgtEl>
                                          <p:spTgt spid="262"/>
                                        </p:tgtEl>
                                      </p:cBhvr>
                                    </p:animEffect>
                                  </p:childTnLst>
                                </p:cTn>
                              </p:par>
                              <p:par>
                                <p:cTn fill="hold" nodeType="withEffect" presetClass="entr" presetID="10" presetSubtype="0">
                                  <p:stCondLst>
                                    <p:cond delay="0"/>
                                  </p:stCondLst>
                                  <p:childTnLst>
                                    <p:set>
                                      <p:cBhvr>
                                        <p:cTn dur="1" fill="hold">
                                          <p:stCondLst>
                                            <p:cond delay="0"/>
                                          </p:stCondLst>
                                        </p:cTn>
                                        <p:tgtEl>
                                          <p:spTgt spid="265"/>
                                        </p:tgtEl>
                                        <p:attrNameLst>
                                          <p:attrName>style.visibility</p:attrName>
                                        </p:attrNameLst>
                                      </p:cBhvr>
                                      <p:to>
                                        <p:strVal val="visible"/>
                                      </p:to>
                                    </p:set>
                                    <p:animEffect filter="fade" transition="in">
                                      <p:cBhvr>
                                        <p:cTn dur="500"/>
                                        <p:tgtEl>
                                          <p:spTgt spid="2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
                                        </p:tgtEl>
                                        <p:attrNameLst>
                                          <p:attrName>style.visibility</p:attrName>
                                        </p:attrNameLst>
                                      </p:cBhvr>
                                      <p:to>
                                        <p:strVal val="visible"/>
                                      </p:to>
                                    </p:set>
                                    <p:animEffect filter="fade" transition="in">
                                      <p:cBhvr>
                                        <p:cTn dur="500"/>
                                        <p:tgtEl>
                                          <p:spTgt spid="263"/>
                                        </p:tgtEl>
                                      </p:cBhvr>
                                    </p:animEffect>
                                  </p:childTnLst>
                                </p:cTn>
                              </p:par>
                              <p:par>
                                <p:cTn fill="hold" nodeType="withEffect" presetClass="entr" presetID="10" presetSubtype="0">
                                  <p:stCondLst>
                                    <p:cond delay="0"/>
                                  </p:stCondLst>
                                  <p:childTnLst>
                                    <p:set>
                                      <p:cBhvr>
                                        <p:cTn dur="1" fill="hold">
                                          <p:stCondLst>
                                            <p:cond delay="0"/>
                                          </p:stCondLst>
                                        </p:cTn>
                                        <p:tgtEl>
                                          <p:spTgt spid="266"/>
                                        </p:tgtEl>
                                        <p:attrNameLst>
                                          <p:attrName>style.visibility</p:attrName>
                                        </p:attrNameLst>
                                      </p:cBhvr>
                                      <p:to>
                                        <p:strVal val="visible"/>
                                      </p:to>
                                    </p:set>
                                    <p:animEffect filter="fade" transition="in">
                                      <p:cBhvr>
                                        <p:cTn dur="500"/>
                                        <p:tgtEl>
                                          <p:spTgt spid="26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23"/>
          <p:cNvSpPr txBox="1"/>
          <p:nvPr>
            <p:ph type="title"/>
          </p:nvPr>
        </p:nvSpPr>
        <p:spPr>
          <a:xfrm>
            <a:off x="1049856" y="964919"/>
            <a:ext cx="10515600" cy="132556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45454"/>
              <a:buNone/>
            </a:pPr>
            <a:r>
              <a:rPr lang="en-GB">
                <a:solidFill>
                  <a:srgbClr val="FF0000"/>
                </a:solidFill>
              </a:rPr>
              <a:t>Choosing Your Words:</a:t>
            </a:r>
            <a:br>
              <a:rPr lang="en-GB">
                <a:solidFill>
                  <a:srgbClr val="FF0000"/>
                </a:solidFill>
              </a:rPr>
            </a:br>
            <a:r>
              <a:rPr b="1" i="1" lang="en-GB">
                <a:solidFill>
                  <a:srgbClr val="FF0000"/>
                </a:solidFill>
              </a:rPr>
              <a:t>What</a:t>
            </a:r>
            <a:r>
              <a:rPr b="1" lang="en-GB">
                <a:solidFill>
                  <a:srgbClr val="FF0000"/>
                </a:solidFill>
              </a:rPr>
              <a:t> you say—the words you choose—matters:</a:t>
            </a:r>
            <a:br>
              <a:rPr b="1" lang="en-GB">
                <a:solidFill>
                  <a:srgbClr val="FF0000"/>
                </a:solidFill>
              </a:rPr>
            </a:br>
            <a:endParaRPr>
              <a:solidFill>
                <a:srgbClr val="FF0000"/>
              </a:solidFill>
            </a:endParaRPr>
          </a:p>
        </p:txBody>
      </p:sp>
      <p:sp>
        <p:nvSpPr>
          <p:cNvPr id="273" name="Google Shape;273;p2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10000"/>
          </a:bodyPr>
          <a:lstStyle/>
          <a:p>
            <a:pPr indent="-228600" lvl="0" marL="457200" rtl="0" algn="l">
              <a:lnSpc>
                <a:spcPct val="90000"/>
              </a:lnSpc>
              <a:spcBef>
                <a:spcPts val="1000"/>
              </a:spcBef>
              <a:spcAft>
                <a:spcPts val="0"/>
              </a:spcAft>
              <a:buClr>
                <a:schemeClr val="dk1"/>
              </a:buClr>
              <a:buSzPct val="69498"/>
              <a:buNone/>
            </a:pPr>
            <a:r>
              <a:t/>
            </a:r>
            <a:endParaRPr/>
          </a:p>
          <a:p>
            <a:pPr indent="-342900" lvl="0" marL="457200" rtl="0" algn="l">
              <a:lnSpc>
                <a:spcPct val="90000"/>
              </a:lnSpc>
              <a:spcBef>
                <a:spcPts val="1000"/>
              </a:spcBef>
              <a:spcAft>
                <a:spcPts val="0"/>
              </a:spcAft>
              <a:buClr>
                <a:schemeClr val="dk1"/>
              </a:buClr>
              <a:buSzPct val="69498"/>
              <a:buChar char="•"/>
            </a:pPr>
            <a:r>
              <a:rPr b="1" lang="en-GB"/>
              <a:t>Your audience</a:t>
            </a:r>
            <a:r>
              <a:rPr lang="en-GB"/>
              <a:t>. The words you choose will be different if you are talking to 200 people at a conference, a trusted colleague, your boss, or your children. You need to think about your audience’s overall level of understanding of the subject, and also the type of language that you use.</a:t>
            </a:r>
            <a:endParaRPr/>
          </a:p>
          <a:p>
            <a:pPr indent="-342900" lvl="0" marL="457200" rtl="0" algn="l">
              <a:lnSpc>
                <a:spcPct val="90000"/>
              </a:lnSpc>
              <a:spcBef>
                <a:spcPts val="1000"/>
              </a:spcBef>
              <a:spcAft>
                <a:spcPts val="0"/>
              </a:spcAft>
              <a:buClr>
                <a:schemeClr val="dk1"/>
              </a:buClr>
              <a:buSzPct val="69498"/>
              <a:buChar char="•"/>
            </a:pPr>
            <a:r>
              <a:rPr b="1" lang="en-GB"/>
              <a:t>Shorter sentences are easier to process and understand.</a:t>
            </a:r>
            <a:r>
              <a:rPr lang="en-GB"/>
              <a:t> Using shorter sentences also creates urgency.</a:t>
            </a:r>
            <a:endParaRPr/>
          </a:p>
          <a:p>
            <a:pPr indent="-342900" lvl="0" marL="457200" rtl="0" algn="l">
              <a:lnSpc>
                <a:spcPct val="90000"/>
              </a:lnSpc>
              <a:spcBef>
                <a:spcPts val="1000"/>
              </a:spcBef>
              <a:spcAft>
                <a:spcPts val="0"/>
              </a:spcAft>
              <a:buClr>
                <a:schemeClr val="dk1"/>
              </a:buClr>
              <a:buSzPct val="69498"/>
              <a:buChar char="•"/>
            </a:pPr>
            <a:r>
              <a:rPr b="1" lang="en-GB"/>
              <a:t>Simpler words are also easier to understand.</a:t>
            </a:r>
            <a:r>
              <a:rPr lang="en-GB"/>
              <a:t> If you cannot explain something in simple terms, you have probably not understood it yourself. This is particularly important if your audience are not all native speakers of the language.</a:t>
            </a:r>
            <a:endParaRPr/>
          </a:p>
          <a:p>
            <a:pPr indent="-228600" lvl="0" marL="457200" rtl="0" algn="l">
              <a:lnSpc>
                <a:spcPct val="90000"/>
              </a:lnSpc>
              <a:spcBef>
                <a:spcPts val="1000"/>
              </a:spcBef>
              <a:spcAft>
                <a:spcPts val="0"/>
              </a:spcAft>
              <a:buClr>
                <a:schemeClr val="dk1"/>
              </a:buClr>
              <a:buSzPct val="69498"/>
              <a:buNone/>
            </a:pPr>
            <a:r>
              <a:t/>
            </a:r>
            <a:endParaRPr/>
          </a:p>
          <a:p>
            <a:pPr indent="0" lvl="0" marL="0" rtl="0" algn="l">
              <a:lnSpc>
                <a:spcPct val="90000"/>
              </a:lnSpc>
              <a:spcBef>
                <a:spcPts val="1000"/>
              </a:spcBef>
              <a:spcAft>
                <a:spcPts val="0"/>
              </a:spcAft>
              <a:buSzPct val="69498"/>
              <a:buNone/>
            </a:pPr>
            <a:r>
              <a:t/>
            </a:r>
            <a:endParaRPr/>
          </a:p>
        </p:txBody>
      </p:sp>
      <p:sp>
        <p:nvSpPr>
          <p:cNvPr id="274" name="Google Shape;274;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24"/>
          <p:cNvSpPr txBox="1"/>
          <p:nvPr>
            <p:ph type="title"/>
          </p:nvPr>
        </p:nvSpPr>
        <p:spPr>
          <a:xfrm>
            <a:off x="1102770" y="612099"/>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i="1" lang="en-GB" u="sng">
                <a:solidFill>
                  <a:srgbClr val="FF0000"/>
                </a:solidFill>
              </a:rPr>
              <a:t>Your Voice:</a:t>
            </a:r>
            <a:br>
              <a:rPr b="1" i="1" lang="en-GB" u="sng">
                <a:solidFill>
                  <a:srgbClr val="FF0000"/>
                </a:solidFill>
              </a:rPr>
            </a:br>
            <a:endParaRPr b="1" i="1" u="sng">
              <a:solidFill>
                <a:srgbClr val="FF0000"/>
              </a:solidFill>
            </a:endParaRPr>
          </a:p>
        </p:txBody>
      </p:sp>
      <p:sp>
        <p:nvSpPr>
          <p:cNvPr id="280" name="Google Shape;280;p2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1000"/>
              </a:spcBef>
              <a:spcAft>
                <a:spcPts val="0"/>
              </a:spcAft>
              <a:buClr>
                <a:schemeClr val="dk1"/>
              </a:buClr>
              <a:buSzPts val="1800"/>
              <a:buChar char="•"/>
            </a:pPr>
            <a:r>
              <a:rPr lang="en-GB"/>
              <a:t>Your voice can reveal as much about your personal history as your appearance. The sound of a voice and the content of speech can provide clues to an individual's emotional state.</a:t>
            </a:r>
            <a:endParaRPr/>
          </a:p>
          <a:p>
            <a:pPr indent="-342900" lvl="0" marL="457200" rtl="0" algn="l">
              <a:lnSpc>
                <a:spcPct val="90000"/>
              </a:lnSpc>
              <a:spcBef>
                <a:spcPts val="1000"/>
              </a:spcBef>
              <a:spcAft>
                <a:spcPts val="0"/>
              </a:spcAft>
              <a:buClr>
                <a:schemeClr val="dk1"/>
              </a:buClr>
              <a:buSzPts val="1800"/>
              <a:buChar char="•"/>
            </a:pPr>
            <a:r>
              <a:rPr lang="en-GB"/>
              <a:t>For instance, if self-esteem is low, it may be reflected by hesitancy in the voice. A shy person may speak quietly, but someone who is confident in themselves will be more likely to have command of their voice and clarity of speech.</a:t>
            </a:r>
            <a:endParaRPr/>
          </a:p>
        </p:txBody>
      </p:sp>
      <p:sp>
        <p:nvSpPr>
          <p:cNvPr id="281" name="Google Shape;281;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80">
                                            <p:txEl>
                                              <p:pRg end="0" st="0"/>
                                            </p:txEl>
                                          </p:spTgt>
                                        </p:tgtEl>
                                        <p:attrNameLst>
                                          <p:attrName>style.visibility</p:attrName>
                                        </p:attrNameLst>
                                      </p:cBhvr>
                                      <p:to>
                                        <p:strVal val="visible"/>
                                      </p:to>
                                    </p:set>
                                    <p:anim calcmode="lin" valueType="num">
                                      <p:cBhvr additive="base">
                                        <p:cTn dur="500"/>
                                        <p:tgtEl>
                                          <p:spTgt spid="280">
                                            <p:txEl>
                                              <p:pRg end="0" st="0"/>
                                            </p:txEl>
                                          </p:spTgt>
                                        </p:tgtEl>
                                        <p:attrNameLst>
                                          <p:attrName>ppt_w</p:attrName>
                                        </p:attrNameLst>
                                      </p:cBhvr>
                                      <p:tavLst>
                                        <p:tav fmla="" tm="0">
                                          <p:val>
                                            <p:strVal val="0"/>
                                          </p:val>
                                        </p:tav>
                                        <p:tav fmla="" tm="100000">
                                          <p:val>
                                            <p:strVal val="#ppt_w"/>
                                          </p:val>
                                        </p:tav>
                                      </p:tavLst>
                                    </p:anim>
                                    <p:anim calcmode="lin" valueType="num">
                                      <p:cBhvr additive="base">
                                        <p:cTn dur="500"/>
                                        <p:tgtEl>
                                          <p:spTgt spid="280">
                                            <p:txEl>
                                              <p:pRg end="0" st="0"/>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80">
                                            <p:txEl>
                                              <p:pRg end="1" st="1"/>
                                            </p:txEl>
                                          </p:spTgt>
                                        </p:tgtEl>
                                        <p:attrNameLst>
                                          <p:attrName>style.visibility</p:attrName>
                                        </p:attrNameLst>
                                      </p:cBhvr>
                                      <p:to>
                                        <p:strVal val="visible"/>
                                      </p:to>
                                    </p:set>
                                    <p:anim calcmode="lin" valueType="num">
                                      <p:cBhvr additive="base">
                                        <p:cTn dur="500"/>
                                        <p:tgtEl>
                                          <p:spTgt spid="280">
                                            <p:txEl>
                                              <p:pRg end="1" st="1"/>
                                            </p:txEl>
                                          </p:spTgt>
                                        </p:tgtEl>
                                        <p:attrNameLst>
                                          <p:attrName>ppt_w</p:attrName>
                                        </p:attrNameLst>
                                      </p:cBhvr>
                                      <p:tavLst>
                                        <p:tav fmla="" tm="0">
                                          <p:val>
                                            <p:strVal val="0"/>
                                          </p:val>
                                        </p:tav>
                                        <p:tav fmla="" tm="100000">
                                          <p:val>
                                            <p:strVal val="#ppt_w"/>
                                          </p:val>
                                        </p:tav>
                                      </p:tavLst>
                                    </p:anim>
                                    <p:anim calcmode="lin" valueType="num">
                                      <p:cBhvr additive="base">
                                        <p:cTn dur="500"/>
                                        <p:tgtEl>
                                          <p:spTgt spid="280">
                                            <p:txEl>
                                              <p:pRg end="1" st="1"/>
                                            </p:txEl>
                                          </p:spTgt>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25"/>
          <p:cNvSpPr txBox="1"/>
          <p:nvPr>
            <p:ph type="title"/>
          </p:nvPr>
        </p:nvSpPr>
        <p:spPr>
          <a:xfrm>
            <a:off x="1226225" y="541537"/>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i="1" lang="en-GB" u="sng">
                <a:solidFill>
                  <a:srgbClr val="FF0000"/>
                </a:solidFill>
              </a:rPr>
              <a:t>Body Language:</a:t>
            </a:r>
            <a:br>
              <a:rPr b="1" i="1" lang="en-GB" u="sng">
                <a:solidFill>
                  <a:srgbClr val="FF0000"/>
                </a:solidFill>
              </a:rPr>
            </a:br>
            <a:endParaRPr b="1" i="1" u="sng">
              <a:solidFill>
                <a:srgbClr val="FF0000"/>
              </a:solidFill>
            </a:endParaRPr>
          </a:p>
        </p:txBody>
      </p:sp>
      <p:sp>
        <p:nvSpPr>
          <p:cNvPr id="287" name="Google Shape;287;p2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342900" lvl="0" marL="457200" rtl="0" algn="l">
              <a:lnSpc>
                <a:spcPct val="90000"/>
              </a:lnSpc>
              <a:spcBef>
                <a:spcPts val="1000"/>
              </a:spcBef>
              <a:spcAft>
                <a:spcPts val="0"/>
              </a:spcAft>
              <a:buClr>
                <a:schemeClr val="dk1"/>
              </a:buClr>
              <a:buSzPts val="1800"/>
              <a:buChar char="•"/>
            </a:pPr>
            <a:r>
              <a:rPr lang="en-GB"/>
              <a:t>A considerably amount of communication—some estimates suggest over 50%—is non-verbal. Tone of voice, pace and emphasis are all part of non-verbal communication.</a:t>
            </a:r>
            <a:endParaRPr/>
          </a:p>
          <a:p>
            <a:pPr indent="-342900" lvl="0" marL="457200" rtl="0" algn="l">
              <a:lnSpc>
                <a:spcPct val="90000"/>
              </a:lnSpc>
              <a:spcBef>
                <a:spcPts val="1000"/>
              </a:spcBef>
              <a:spcAft>
                <a:spcPts val="0"/>
              </a:spcAft>
              <a:buClr>
                <a:schemeClr val="dk1"/>
              </a:buClr>
              <a:buSzPts val="1800"/>
              <a:buChar char="•"/>
            </a:pPr>
            <a:r>
              <a:rPr lang="en-GB"/>
              <a:t>However, your body language is also important. This includes how you stand, your facial expressions, the way you use your hands to emphasize your speech, and even whether and with whom you make eye contact.</a:t>
            </a:r>
            <a:endParaRPr/>
          </a:p>
          <a:p>
            <a:pPr indent="-342900" lvl="0" marL="457200" rtl="0" algn="l">
              <a:lnSpc>
                <a:spcPct val="90000"/>
              </a:lnSpc>
              <a:spcBef>
                <a:spcPts val="1000"/>
              </a:spcBef>
              <a:spcAft>
                <a:spcPts val="0"/>
              </a:spcAft>
              <a:buClr>
                <a:schemeClr val="dk1"/>
              </a:buClr>
              <a:buSzPts val="1800"/>
              <a:buChar char="•"/>
            </a:pPr>
            <a:r>
              <a:rPr lang="en-GB"/>
              <a:t>When you are </a:t>
            </a:r>
            <a:r>
              <a:rPr b="1" lang="en-GB">
                <a:solidFill>
                  <a:srgbClr val="FF0000"/>
                </a:solidFill>
              </a:rPr>
              <a:t>presenting</a:t>
            </a:r>
            <a:r>
              <a:rPr lang="en-GB"/>
              <a:t>, strong, positive body language becomes an essential tool in helping you build credibility, express your emotions, and connect with your listeners. It also helps your listeners focus more intently on you and what you're saying. </a:t>
            </a:r>
            <a:endParaRPr/>
          </a:p>
        </p:txBody>
      </p:sp>
      <p:sp>
        <p:nvSpPr>
          <p:cNvPr id="288" name="Google Shape;288;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7">
                                            <p:txEl>
                                              <p:pRg end="0" st="0"/>
                                            </p:txEl>
                                          </p:spTgt>
                                        </p:tgtEl>
                                        <p:attrNameLst>
                                          <p:attrName>style.visibility</p:attrName>
                                        </p:attrNameLst>
                                      </p:cBhvr>
                                      <p:to>
                                        <p:strVal val="visible"/>
                                      </p:to>
                                    </p:set>
                                    <p:animEffect filter="fade" transition="in">
                                      <p:cBhvr>
                                        <p:cTn dur="1000"/>
                                        <p:tgtEl>
                                          <p:spTgt spid="28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7">
                                            <p:txEl>
                                              <p:pRg end="1" st="1"/>
                                            </p:txEl>
                                          </p:spTgt>
                                        </p:tgtEl>
                                        <p:attrNameLst>
                                          <p:attrName>style.visibility</p:attrName>
                                        </p:attrNameLst>
                                      </p:cBhvr>
                                      <p:to>
                                        <p:strVal val="visible"/>
                                      </p:to>
                                    </p:set>
                                    <p:animEffect filter="fade" transition="in">
                                      <p:cBhvr>
                                        <p:cTn dur="1000"/>
                                        <p:tgtEl>
                                          <p:spTgt spid="28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7">
                                            <p:txEl>
                                              <p:pRg end="2" st="2"/>
                                            </p:txEl>
                                          </p:spTgt>
                                        </p:tgtEl>
                                        <p:attrNameLst>
                                          <p:attrName>style.visibility</p:attrName>
                                        </p:attrNameLst>
                                      </p:cBhvr>
                                      <p:to>
                                        <p:strVal val="visible"/>
                                      </p:to>
                                    </p:set>
                                    <p:animEffect filter="fade" transition="in">
                                      <p:cBhvr>
                                        <p:cTn dur="1000"/>
                                        <p:tgtEl>
                                          <p:spTgt spid="287">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26"/>
          <p:cNvSpPr txBox="1"/>
          <p:nvPr/>
        </p:nvSpPr>
        <p:spPr>
          <a:xfrm>
            <a:off x="1516835" y="599800"/>
            <a:ext cx="3763570" cy="58477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GB" sz="3200" u="none" cap="none" strike="noStrike">
                <a:solidFill>
                  <a:srgbClr val="800000"/>
                </a:solidFill>
                <a:latin typeface="Times New Roman"/>
                <a:ea typeface="Times New Roman"/>
                <a:cs typeface="Times New Roman"/>
                <a:sym typeface="Times New Roman"/>
              </a:rPr>
              <a:t>Do you sometimes… </a:t>
            </a:r>
            <a:endParaRPr b="1" i="0" sz="3200" u="none" cap="none" strike="noStrike">
              <a:solidFill>
                <a:srgbClr val="800000"/>
              </a:solidFill>
              <a:latin typeface="Times New Roman"/>
              <a:ea typeface="Times New Roman"/>
              <a:cs typeface="Times New Roman"/>
              <a:sym typeface="Times New Roman"/>
            </a:endParaRPr>
          </a:p>
        </p:txBody>
      </p:sp>
      <p:sp>
        <p:nvSpPr>
          <p:cNvPr id="294" name="Google Shape;294;p26"/>
          <p:cNvSpPr txBox="1"/>
          <p:nvPr/>
        </p:nvSpPr>
        <p:spPr>
          <a:xfrm>
            <a:off x="466618" y="1256099"/>
            <a:ext cx="11499724" cy="2146228"/>
          </a:xfrm>
          <a:prstGeom prst="rect">
            <a:avLst/>
          </a:prstGeom>
          <a:noFill/>
          <a:ln>
            <a:noFill/>
          </a:ln>
        </p:spPr>
        <p:txBody>
          <a:bodyPr anchorCtr="0" anchor="t" bIns="45700" lIns="91425" spcFirstLastPara="1" rIns="91425" wrap="square" tIns="45700">
            <a:spAutoFit/>
          </a:bodyPr>
          <a:lstStyle/>
          <a:p>
            <a:pPr indent="-457200" lvl="0" marL="457200" marR="0" rtl="0" algn="l">
              <a:lnSpc>
                <a:spcPct val="120000"/>
              </a:lnSpc>
              <a:spcBef>
                <a:spcPts val="0"/>
              </a:spcBef>
              <a:spcAft>
                <a:spcPts val="0"/>
              </a:spcAft>
              <a:buClr>
                <a:schemeClr val="dk1"/>
              </a:buClr>
              <a:buSzPts val="2800"/>
              <a:buFont typeface="Arial"/>
              <a:buChar char="•"/>
            </a:pPr>
            <a:r>
              <a:rPr b="0" i="0" lang="en-GB" sz="2800" u="none" cap="none" strike="noStrike">
                <a:solidFill>
                  <a:schemeClr val="dk1"/>
                </a:solidFill>
                <a:latin typeface="Times New Roman"/>
                <a:ea typeface="Times New Roman"/>
                <a:cs typeface="Times New Roman"/>
                <a:sym typeface="Times New Roman"/>
              </a:rPr>
              <a:t>Talk when others are talking?</a:t>
            </a:r>
            <a:endParaRPr b="0" i="0" sz="1400" u="none" cap="none" strike="noStrike">
              <a:solidFill>
                <a:srgbClr val="000000"/>
              </a:solidFill>
              <a:latin typeface="Arial"/>
              <a:ea typeface="Arial"/>
              <a:cs typeface="Arial"/>
              <a:sym typeface="Arial"/>
            </a:endParaRPr>
          </a:p>
          <a:p>
            <a:pPr indent="-457200" lvl="0" marL="457200" marR="0" rtl="0" algn="l">
              <a:lnSpc>
                <a:spcPct val="120000"/>
              </a:lnSpc>
              <a:spcBef>
                <a:spcPts val="0"/>
              </a:spcBef>
              <a:spcAft>
                <a:spcPts val="0"/>
              </a:spcAft>
              <a:buClr>
                <a:schemeClr val="dk1"/>
              </a:buClr>
              <a:buSzPts val="2800"/>
              <a:buFont typeface="Arial"/>
              <a:buChar char="•"/>
            </a:pPr>
            <a:r>
              <a:rPr b="0" i="0" lang="en-GB" sz="2800" u="none" cap="none" strike="noStrike">
                <a:solidFill>
                  <a:schemeClr val="dk1"/>
                </a:solidFill>
                <a:latin typeface="Times New Roman"/>
                <a:ea typeface="Times New Roman"/>
                <a:cs typeface="Times New Roman"/>
                <a:sym typeface="Times New Roman"/>
              </a:rPr>
              <a:t>Often have to ask people to repeat themselves?</a:t>
            </a:r>
            <a:endParaRPr b="0" i="0" sz="1400" u="none" cap="none" strike="noStrike">
              <a:solidFill>
                <a:srgbClr val="000000"/>
              </a:solidFill>
              <a:latin typeface="Arial"/>
              <a:ea typeface="Arial"/>
              <a:cs typeface="Arial"/>
              <a:sym typeface="Arial"/>
            </a:endParaRPr>
          </a:p>
          <a:p>
            <a:pPr indent="-457200" lvl="0" marL="457200" marR="0" rtl="0" algn="l">
              <a:lnSpc>
                <a:spcPct val="120000"/>
              </a:lnSpc>
              <a:spcBef>
                <a:spcPts val="0"/>
              </a:spcBef>
              <a:spcAft>
                <a:spcPts val="0"/>
              </a:spcAft>
              <a:buClr>
                <a:schemeClr val="dk1"/>
              </a:buClr>
              <a:buSzPts val="2800"/>
              <a:buFont typeface="Arial"/>
              <a:buChar char="•"/>
            </a:pPr>
            <a:r>
              <a:rPr b="0" i="0" lang="en-GB" sz="2800" u="none" cap="none" strike="noStrike">
                <a:solidFill>
                  <a:schemeClr val="dk1"/>
                </a:solidFill>
                <a:latin typeface="Times New Roman"/>
                <a:ea typeface="Times New Roman"/>
                <a:cs typeface="Times New Roman"/>
                <a:sym typeface="Times New Roman"/>
              </a:rPr>
              <a:t>Often interrupt others when they’re talking?</a:t>
            </a:r>
            <a:endParaRPr b="0" i="0" sz="1400" u="none" cap="none" strike="noStrike">
              <a:solidFill>
                <a:srgbClr val="000000"/>
              </a:solidFill>
              <a:latin typeface="Arial"/>
              <a:ea typeface="Arial"/>
              <a:cs typeface="Arial"/>
              <a:sym typeface="Arial"/>
            </a:endParaRPr>
          </a:p>
          <a:p>
            <a:pPr indent="-457200" lvl="0" marL="457200" marR="0" rtl="0" algn="l">
              <a:lnSpc>
                <a:spcPct val="120000"/>
              </a:lnSpc>
              <a:spcBef>
                <a:spcPts val="0"/>
              </a:spcBef>
              <a:spcAft>
                <a:spcPts val="0"/>
              </a:spcAft>
              <a:buClr>
                <a:schemeClr val="dk1"/>
              </a:buClr>
              <a:buSzPts val="2800"/>
              <a:buFont typeface="Arial"/>
              <a:buChar char="•"/>
            </a:pPr>
            <a:r>
              <a:rPr b="0" i="0" lang="en-GB" sz="2800" u="none" cap="none" strike="noStrike">
                <a:solidFill>
                  <a:schemeClr val="dk1"/>
                </a:solidFill>
                <a:latin typeface="Times New Roman"/>
                <a:ea typeface="Times New Roman"/>
                <a:cs typeface="Times New Roman"/>
                <a:sym typeface="Times New Roman"/>
              </a:rPr>
              <a:t>Jump to conclusion before the speaker is finished talking?</a:t>
            </a:r>
            <a:endParaRPr b="0" i="0" sz="1400" u="none" cap="none" strike="noStrike">
              <a:solidFill>
                <a:srgbClr val="000000"/>
              </a:solidFill>
              <a:latin typeface="Arial"/>
              <a:ea typeface="Arial"/>
              <a:cs typeface="Arial"/>
              <a:sym typeface="Arial"/>
            </a:endParaRPr>
          </a:p>
        </p:txBody>
      </p:sp>
      <p:sp>
        <p:nvSpPr>
          <p:cNvPr id="295" name="Google Shape;295;p26"/>
          <p:cNvSpPr txBox="1"/>
          <p:nvPr>
            <p:ph idx="12" type="sldNum"/>
          </p:nvPr>
        </p:nvSpPr>
        <p:spPr>
          <a:xfrm>
            <a:off x="11525610" y="6343502"/>
            <a:ext cx="280922" cy="294639"/>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
        <p:nvSpPr>
          <p:cNvPr id="296" name="Google Shape;296;p26"/>
          <p:cNvSpPr txBox="1"/>
          <p:nvPr/>
        </p:nvSpPr>
        <p:spPr>
          <a:xfrm>
            <a:off x="3556000" y="4616824"/>
            <a:ext cx="18466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297" name="Google Shape;297;p26"/>
          <p:cNvPicPr preferRelativeResize="0"/>
          <p:nvPr/>
        </p:nvPicPr>
        <p:blipFill rotWithShape="1">
          <a:blip r:embed="rId3">
            <a:alphaModFix/>
          </a:blip>
          <a:srcRect b="0" l="0" r="0" t="0"/>
          <a:stretch/>
        </p:blipFill>
        <p:spPr>
          <a:xfrm>
            <a:off x="2995998" y="3381221"/>
            <a:ext cx="6103175" cy="349442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7"/>
                                        </p:tgtEl>
                                        <p:attrNameLst>
                                          <p:attrName>style.visibility</p:attrName>
                                        </p:attrNameLst>
                                      </p:cBhvr>
                                      <p:to>
                                        <p:strVal val="visible"/>
                                      </p:to>
                                    </p:set>
                                    <p:animEffect filter="fade" transition="in">
                                      <p:cBhvr>
                                        <p:cTn dur="500"/>
                                        <p:tgtEl>
                                          <p:spTgt spid="2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93"/>
                                        </p:tgtEl>
                                        <p:attrNameLst>
                                          <p:attrName>style.visibility</p:attrName>
                                        </p:attrNameLst>
                                      </p:cBhvr>
                                      <p:to>
                                        <p:strVal val="visible"/>
                                      </p:to>
                                    </p:set>
                                    <p:anim calcmode="lin" valueType="num">
                                      <p:cBhvr additive="base">
                                        <p:cTn dur="500"/>
                                        <p:tgtEl>
                                          <p:spTgt spid="293"/>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94"/>
                                        </p:tgtEl>
                                        <p:attrNameLst>
                                          <p:attrName>style.visibility</p:attrName>
                                        </p:attrNameLst>
                                      </p:cBhvr>
                                      <p:to>
                                        <p:strVal val="visible"/>
                                      </p:to>
                                    </p:set>
                                    <p:anim calcmode="lin" valueType="num">
                                      <p:cBhvr additive="base">
                                        <p:cTn dur="500"/>
                                        <p:tgtEl>
                                          <p:spTgt spid="294"/>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27"/>
          <p:cNvSpPr txBox="1"/>
          <p:nvPr>
            <p:ph idx="1" type="body"/>
          </p:nvPr>
        </p:nvSpPr>
        <p:spPr>
          <a:xfrm>
            <a:off x="740780" y="1936333"/>
            <a:ext cx="11305710" cy="205543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3600"/>
              <a:buNone/>
            </a:pPr>
            <a:r>
              <a:rPr lang="en-GB" sz="3600">
                <a:latin typeface="Times New Roman"/>
                <a:ea typeface="Times New Roman"/>
                <a:cs typeface="Times New Roman"/>
                <a:sym typeface="Times New Roman"/>
              </a:rPr>
              <a:t>If you answered “</a:t>
            </a:r>
            <a:r>
              <a:rPr b="1" lang="en-GB" sz="3600">
                <a:solidFill>
                  <a:srgbClr val="800000"/>
                </a:solidFill>
                <a:latin typeface="Times New Roman"/>
                <a:ea typeface="Times New Roman"/>
                <a:cs typeface="Times New Roman"/>
                <a:sym typeface="Times New Roman"/>
              </a:rPr>
              <a:t>yes</a:t>
            </a:r>
            <a:r>
              <a:rPr lang="en-GB" sz="3600">
                <a:latin typeface="Times New Roman"/>
                <a:ea typeface="Times New Roman"/>
                <a:cs typeface="Times New Roman"/>
                <a:sym typeface="Times New Roman"/>
              </a:rPr>
              <a:t>” to one or more of these questions, you may need to improve your </a:t>
            </a:r>
            <a:r>
              <a:rPr lang="en-GB" sz="3600">
                <a:solidFill>
                  <a:srgbClr val="FF0000"/>
                </a:solidFill>
                <a:latin typeface="Times New Roman"/>
                <a:ea typeface="Times New Roman"/>
                <a:cs typeface="Times New Roman"/>
                <a:sym typeface="Times New Roman"/>
              </a:rPr>
              <a:t>listening skills</a:t>
            </a:r>
            <a:r>
              <a:rPr lang="en-GB" sz="3600">
                <a:latin typeface="Times New Roman"/>
                <a:ea typeface="Times New Roman"/>
                <a:cs typeface="Times New Roman"/>
                <a:sym typeface="Times New Roman"/>
              </a:rPr>
              <a:t>. </a:t>
            </a:r>
            <a:endParaRPr sz="3600">
              <a:latin typeface="Times New Roman"/>
              <a:ea typeface="Times New Roman"/>
              <a:cs typeface="Times New Roman"/>
              <a:sym typeface="Times New Roman"/>
            </a:endParaRPr>
          </a:p>
        </p:txBody>
      </p:sp>
      <p:sp>
        <p:nvSpPr>
          <p:cNvPr id="303" name="Google Shape;303;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2">
                                            <p:txEl>
                                              <p:pRg end="0" st="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i="1" lang="en-GB" u="sng">
                <a:solidFill>
                  <a:srgbClr val="FF0000"/>
                </a:solidFill>
              </a:rPr>
              <a:t>   Active listening:</a:t>
            </a:r>
            <a:endParaRPr b="1" i="1" u="sng">
              <a:solidFill>
                <a:srgbClr val="FF0000"/>
              </a:solidFill>
            </a:endParaRPr>
          </a:p>
        </p:txBody>
      </p:sp>
      <p:sp>
        <p:nvSpPr>
          <p:cNvPr id="309" name="Google Shape;309;p2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1000"/>
              </a:spcBef>
              <a:spcAft>
                <a:spcPts val="0"/>
              </a:spcAft>
              <a:buClr>
                <a:schemeClr val="dk1"/>
              </a:buClr>
              <a:buSzPts val="1800"/>
              <a:buChar char="•"/>
            </a:pPr>
            <a:r>
              <a:rPr lang="en-GB"/>
              <a:t>One of the most critical skills in effective communication is </a:t>
            </a:r>
            <a:r>
              <a:rPr b="1" lang="en-GB" sz="3600">
                <a:solidFill>
                  <a:srgbClr val="FF0000"/>
                </a:solidFill>
              </a:rPr>
              <a:t>active listening. </a:t>
            </a:r>
            <a:endParaRPr b="1" sz="3600">
              <a:solidFill>
                <a:srgbClr val="FF0000"/>
              </a:solidFill>
            </a:endParaRPr>
          </a:p>
          <a:p>
            <a:pPr indent="-342900" lvl="0" marL="457200" rtl="0" algn="l">
              <a:lnSpc>
                <a:spcPct val="90000"/>
              </a:lnSpc>
              <a:spcBef>
                <a:spcPts val="1000"/>
              </a:spcBef>
              <a:spcAft>
                <a:spcPts val="0"/>
              </a:spcAft>
              <a:buClr>
                <a:schemeClr val="dk1"/>
              </a:buClr>
              <a:buSzPts val="1800"/>
              <a:buChar char="•"/>
            </a:pPr>
            <a:r>
              <a:rPr lang="en-GB"/>
              <a:t>Developing this soft skill will help you build and maintain relationships, solve problems, improve processes and retain information such as instructions, procedures and expectations.</a:t>
            </a:r>
            <a:endParaRPr/>
          </a:p>
        </p:txBody>
      </p:sp>
      <p:sp>
        <p:nvSpPr>
          <p:cNvPr id="310" name="Google Shape;310;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pic>
        <p:nvPicPr>
          <p:cNvPr descr="Capture d’écran 2021-09-29 à 20.14.37.png" id="311" name="Google Shape;311;p28"/>
          <p:cNvPicPr preferRelativeResize="0"/>
          <p:nvPr/>
        </p:nvPicPr>
        <p:blipFill rotWithShape="1">
          <a:blip r:embed="rId3">
            <a:alphaModFix/>
          </a:blip>
          <a:srcRect b="0" l="0" r="0" t="0"/>
          <a:stretch/>
        </p:blipFill>
        <p:spPr>
          <a:xfrm>
            <a:off x="1919014" y="4623553"/>
            <a:ext cx="7526618" cy="217743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9">
                                            <p:txEl>
                                              <p:pRg end="0" st="0"/>
                                            </p:txEl>
                                          </p:spTgt>
                                        </p:tgtEl>
                                        <p:attrNameLst>
                                          <p:attrName>style.visibility</p:attrName>
                                        </p:attrNameLst>
                                      </p:cBhvr>
                                      <p:to>
                                        <p:strVal val="visible"/>
                                      </p:to>
                                    </p:set>
                                    <p:animEffect filter="fade" transition="in">
                                      <p:cBhvr>
                                        <p:cTn dur="1000"/>
                                        <p:tgtEl>
                                          <p:spTgt spid="30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9">
                                            <p:txEl>
                                              <p:pRg end="1" st="1"/>
                                            </p:txEl>
                                          </p:spTgt>
                                        </p:tgtEl>
                                        <p:attrNameLst>
                                          <p:attrName>style.visibility</p:attrName>
                                        </p:attrNameLst>
                                      </p:cBhvr>
                                      <p:to>
                                        <p:strVal val="visible"/>
                                      </p:to>
                                    </p:set>
                                    <p:animEffect filter="fade" transition="in">
                                      <p:cBhvr>
                                        <p:cTn dur="1000"/>
                                        <p:tgtEl>
                                          <p:spTgt spid="30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1"/>
                                        </p:tgtEl>
                                        <p:attrNameLst>
                                          <p:attrName>style.visibility</p:attrName>
                                        </p:attrNameLst>
                                      </p:cBhvr>
                                      <p:to>
                                        <p:strVal val="visible"/>
                                      </p:to>
                                    </p:set>
                                    <p:animEffect filter="fade" transition="in">
                                      <p:cBhvr>
                                        <p:cTn dur="1000"/>
                                        <p:tgtEl>
                                          <p:spTgt spid="3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29"/>
          <p:cNvSpPr txBox="1"/>
          <p:nvPr>
            <p:ph idx="1" type="body"/>
          </p:nvPr>
        </p:nvSpPr>
        <p:spPr>
          <a:xfrm>
            <a:off x="358588" y="1605345"/>
            <a:ext cx="6777318" cy="3428931"/>
          </a:xfrm>
          <a:prstGeom prst="rect">
            <a:avLst/>
          </a:prstGeom>
          <a:noFill/>
          <a:ln>
            <a:noFill/>
          </a:ln>
        </p:spPr>
        <p:txBody>
          <a:bodyPr anchorCtr="0" anchor="t" bIns="45700" lIns="91425" spcFirstLastPara="1" rIns="91425" wrap="square" tIns="45700">
            <a:normAutofit fontScale="85000" lnSpcReduction="20000"/>
          </a:bodyPr>
          <a:lstStyle/>
          <a:p>
            <a:pPr indent="-228600" lvl="0" marL="228600" rtl="0" algn="l">
              <a:lnSpc>
                <a:spcPct val="140000"/>
              </a:lnSpc>
              <a:spcBef>
                <a:spcPts val="0"/>
              </a:spcBef>
              <a:spcAft>
                <a:spcPts val="0"/>
              </a:spcAft>
              <a:buClr>
                <a:schemeClr val="dk1"/>
              </a:buClr>
              <a:buSzPct val="117647"/>
              <a:buChar char="•"/>
            </a:pPr>
            <a:r>
              <a:rPr lang="en-GB" sz="3330">
                <a:latin typeface="Times New Roman"/>
                <a:ea typeface="Times New Roman"/>
                <a:cs typeface="Times New Roman"/>
                <a:sym typeface="Times New Roman"/>
              </a:rPr>
              <a:t>Listening </a:t>
            </a:r>
            <a:r>
              <a:rPr lang="en-GB" sz="3330">
                <a:solidFill>
                  <a:srgbClr val="800000"/>
                </a:solidFill>
                <a:latin typeface="Times New Roman"/>
                <a:ea typeface="Times New Roman"/>
                <a:cs typeface="Times New Roman"/>
                <a:sym typeface="Times New Roman"/>
              </a:rPr>
              <a:t>beyond words </a:t>
            </a:r>
            <a:r>
              <a:rPr lang="en-GB" sz="3330">
                <a:latin typeface="Times New Roman"/>
                <a:ea typeface="Times New Roman"/>
                <a:cs typeface="Times New Roman"/>
                <a:sym typeface="Times New Roman"/>
              </a:rPr>
              <a:t>in order to </a:t>
            </a:r>
            <a:r>
              <a:rPr lang="en-GB" sz="3330">
                <a:solidFill>
                  <a:srgbClr val="800000"/>
                </a:solidFill>
                <a:latin typeface="Times New Roman"/>
                <a:ea typeface="Times New Roman"/>
                <a:cs typeface="Times New Roman"/>
                <a:sym typeface="Times New Roman"/>
              </a:rPr>
              <a:t>understand</a:t>
            </a:r>
            <a:r>
              <a:rPr lang="en-GB" sz="3330">
                <a:latin typeface="Times New Roman"/>
                <a:ea typeface="Times New Roman"/>
                <a:cs typeface="Times New Roman"/>
                <a:sym typeface="Times New Roman"/>
              </a:rPr>
              <a:t> a deeper message.</a:t>
            </a:r>
            <a:endParaRPr/>
          </a:p>
          <a:p>
            <a:pPr indent="-228600" lvl="0" marL="228600" rtl="0" algn="l">
              <a:lnSpc>
                <a:spcPct val="140000"/>
              </a:lnSpc>
              <a:spcBef>
                <a:spcPts val="1000"/>
              </a:spcBef>
              <a:spcAft>
                <a:spcPts val="0"/>
              </a:spcAft>
              <a:buClr>
                <a:srgbClr val="800000"/>
              </a:buClr>
              <a:buSzPct val="117647"/>
              <a:buChar char="•"/>
            </a:pPr>
            <a:r>
              <a:rPr lang="en-GB" sz="3330">
                <a:solidFill>
                  <a:srgbClr val="800000"/>
                </a:solidFill>
                <a:latin typeface="Times New Roman"/>
                <a:ea typeface="Times New Roman"/>
                <a:cs typeface="Times New Roman"/>
                <a:sym typeface="Times New Roman"/>
              </a:rPr>
              <a:t>Attentively</a:t>
            </a:r>
            <a:r>
              <a:rPr lang="en-GB" sz="3330">
                <a:latin typeface="Times New Roman"/>
                <a:ea typeface="Times New Roman"/>
                <a:cs typeface="Times New Roman"/>
                <a:sym typeface="Times New Roman"/>
              </a:rPr>
              <a:t> seeking to understand a speaker’s message, rather than passively hearing the words a speaker says.</a:t>
            </a:r>
            <a:endParaRPr/>
          </a:p>
          <a:p>
            <a:pPr indent="-228600" lvl="0" marL="228600" rtl="0" algn="l">
              <a:lnSpc>
                <a:spcPct val="140000"/>
              </a:lnSpc>
              <a:spcBef>
                <a:spcPts val="1000"/>
              </a:spcBef>
              <a:spcAft>
                <a:spcPts val="0"/>
              </a:spcAft>
              <a:buClr>
                <a:srgbClr val="800000"/>
              </a:buClr>
              <a:buSzPct val="117647"/>
              <a:buChar char="•"/>
            </a:pPr>
            <a:r>
              <a:rPr lang="en-GB" sz="3330">
                <a:solidFill>
                  <a:srgbClr val="800000"/>
                </a:solidFill>
                <a:latin typeface="Times New Roman"/>
                <a:ea typeface="Times New Roman"/>
                <a:cs typeface="Times New Roman"/>
                <a:sym typeface="Times New Roman"/>
              </a:rPr>
              <a:t>Reducing</a:t>
            </a:r>
            <a:r>
              <a:rPr lang="en-GB" sz="3330">
                <a:latin typeface="Times New Roman"/>
                <a:ea typeface="Times New Roman"/>
                <a:cs typeface="Times New Roman"/>
                <a:sym typeface="Times New Roman"/>
              </a:rPr>
              <a:t> and </a:t>
            </a:r>
            <a:r>
              <a:rPr lang="en-GB" sz="3330">
                <a:solidFill>
                  <a:srgbClr val="800000"/>
                </a:solidFill>
                <a:latin typeface="Times New Roman"/>
                <a:ea typeface="Times New Roman"/>
                <a:cs typeface="Times New Roman"/>
                <a:sym typeface="Times New Roman"/>
              </a:rPr>
              <a:t>ignoring</a:t>
            </a:r>
            <a:r>
              <a:rPr lang="en-GB" sz="3330">
                <a:latin typeface="Times New Roman"/>
                <a:ea typeface="Times New Roman"/>
                <a:cs typeface="Times New Roman"/>
                <a:sym typeface="Times New Roman"/>
              </a:rPr>
              <a:t> external distractions</a:t>
            </a:r>
            <a:endParaRPr/>
          </a:p>
          <a:p>
            <a:pPr indent="0" lvl="0" marL="0" rtl="0" algn="l">
              <a:lnSpc>
                <a:spcPct val="90000"/>
              </a:lnSpc>
              <a:spcBef>
                <a:spcPts val="1000"/>
              </a:spcBef>
              <a:spcAft>
                <a:spcPts val="0"/>
              </a:spcAft>
              <a:buClr>
                <a:schemeClr val="dk1"/>
              </a:buClr>
              <a:buSzPct val="117647"/>
              <a:buNone/>
            </a:pPr>
            <a:r>
              <a:t/>
            </a:r>
            <a:endParaRPr sz="3330">
              <a:solidFill>
                <a:srgbClr val="800000"/>
              </a:solidFill>
              <a:latin typeface="Times New Roman"/>
              <a:ea typeface="Times New Roman"/>
              <a:cs typeface="Times New Roman"/>
              <a:sym typeface="Times New Roman"/>
            </a:endParaRPr>
          </a:p>
        </p:txBody>
      </p:sp>
      <p:pic>
        <p:nvPicPr>
          <p:cNvPr descr="Screen Shot 2020-04-15 at 12.52.50 AM.png" id="318" name="Google Shape;318;p29"/>
          <p:cNvPicPr preferRelativeResize="0"/>
          <p:nvPr/>
        </p:nvPicPr>
        <p:blipFill rotWithShape="1">
          <a:blip r:embed="rId3">
            <a:alphaModFix/>
          </a:blip>
          <a:srcRect b="0" l="0" r="0" t="0"/>
          <a:stretch/>
        </p:blipFill>
        <p:spPr>
          <a:xfrm>
            <a:off x="7296034" y="1605345"/>
            <a:ext cx="4770463" cy="3175408"/>
          </a:xfrm>
          <a:prstGeom prst="rect">
            <a:avLst/>
          </a:prstGeom>
          <a:noFill/>
          <a:ln>
            <a:noFill/>
          </a:ln>
        </p:spPr>
      </p:pic>
      <p:sp>
        <p:nvSpPr>
          <p:cNvPr id="319" name="Google Shape;319;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
        <p:nvSpPr>
          <p:cNvPr id="320" name="Google Shape;320;p29"/>
          <p:cNvSpPr txBox="1"/>
          <p:nvPr/>
        </p:nvSpPr>
        <p:spPr>
          <a:xfrm>
            <a:off x="1322820" y="546876"/>
            <a:ext cx="6225462" cy="8309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800"/>
              <a:buFont typeface="Arial"/>
              <a:buNone/>
            </a:pPr>
            <a:r>
              <a:rPr b="1" i="1" lang="en-GB" sz="4800" u="sng" cap="none" strike="noStrike">
                <a:solidFill>
                  <a:srgbClr val="FF0000"/>
                </a:solidFill>
                <a:latin typeface="Times New Roman"/>
                <a:ea typeface="Times New Roman"/>
                <a:cs typeface="Times New Roman"/>
                <a:sym typeface="Times New Roman"/>
              </a:rPr>
              <a:t>Active listening: </a:t>
            </a:r>
            <a:endParaRPr b="1" i="1" sz="4800" u="sng" cap="none" strike="noStrike">
              <a:solidFill>
                <a:srgbClr val="FF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8"/>
                                        </p:tgtEl>
                                        <p:attrNameLst>
                                          <p:attrName>style.visibility</p:attrName>
                                        </p:attrNameLst>
                                      </p:cBhvr>
                                      <p:to>
                                        <p:strVal val="visible"/>
                                      </p:to>
                                    </p:set>
                                    <p:animEffect filter="fade" transition="in">
                                      <p:cBhvr>
                                        <p:cTn dur="500"/>
                                        <p:tgtEl>
                                          <p:spTgt spid="31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7">
                                            <p:txEl>
                                              <p:pRg end="0" st="0"/>
                                            </p:txEl>
                                          </p:spTgt>
                                        </p:tgtEl>
                                        <p:attrNameLst>
                                          <p:attrName>style.visibility</p:attrName>
                                        </p:attrNameLst>
                                      </p:cBhvr>
                                      <p:to>
                                        <p:strVal val="visible"/>
                                      </p:to>
                                    </p:set>
                                    <p:animEffect filter="fade" transition="in">
                                      <p:cBhvr>
                                        <p:cTn dur="500"/>
                                        <p:tgtEl>
                                          <p:spTgt spid="31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7">
                                            <p:txEl>
                                              <p:pRg end="1" st="1"/>
                                            </p:txEl>
                                          </p:spTgt>
                                        </p:tgtEl>
                                        <p:attrNameLst>
                                          <p:attrName>style.visibility</p:attrName>
                                        </p:attrNameLst>
                                      </p:cBhvr>
                                      <p:to>
                                        <p:strVal val="visible"/>
                                      </p:to>
                                    </p:set>
                                    <p:animEffect filter="fade" transition="in">
                                      <p:cBhvr>
                                        <p:cTn dur="500"/>
                                        <p:tgtEl>
                                          <p:spTgt spid="31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7">
                                            <p:txEl>
                                              <p:pRg end="2" st="2"/>
                                            </p:txEl>
                                          </p:spTgt>
                                        </p:tgtEl>
                                        <p:attrNameLst>
                                          <p:attrName>style.visibility</p:attrName>
                                        </p:attrNameLst>
                                      </p:cBhvr>
                                      <p:to>
                                        <p:strVal val="visible"/>
                                      </p:to>
                                    </p:set>
                                    <p:animEffect filter="fade" transition="in">
                                      <p:cBhvr>
                                        <p:cTn dur="500"/>
                                        <p:tgtEl>
                                          <p:spTgt spid="31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7">
                                            <p:txEl>
                                              <p:pRg end="3" st="3"/>
                                            </p:txEl>
                                          </p:spTgt>
                                        </p:tgtEl>
                                        <p:attrNameLst>
                                          <p:attrName>style.visibility</p:attrName>
                                        </p:attrNameLst>
                                      </p:cBhvr>
                                      <p:to>
                                        <p:strVal val="visible"/>
                                      </p:to>
                                    </p:set>
                                    <p:animEffect filter="fade" transition="in">
                                      <p:cBhvr>
                                        <p:cTn dur="500"/>
                                        <p:tgtEl>
                                          <p:spTgt spid="317">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30"/>
          <p:cNvSpPr txBox="1"/>
          <p:nvPr/>
        </p:nvSpPr>
        <p:spPr>
          <a:xfrm>
            <a:off x="1358093" y="599800"/>
            <a:ext cx="5511044" cy="58477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GB" sz="3200" u="none" cap="none" strike="noStrike">
                <a:solidFill>
                  <a:srgbClr val="800000"/>
                </a:solidFill>
                <a:latin typeface="Times New Roman"/>
                <a:ea typeface="Times New Roman"/>
                <a:cs typeface="Times New Roman"/>
                <a:sym typeface="Times New Roman"/>
              </a:rPr>
              <a:t>A time you weren’t listened to</a:t>
            </a:r>
            <a:endParaRPr b="1" i="0" sz="3200" u="none" cap="none" strike="noStrike">
              <a:solidFill>
                <a:srgbClr val="800000"/>
              </a:solidFill>
              <a:latin typeface="Times New Roman"/>
              <a:ea typeface="Times New Roman"/>
              <a:cs typeface="Times New Roman"/>
              <a:sym typeface="Times New Roman"/>
            </a:endParaRPr>
          </a:p>
        </p:txBody>
      </p:sp>
      <p:sp>
        <p:nvSpPr>
          <p:cNvPr id="326" name="Google Shape;326;p30"/>
          <p:cNvSpPr txBox="1"/>
          <p:nvPr/>
        </p:nvSpPr>
        <p:spPr>
          <a:xfrm>
            <a:off x="440940" y="1746474"/>
            <a:ext cx="10752606" cy="107717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t/>
            </a:r>
            <a:endParaRPr b="0" i="0" sz="3200" u="none" cap="none" strike="noStrike">
              <a:solidFill>
                <a:schemeClr val="dk1"/>
              </a:solidFill>
              <a:latin typeface="Times New Roman"/>
              <a:ea typeface="Times New Roman"/>
              <a:cs typeface="Times New Roman"/>
              <a:sym typeface="Times New Roman"/>
            </a:endParaRPr>
          </a:p>
          <a:p>
            <a:pPr indent="-457200" lvl="0" marL="457200" marR="0" rtl="0" algn="l">
              <a:lnSpc>
                <a:spcPct val="100000"/>
              </a:lnSpc>
              <a:spcBef>
                <a:spcPts val="0"/>
              </a:spcBef>
              <a:spcAft>
                <a:spcPts val="0"/>
              </a:spcAft>
              <a:buClr>
                <a:schemeClr val="dk1"/>
              </a:buClr>
              <a:buSzPts val="3200"/>
              <a:buFont typeface="Arial"/>
              <a:buChar char="•"/>
            </a:pPr>
            <a:r>
              <a:rPr b="0" i="0" lang="en-GB" sz="3200" u="none" cap="none" strike="noStrike">
                <a:solidFill>
                  <a:schemeClr val="dk1"/>
                </a:solidFill>
                <a:latin typeface="Times New Roman"/>
                <a:ea typeface="Times New Roman"/>
                <a:cs typeface="Times New Roman"/>
                <a:sym typeface="Times New Roman"/>
              </a:rPr>
              <a:t>What impact has this on you ? How did you feel?</a:t>
            </a:r>
            <a:endParaRPr b="0" i="0" sz="3200" u="none" cap="none" strike="noStrike">
              <a:solidFill>
                <a:schemeClr val="dk1"/>
              </a:solidFill>
              <a:latin typeface="Times New Roman"/>
              <a:ea typeface="Times New Roman"/>
              <a:cs typeface="Times New Roman"/>
              <a:sym typeface="Times New Roman"/>
            </a:endParaRPr>
          </a:p>
        </p:txBody>
      </p:sp>
      <p:sp>
        <p:nvSpPr>
          <p:cNvPr id="327" name="Google Shape;327;p30"/>
          <p:cNvSpPr txBox="1"/>
          <p:nvPr>
            <p:ph idx="12" type="sldNum"/>
          </p:nvPr>
        </p:nvSpPr>
        <p:spPr>
          <a:xfrm>
            <a:off x="11346316" y="6373384"/>
            <a:ext cx="280922" cy="294639"/>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pic>
        <p:nvPicPr>
          <p:cNvPr descr="kissclipart-active-listener-clipart-active-listening-learning-7170986ca9d5baa8.jpg" id="328" name="Google Shape;328;p30"/>
          <p:cNvPicPr preferRelativeResize="0"/>
          <p:nvPr/>
        </p:nvPicPr>
        <p:blipFill rotWithShape="1">
          <a:blip r:embed="rId3">
            <a:alphaModFix/>
          </a:blip>
          <a:srcRect b="0" l="0" r="0" t="0"/>
          <a:stretch/>
        </p:blipFill>
        <p:spPr>
          <a:xfrm>
            <a:off x="3959412" y="3791106"/>
            <a:ext cx="4347882" cy="308183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5"/>
                                        </p:tgtEl>
                                        <p:attrNameLst>
                                          <p:attrName>style.visibility</p:attrName>
                                        </p:attrNameLst>
                                      </p:cBhvr>
                                      <p:to>
                                        <p:strVal val="visible"/>
                                      </p:to>
                                    </p:set>
                                    <p:animEffect filter="fade" transition="in">
                                      <p:cBhvr>
                                        <p:cTn dur="500"/>
                                        <p:tgtEl>
                                          <p:spTgt spid="32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graphicFrame>
        <p:nvGraphicFramePr>
          <p:cNvPr id="333" name="Google Shape;333;p31"/>
          <p:cNvGraphicFramePr/>
          <p:nvPr/>
        </p:nvGraphicFramePr>
        <p:xfrm>
          <a:off x="127866" y="1607325"/>
          <a:ext cx="3000000" cy="3000000"/>
        </p:xfrm>
        <a:graphic>
          <a:graphicData uri="http://schemas.openxmlformats.org/drawingml/2006/table">
            <a:tbl>
              <a:tblPr bandRow="1" firstRow="1">
                <a:noFill/>
                <a:tableStyleId>{54E9E7AD-0728-449E-A55D-EEC7B5773D90}</a:tableStyleId>
              </a:tblPr>
              <a:tblGrid>
                <a:gridCol w="6023250"/>
                <a:gridCol w="6023250"/>
              </a:tblGrid>
              <a:tr h="606925">
                <a:tc>
                  <a:txBody>
                    <a:bodyPr/>
                    <a:lstStyle/>
                    <a:p>
                      <a:pPr indent="0" lvl="0" marL="0" marR="0" rtl="0" algn="ctr">
                        <a:lnSpc>
                          <a:spcPct val="100000"/>
                        </a:lnSpc>
                        <a:spcBef>
                          <a:spcPts val="0"/>
                        </a:spcBef>
                        <a:spcAft>
                          <a:spcPts val="0"/>
                        </a:spcAft>
                        <a:buClr>
                          <a:srgbClr val="000000"/>
                        </a:buClr>
                        <a:buSzPts val="2400"/>
                        <a:buFont typeface="Arial"/>
                        <a:buNone/>
                      </a:pPr>
                      <a:r>
                        <a:rPr lang="en-GB" sz="2400" u="none" cap="none" strike="noStrike">
                          <a:solidFill>
                            <a:srgbClr val="000000"/>
                          </a:solidFill>
                          <a:latin typeface="Times New Roman"/>
                          <a:ea typeface="Times New Roman"/>
                          <a:cs typeface="Times New Roman"/>
                          <a:sym typeface="Times New Roman"/>
                        </a:rPr>
                        <a:t>Hearing </a:t>
                      </a:r>
                      <a:endParaRPr sz="2400" u="none" cap="none" strike="noStrike">
                        <a:solidFill>
                          <a:srgbClr val="000000"/>
                        </a:solidFill>
                        <a:latin typeface="Times New Roman"/>
                        <a:ea typeface="Times New Roman"/>
                        <a:cs typeface="Times New Roman"/>
                        <a:sym typeface="Times New Roman"/>
                      </a:endParaRPr>
                    </a:p>
                  </a:txBody>
                  <a:tcPr marT="45725" marB="45725" marR="91450" marL="91450">
                    <a:solidFill>
                      <a:srgbClr val="F2DADA"/>
                    </a:solidFill>
                  </a:tcPr>
                </a:tc>
                <a:tc>
                  <a:txBody>
                    <a:bodyPr/>
                    <a:lstStyle/>
                    <a:p>
                      <a:pPr indent="0" lvl="0" marL="0" marR="0" rtl="0" algn="ctr">
                        <a:lnSpc>
                          <a:spcPct val="100000"/>
                        </a:lnSpc>
                        <a:spcBef>
                          <a:spcPts val="0"/>
                        </a:spcBef>
                        <a:spcAft>
                          <a:spcPts val="0"/>
                        </a:spcAft>
                        <a:buClr>
                          <a:srgbClr val="000000"/>
                        </a:buClr>
                        <a:buSzPts val="2400"/>
                        <a:buFont typeface="Arial"/>
                        <a:buNone/>
                      </a:pPr>
                      <a:r>
                        <a:rPr lang="en-GB" sz="2400" u="none" cap="none" strike="noStrike">
                          <a:solidFill>
                            <a:schemeClr val="dk1"/>
                          </a:solidFill>
                          <a:latin typeface="Times New Roman"/>
                          <a:ea typeface="Times New Roman"/>
                          <a:cs typeface="Times New Roman"/>
                          <a:sym typeface="Times New Roman"/>
                        </a:rPr>
                        <a:t>Listening    </a:t>
                      </a:r>
                      <a:endParaRPr sz="2400" u="none" cap="none" strike="noStrike">
                        <a:solidFill>
                          <a:schemeClr val="dk1"/>
                        </a:solidFill>
                        <a:latin typeface="Times New Roman"/>
                        <a:ea typeface="Times New Roman"/>
                        <a:cs typeface="Times New Roman"/>
                        <a:sym typeface="Times New Roman"/>
                      </a:endParaRPr>
                    </a:p>
                  </a:txBody>
                  <a:tcPr marT="45725" marB="45725" marR="91450" marL="91450">
                    <a:solidFill>
                      <a:srgbClr val="F2DADA"/>
                    </a:solidFill>
                  </a:tcPr>
                </a:tc>
              </a:tr>
              <a:tr h="1015400">
                <a:tc>
                  <a:txBody>
                    <a:bodyPr/>
                    <a:lstStyle/>
                    <a:p>
                      <a:pPr indent="0" lvl="0" marL="457200" marR="0" rtl="0" algn="l">
                        <a:lnSpc>
                          <a:spcPct val="115000"/>
                        </a:lnSpc>
                        <a:spcBef>
                          <a:spcPts val="0"/>
                        </a:spcBef>
                        <a:spcAft>
                          <a:spcPts val="0"/>
                        </a:spcAft>
                        <a:buClr>
                          <a:srgbClr val="000000"/>
                        </a:buClr>
                        <a:buSzPts val="1800"/>
                        <a:buFont typeface="Arial"/>
                        <a:buNone/>
                      </a:pPr>
                      <a:r>
                        <a:rPr lang="en-GB" sz="1800" u="none" cap="none" strike="noStrike">
                          <a:latin typeface="Times New Roman"/>
                          <a:ea typeface="Times New Roman"/>
                          <a:cs typeface="Times New Roman"/>
                          <a:sym typeface="Times New Roman"/>
                        </a:rPr>
                        <a:t>Hearing is one of the 5 senses and it just </a:t>
                      </a:r>
                      <a:r>
                        <a:rPr b="1" lang="en-GB" sz="1800" u="none" cap="none" strike="noStrike">
                          <a:solidFill>
                            <a:srgbClr val="008000"/>
                          </a:solidFill>
                          <a:latin typeface="Times New Roman"/>
                          <a:ea typeface="Times New Roman"/>
                          <a:cs typeface="Times New Roman"/>
                          <a:sym typeface="Times New Roman"/>
                        </a:rPr>
                        <a:t>happens all the time,</a:t>
                      </a:r>
                      <a:r>
                        <a:rPr lang="en-GB" sz="1800" u="none" cap="none" strike="noStrike">
                          <a:latin typeface="Times New Roman"/>
                          <a:ea typeface="Times New Roman"/>
                          <a:cs typeface="Times New Roman"/>
                          <a:sym typeface="Times New Roman"/>
                        </a:rPr>
                        <a:t> whether you like it or not, unless you have a hearing problem.</a:t>
                      </a:r>
                      <a:endParaRPr sz="1800" u="none" cap="none" strike="noStrike">
                        <a:latin typeface="Times New Roman"/>
                        <a:ea typeface="Times New Roman"/>
                        <a:cs typeface="Times New Roman"/>
                        <a:sym typeface="Times New Roman"/>
                      </a:endParaRPr>
                    </a:p>
                  </a:txBody>
                  <a:tcPr marT="0" marB="0" marR="68575" marL="68575">
                    <a:solidFill>
                      <a:srgbClr val="F2DADA"/>
                    </a:solidFill>
                  </a:tcPr>
                </a:tc>
                <a:tc>
                  <a:txBody>
                    <a:bodyPr/>
                    <a:lstStyle/>
                    <a:p>
                      <a:pPr indent="0" lvl="0" marL="457200" marR="0" rtl="0" algn="l">
                        <a:lnSpc>
                          <a:spcPct val="115000"/>
                        </a:lnSpc>
                        <a:spcBef>
                          <a:spcPts val="0"/>
                        </a:spcBef>
                        <a:spcAft>
                          <a:spcPts val="0"/>
                        </a:spcAft>
                        <a:buClr>
                          <a:srgbClr val="000000"/>
                        </a:buClr>
                        <a:buSzPts val="1800"/>
                        <a:buFont typeface="Arial"/>
                        <a:buNone/>
                      </a:pPr>
                      <a:r>
                        <a:rPr lang="en-GB" sz="1800" u="none" cap="none" strike="noStrike">
                          <a:latin typeface="Times New Roman"/>
                          <a:ea typeface="Times New Roman"/>
                          <a:cs typeface="Times New Roman"/>
                          <a:sym typeface="Times New Roman"/>
                        </a:rPr>
                        <a:t>Listening requires </a:t>
                      </a:r>
                      <a:r>
                        <a:rPr b="1" lang="en-GB" sz="1800" u="none" cap="none" strike="noStrike">
                          <a:solidFill>
                            <a:srgbClr val="008000"/>
                          </a:solidFill>
                          <a:latin typeface="Times New Roman"/>
                          <a:ea typeface="Times New Roman"/>
                          <a:cs typeface="Times New Roman"/>
                          <a:sym typeface="Times New Roman"/>
                        </a:rPr>
                        <a:t>concentration</a:t>
                      </a:r>
                      <a:r>
                        <a:rPr lang="en-GB" sz="1800" u="none" cap="none" strike="noStrike">
                          <a:latin typeface="Times New Roman"/>
                          <a:ea typeface="Times New Roman"/>
                          <a:cs typeface="Times New Roman"/>
                          <a:sym typeface="Times New Roman"/>
                        </a:rPr>
                        <a:t> so that your brain processes meaning from words and sentences.</a:t>
                      </a:r>
                      <a:endParaRPr sz="1800" u="none" cap="none" strike="noStrike">
                        <a:latin typeface="Times New Roman"/>
                        <a:ea typeface="Times New Roman"/>
                        <a:cs typeface="Times New Roman"/>
                        <a:sym typeface="Times New Roman"/>
                      </a:endParaRPr>
                    </a:p>
                  </a:txBody>
                  <a:tcPr marT="0" marB="0" marR="68575" marL="68575">
                    <a:solidFill>
                      <a:srgbClr val="F2DADA"/>
                    </a:solidFill>
                  </a:tcPr>
                </a:tc>
              </a:tr>
              <a:tr h="606925">
                <a:tc>
                  <a:txBody>
                    <a:bodyPr/>
                    <a:lstStyle/>
                    <a:p>
                      <a:pPr indent="0" lvl="0" marL="457200" marR="0" rtl="0" algn="l">
                        <a:lnSpc>
                          <a:spcPct val="115000"/>
                        </a:lnSpc>
                        <a:spcBef>
                          <a:spcPts val="0"/>
                        </a:spcBef>
                        <a:spcAft>
                          <a:spcPts val="0"/>
                        </a:spcAft>
                        <a:buClr>
                          <a:srgbClr val="000000"/>
                        </a:buClr>
                        <a:buSzPts val="1800"/>
                        <a:buFont typeface="Arial"/>
                        <a:buNone/>
                      </a:pPr>
                      <a:r>
                        <a:rPr lang="en-GB" sz="1800" u="none" cap="none" strike="noStrike">
                          <a:latin typeface="Times New Roman"/>
                          <a:ea typeface="Times New Roman"/>
                          <a:cs typeface="Times New Roman"/>
                          <a:sym typeface="Times New Roman"/>
                        </a:rPr>
                        <a:t>Hearing simply happens (</a:t>
                      </a:r>
                      <a:r>
                        <a:rPr b="1" lang="en-GB" sz="1800" u="none" cap="none" strike="noStrike">
                          <a:solidFill>
                            <a:srgbClr val="008000"/>
                          </a:solidFill>
                          <a:latin typeface="Times New Roman"/>
                          <a:ea typeface="Times New Roman"/>
                          <a:cs typeface="Times New Roman"/>
                          <a:sym typeface="Times New Roman"/>
                        </a:rPr>
                        <a:t>passive</a:t>
                      </a:r>
                      <a:r>
                        <a:rPr lang="en-GB" sz="1800" u="none" cap="none" strike="noStrike">
                          <a:latin typeface="Times New Roman"/>
                          <a:ea typeface="Times New Roman"/>
                          <a:cs typeface="Times New Roman"/>
                          <a:sym typeface="Times New Roman"/>
                        </a:rPr>
                        <a:t>) </a:t>
                      </a:r>
                      <a:endParaRPr sz="1800" u="none" cap="none" strike="noStrike">
                        <a:latin typeface="Times New Roman"/>
                        <a:ea typeface="Times New Roman"/>
                        <a:cs typeface="Times New Roman"/>
                        <a:sym typeface="Times New Roman"/>
                      </a:endParaRPr>
                    </a:p>
                  </a:txBody>
                  <a:tcPr marT="0" marB="0" marR="68575" marL="68575">
                    <a:solidFill>
                      <a:srgbClr val="F2DADA"/>
                    </a:solidFill>
                  </a:tcPr>
                </a:tc>
                <a:tc>
                  <a:txBody>
                    <a:bodyPr/>
                    <a:lstStyle/>
                    <a:p>
                      <a:pPr indent="0" lvl="0" marL="457200" marR="0" rtl="0" algn="l">
                        <a:lnSpc>
                          <a:spcPct val="115000"/>
                        </a:lnSpc>
                        <a:spcBef>
                          <a:spcPts val="0"/>
                        </a:spcBef>
                        <a:spcAft>
                          <a:spcPts val="0"/>
                        </a:spcAft>
                        <a:buClr>
                          <a:srgbClr val="000000"/>
                        </a:buClr>
                        <a:buSzPts val="1800"/>
                        <a:buFont typeface="Arial"/>
                        <a:buNone/>
                      </a:pPr>
                      <a:r>
                        <a:rPr lang="en-GB" sz="1800" u="none" cap="none" strike="noStrike">
                          <a:latin typeface="Times New Roman"/>
                          <a:ea typeface="Times New Roman"/>
                          <a:cs typeface="Times New Roman"/>
                          <a:sym typeface="Times New Roman"/>
                        </a:rPr>
                        <a:t>Listening requires attention leads to learning (</a:t>
                      </a:r>
                      <a:r>
                        <a:rPr b="1" lang="en-GB" sz="1800" u="none" cap="none" strike="noStrike">
                          <a:solidFill>
                            <a:srgbClr val="008000"/>
                          </a:solidFill>
                          <a:latin typeface="Times New Roman"/>
                          <a:ea typeface="Times New Roman"/>
                          <a:cs typeface="Times New Roman"/>
                          <a:sym typeface="Times New Roman"/>
                        </a:rPr>
                        <a:t>active</a:t>
                      </a:r>
                      <a:r>
                        <a:rPr lang="en-GB" sz="1800" u="none" cap="none" strike="noStrike">
                          <a:latin typeface="Times New Roman"/>
                          <a:ea typeface="Times New Roman"/>
                          <a:cs typeface="Times New Roman"/>
                          <a:sym typeface="Times New Roman"/>
                        </a:rPr>
                        <a:t>) </a:t>
                      </a:r>
                      <a:endParaRPr sz="1800" u="none" cap="none" strike="noStrike">
                        <a:latin typeface="Times New Roman"/>
                        <a:ea typeface="Times New Roman"/>
                        <a:cs typeface="Times New Roman"/>
                        <a:sym typeface="Times New Roman"/>
                      </a:endParaRPr>
                    </a:p>
                  </a:txBody>
                  <a:tcPr marT="0" marB="0" marR="68575" marL="68575">
                    <a:solidFill>
                      <a:srgbClr val="F2DADA"/>
                    </a:solidFill>
                  </a:tcPr>
                </a:tc>
              </a:tr>
              <a:tr h="688400">
                <a:tc>
                  <a:txBody>
                    <a:bodyPr/>
                    <a:lstStyle/>
                    <a:p>
                      <a:pPr indent="0" lvl="0" marL="457200" marR="0" rtl="0" algn="l">
                        <a:lnSpc>
                          <a:spcPct val="115000"/>
                        </a:lnSpc>
                        <a:spcBef>
                          <a:spcPts val="0"/>
                        </a:spcBef>
                        <a:spcAft>
                          <a:spcPts val="0"/>
                        </a:spcAft>
                        <a:buClr>
                          <a:srgbClr val="000000"/>
                        </a:buClr>
                        <a:buSzPts val="1800"/>
                        <a:buFont typeface="Arial"/>
                        <a:buNone/>
                      </a:pPr>
                      <a:r>
                        <a:rPr lang="en-GB" sz="1800" u="none" cap="none" strike="noStrike">
                          <a:latin typeface="Times New Roman"/>
                          <a:ea typeface="Times New Roman"/>
                          <a:cs typeface="Times New Roman"/>
                          <a:sym typeface="Times New Roman"/>
                        </a:rPr>
                        <a:t>Hearing is a skill where you use your ears only</a:t>
                      </a:r>
                      <a:endParaRPr sz="1800" u="none" cap="none" strike="noStrike">
                        <a:latin typeface="Times New Roman"/>
                        <a:ea typeface="Times New Roman"/>
                        <a:cs typeface="Times New Roman"/>
                        <a:sym typeface="Times New Roman"/>
                      </a:endParaRPr>
                    </a:p>
                  </a:txBody>
                  <a:tcPr marT="0" marB="0" marR="68575" marL="68575">
                    <a:solidFill>
                      <a:srgbClr val="F2DADA"/>
                    </a:solidFill>
                  </a:tcPr>
                </a:tc>
                <a:tc>
                  <a:txBody>
                    <a:bodyPr/>
                    <a:lstStyle/>
                    <a:p>
                      <a:pPr indent="0" lvl="0" marL="457200" marR="0" rtl="0" algn="l">
                        <a:lnSpc>
                          <a:spcPct val="115000"/>
                        </a:lnSpc>
                        <a:spcBef>
                          <a:spcPts val="0"/>
                        </a:spcBef>
                        <a:spcAft>
                          <a:spcPts val="0"/>
                        </a:spcAft>
                        <a:buClr>
                          <a:srgbClr val="000000"/>
                        </a:buClr>
                        <a:buSzPts val="1800"/>
                        <a:buFont typeface="Arial"/>
                        <a:buNone/>
                      </a:pPr>
                      <a:r>
                        <a:rPr lang="en-GB" sz="1800" u="none" cap="none" strike="noStrike">
                          <a:latin typeface="Times New Roman"/>
                          <a:ea typeface="Times New Roman"/>
                          <a:cs typeface="Times New Roman"/>
                          <a:sym typeface="Times New Roman"/>
                        </a:rPr>
                        <a:t>Listening uses different senses, like the sense of hearing, seeing, or sense of touch</a:t>
                      </a:r>
                      <a:endParaRPr sz="1800" u="none" cap="none" strike="noStrike">
                        <a:latin typeface="Times New Roman"/>
                        <a:ea typeface="Times New Roman"/>
                        <a:cs typeface="Times New Roman"/>
                        <a:sym typeface="Times New Roman"/>
                      </a:endParaRPr>
                    </a:p>
                  </a:txBody>
                  <a:tcPr marT="0" marB="0" marR="68575" marL="68575">
                    <a:solidFill>
                      <a:srgbClr val="F2DADA"/>
                    </a:solidFill>
                  </a:tcPr>
                </a:tc>
              </a:tr>
              <a:tr h="1032600">
                <a:tc>
                  <a:txBody>
                    <a:bodyPr/>
                    <a:lstStyle/>
                    <a:p>
                      <a:pPr indent="0" lvl="0" marL="457200" marR="0" rtl="0" algn="l">
                        <a:lnSpc>
                          <a:spcPct val="115000"/>
                        </a:lnSpc>
                        <a:spcBef>
                          <a:spcPts val="0"/>
                        </a:spcBef>
                        <a:spcAft>
                          <a:spcPts val="0"/>
                        </a:spcAft>
                        <a:buClr>
                          <a:srgbClr val="000000"/>
                        </a:buClr>
                        <a:buSzPts val="1800"/>
                        <a:buFont typeface="Arial"/>
                        <a:buNone/>
                      </a:pPr>
                      <a:r>
                        <a:rPr lang="en-GB" sz="1800" u="none" cap="none" strike="noStrike">
                          <a:latin typeface="Times New Roman"/>
                          <a:ea typeface="Times New Roman"/>
                          <a:cs typeface="Times New Roman"/>
                          <a:sym typeface="Times New Roman"/>
                        </a:rPr>
                        <a:t>Hearing is an </a:t>
                      </a:r>
                      <a:r>
                        <a:rPr b="1" lang="en-GB" sz="1800" u="none" cap="none" strike="noStrike">
                          <a:solidFill>
                            <a:srgbClr val="008000"/>
                          </a:solidFill>
                          <a:latin typeface="Times New Roman"/>
                          <a:ea typeface="Times New Roman"/>
                          <a:cs typeface="Times New Roman"/>
                          <a:sym typeface="Times New Roman"/>
                        </a:rPr>
                        <a:t>involuntary</a:t>
                      </a:r>
                      <a:r>
                        <a:rPr lang="en-GB" sz="1800" u="none" cap="none" strike="noStrike">
                          <a:latin typeface="Times New Roman"/>
                          <a:ea typeface="Times New Roman"/>
                          <a:cs typeface="Times New Roman"/>
                          <a:sym typeface="Times New Roman"/>
                        </a:rPr>
                        <a:t> act, meaning you don’t choose to do it. That’s why you can hear people talking, but you can choose not to listen and focus on what they are saying</a:t>
                      </a:r>
                      <a:endParaRPr sz="1800" u="none" cap="none" strike="noStrike">
                        <a:latin typeface="Times New Roman"/>
                        <a:ea typeface="Times New Roman"/>
                        <a:cs typeface="Times New Roman"/>
                        <a:sym typeface="Times New Roman"/>
                      </a:endParaRPr>
                    </a:p>
                  </a:txBody>
                  <a:tcPr marT="0" marB="0" marR="68575" marL="68575">
                    <a:solidFill>
                      <a:srgbClr val="F2DADA"/>
                    </a:solidFill>
                  </a:tcPr>
                </a:tc>
                <a:tc>
                  <a:txBody>
                    <a:bodyPr/>
                    <a:lstStyle/>
                    <a:p>
                      <a:pPr indent="0" lvl="0" marL="457200" marR="0" rtl="0" algn="l">
                        <a:lnSpc>
                          <a:spcPct val="115000"/>
                        </a:lnSpc>
                        <a:spcBef>
                          <a:spcPts val="0"/>
                        </a:spcBef>
                        <a:spcAft>
                          <a:spcPts val="0"/>
                        </a:spcAft>
                        <a:buClr>
                          <a:srgbClr val="000000"/>
                        </a:buClr>
                        <a:buSzPts val="1800"/>
                        <a:buFont typeface="Arial"/>
                        <a:buNone/>
                      </a:pPr>
                      <a:r>
                        <a:rPr lang="en-GB" sz="1800" u="none" cap="none" strike="noStrike">
                          <a:latin typeface="Times New Roman"/>
                          <a:ea typeface="Times New Roman"/>
                          <a:cs typeface="Times New Roman"/>
                          <a:sym typeface="Times New Roman"/>
                        </a:rPr>
                        <a:t>Listening is </a:t>
                      </a:r>
                      <a:r>
                        <a:rPr b="1" lang="en-GB" sz="1800" u="none" cap="none" strike="noStrike">
                          <a:solidFill>
                            <a:srgbClr val="008000"/>
                          </a:solidFill>
                          <a:latin typeface="Times New Roman"/>
                          <a:ea typeface="Times New Roman"/>
                          <a:cs typeface="Times New Roman"/>
                          <a:sym typeface="Times New Roman"/>
                        </a:rPr>
                        <a:t>voluntary</a:t>
                      </a:r>
                      <a:r>
                        <a:rPr b="1" lang="en-GB" sz="1800" u="none" cap="none" strike="noStrike">
                          <a:latin typeface="Times New Roman"/>
                          <a:ea typeface="Times New Roman"/>
                          <a:cs typeface="Times New Roman"/>
                          <a:sym typeface="Times New Roman"/>
                        </a:rPr>
                        <a:t>,</a:t>
                      </a:r>
                      <a:r>
                        <a:rPr lang="en-GB" sz="1800" u="none" cap="none" strike="noStrike">
                          <a:latin typeface="Times New Roman"/>
                          <a:ea typeface="Times New Roman"/>
                          <a:cs typeface="Times New Roman"/>
                          <a:sym typeface="Times New Roman"/>
                        </a:rPr>
                        <a:t> as you choose to listen and focus on what they are saying</a:t>
                      </a:r>
                      <a:r>
                        <a:rPr lang="en-GB" sz="1800" u="none" cap="none" strike="noStrike">
                          <a:solidFill>
                            <a:srgbClr val="008000"/>
                          </a:solidFill>
                          <a:latin typeface="Times New Roman"/>
                          <a:ea typeface="Times New Roman"/>
                          <a:cs typeface="Times New Roman"/>
                          <a:sym typeface="Times New Roman"/>
                        </a:rPr>
                        <a:t> </a:t>
                      </a:r>
                      <a:endParaRPr sz="1800" u="none" cap="none" strike="noStrike">
                        <a:latin typeface="Times New Roman"/>
                        <a:ea typeface="Times New Roman"/>
                        <a:cs typeface="Times New Roman"/>
                        <a:sym typeface="Times New Roman"/>
                      </a:endParaRPr>
                    </a:p>
                  </a:txBody>
                  <a:tcPr marT="0" marB="0" marR="68575" marL="68575">
                    <a:solidFill>
                      <a:srgbClr val="F2DADA"/>
                    </a:solidFill>
                  </a:tcPr>
                </a:tc>
              </a:tr>
              <a:tr h="606925">
                <a:tc>
                  <a:txBody>
                    <a:bodyPr/>
                    <a:lstStyle/>
                    <a:p>
                      <a:pPr indent="0" lvl="0" marL="457200" marR="0" rtl="0" algn="l">
                        <a:lnSpc>
                          <a:spcPct val="115000"/>
                        </a:lnSpc>
                        <a:spcBef>
                          <a:spcPts val="0"/>
                        </a:spcBef>
                        <a:spcAft>
                          <a:spcPts val="0"/>
                        </a:spcAft>
                        <a:buClr>
                          <a:srgbClr val="000000"/>
                        </a:buClr>
                        <a:buSzPts val="1800"/>
                        <a:buFont typeface="Arial"/>
                        <a:buNone/>
                      </a:pPr>
                      <a:r>
                        <a:rPr lang="en-GB" sz="1800" u="none" cap="none" strike="noStrike">
                          <a:latin typeface="Times New Roman"/>
                          <a:ea typeface="Times New Roman"/>
                          <a:cs typeface="Times New Roman"/>
                          <a:sym typeface="Times New Roman"/>
                        </a:rPr>
                        <a:t>Physiological </a:t>
                      </a:r>
                      <a:endParaRPr sz="1800" u="none" cap="none" strike="noStrike">
                        <a:latin typeface="Times New Roman"/>
                        <a:ea typeface="Times New Roman"/>
                        <a:cs typeface="Times New Roman"/>
                        <a:sym typeface="Times New Roman"/>
                      </a:endParaRPr>
                    </a:p>
                  </a:txBody>
                  <a:tcPr marT="0" marB="0" marR="68575" marL="68575">
                    <a:solidFill>
                      <a:srgbClr val="F2DADA"/>
                    </a:solidFill>
                  </a:tcPr>
                </a:tc>
                <a:tc>
                  <a:txBody>
                    <a:bodyPr/>
                    <a:lstStyle/>
                    <a:p>
                      <a:pPr indent="0" lvl="0" marL="457200" marR="0" rtl="0" algn="l">
                        <a:lnSpc>
                          <a:spcPct val="115000"/>
                        </a:lnSpc>
                        <a:spcBef>
                          <a:spcPts val="0"/>
                        </a:spcBef>
                        <a:spcAft>
                          <a:spcPts val="0"/>
                        </a:spcAft>
                        <a:buClr>
                          <a:srgbClr val="000000"/>
                        </a:buClr>
                        <a:buSzPts val="1800"/>
                        <a:buFont typeface="Arial"/>
                        <a:buNone/>
                      </a:pPr>
                      <a:r>
                        <a:rPr lang="en-GB" sz="1800" u="none" cap="none" strike="noStrike">
                          <a:latin typeface="Times New Roman"/>
                          <a:ea typeface="Times New Roman"/>
                          <a:cs typeface="Times New Roman"/>
                          <a:sym typeface="Times New Roman"/>
                        </a:rPr>
                        <a:t>Psychological</a:t>
                      </a:r>
                      <a:endParaRPr sz="1800" u="none" cap="none" strike="noStrike">
                        <a:latin typeface="Times New Roman"/>
                        <a:ea typeface="Times New Roman"/>
                        <a:cs typeface="Times New Roman"/>
                        <a:sym typeface="Times New Roman"/>
                      </a:endParaRPr>
                    </a:p>
                  </a:txBody>
                  <a:tcPr marT="0" marB="0" marR="68575" marL="68575">
                    <a:solidFill>
                      <a:srgbClr val="F2DADA"/>
                    </a:solidFill>
                  </a:tcPr>
                </a:tc>
              </a:tr>
              <a:tr h="606925">
                <a:tc>
                  <a:txBody>
                    <a:bodyPr/>
                    <a:lstStyle/>
                    <a:p>
                      <a:pPr indent="0" lvl="0" marL="457200" marR="0" rtl="0" algn="l">
                        <a:lnSpc>
                          <a:spcPct val="115000"/>
                        </a:lnSpc>
                        <a:spcBef>
                          <a:spcPts val="0"/>
                        </a:spcBef>
                        <a:spcAft>
                          <a:spcPts val="0"/>
                        </a:spcAft>
                        <a:buClr>
                          <a:srgbClr val="000000"/>
                        </a:buClr>
                        <a:buSzPts val="1800"/>
                        <a:buFont typeface="Arial"/>
                        <a:buNone/>
                      </a:pPr>
                      <a:r>
                        <a:rPr lang="en-GB" sz="1800" u="none" cap="none" strike="noStrike">
                          <a:latin typeface="Times New Roman"/>
                          <a:ea typeface="Times New Roman"/>
                          <a:cs typeface="Times New Roman"/>
                          <a:sym typeface="Times New Roman"/>
                        </a:rPr>
                        <a:t>Hearing is </a:t>
                      </a:r>
                      <a:r>
                        <a:rPr b="1" lang="en-GB" sz="1800" u="none" cap="none" strike="noStrike">
                          <a:solidFill>
                            <a:srgbClr val="008000"/>
                          </a:solidFill>
                          <a:latin typeface="Times New Roman"/>
                          <a:ea typeface="Times New Roman"/>
                          <a:cs typeface="Times New Roman"/>
                          <a:sym typeface="Times New Roman"/>
                        </a:rPr>
                        <a:t>effortless</a:t>
                      </a:r>
                      <a:r>
                        <a:rPr lang="en-GB" sz="1800" u="none" cap="none" strike="noStrike">
                          <a:latin typeface="Times New Roman"/>
                          <a:ea typeface="Times New Roman"/>
                          <a:cs typeface="Times New Roman"/>
                          <a:sym typeface="Times New Roman"/>
                        </a:rPr>
                        <a:t> (Concentration is not required)</a:t>
                      </a:r>
                      <a:endParaRPr sz="1800" u="none" cap="none" strike="noStrike">
                        <a:latin typeface="Times New Roman"/>
                        <a:ea typeface="Times New Roman"/>
                        <a:cs typeface="Times New Roman"/>
                        <a:sym typeface="Times New Roman"/>
                      </a:endParaRPr>
                    </a:p>
                  </a:txBody>
                  <a:tcPr marT="0" marB="0" marR="68575" marL="68575">
                    <a:solidFill>
                      <a:srgbClr val="F2DADA"/>
                    </a:solidFill>
                  </a:tcPr>
                </a:tc>
                <a:tc>
                  <a:txBody>
                    <a:bodyPr/>
                    <a:lstStyle/>
                    <a:p>
                      <a:pPr indent="0" lvl="0" marL="457200" marR="0" rtl="0" algn="l">
                        <a:lnSpc>
                          <a:spcPct val="115000"/>
                        </a:lnSpc>
                        <a:spcBef>
                          <a:spcPts val="0"/>
                        </a:spcBef>
                        <a:spcAft>
                          <a:spcPts val="0"/>
                        </a:spcAft>
                        <a:buClr>
                          <a:srgbClr val="000000"/>
                        </a:buClr>
                        <a:buSzPts val="1800"/>
                        <a:buFont typeface="Arial"/>
                        <a:buNone/>
                      </a:pPr>
                      <a:r>
                        <a:rPr lang="en-GB" sz="1800" u="none" cap="none" strike="noStrike">
                          <a:latin typeface="Times New Roman"/>
                          <a:ea typeface="Times New Roman"/>
                          <a:cs typeface="Times New Roman"/>
                          <a:sym typeface="Times New Roman"/>
                        </a:rPr>
                        <a:t>Listening is </a:t>
                      </a:r>
                      <a:r>
                        <a:rPr b="1" lang="en-GB" sz="1800" u="none" cap="none" strike="noStrike">
                          <a:solidFill>
                            <a:srgbClr val="008000"/>
                          </a:solidFill>
                          <a:latin typeface="Times New Roman"/>
                          <a:ea typeface="Times New Roman"/>
                          <a:cs typeface="Times New Roman"/>
                          <a:sym typeface="Times New Roman"/>
                        </a:rPr>
                        <a:t>intentional</a:t>
                      </a:r>
                      <a:r>
                        <a:rPr lang="en-GB" sz="1800" u="none" cap="none" strike="noStrike">
                          <a:latin typeface="Times New Roman"/>
                          <a:ea typeface="Times New Roman"/>
                          <a:cs typeface="Times New Roman"/>
                          <a:sym typeface="Times New Roman"/>
                        </a:rPr>
                        <a:t> (Concentration is required)</a:t>
                      </a:r>
                      <a:endParaRPr sz="1800" u="none" cap="none" strike="noStrike">
                        <a:latin typeface="Times New Roman"/>
                        <a:ea typeface="Times New Roman"/>
                        <a:cs typeface="Times New Roman"/>
                        <a:sym typeface="Times New Roman"/>
                      </a:endParaRPr>
                    </a:p>
                  </a:txBody>
                  <a:tcPr marT="0" marB="0" marR="68575" marL="68575">
                    <a:solidFill>
                      <a:srgbClr val="F2DADA"/>
                    </a:solidFill>
                  </a:tcPr>
                </a:tc>
              </a:tr>
            </a:tbl>
          </a:graphicData>
        </a:graphic>
      </p:graphicFrame>
      <p:sp>
        <p:nvSpPr>
          <p:cNvPr id="334" name="Google Shape;334;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pic>
        <p:nvPicPr>
          <p:cNvPr descr="David Beckham VS Luis Figo - FootballSupps - Forum foot ..." id="335" name="Google Shape;335;p31"/>
          <p:cNvPicPr preferRelativeResize="0"/>
          <p:nvPr/>
        </p:nvPicPr>
        <p:blipFill rotWithShape="1">
          <a:blip r:embed="rId3">
            <a:alphaModFix/>
          </a:blip>
          <a:srcRect b="0" l="0" r="0" t="0"/>
          <a:stretch/>
        </p:blipFill>
        <p:spPr>
          <a:xfrm>
            <a:off x="5689502" y="1150463"/>
            <a:ext cx="1019423" cy="1085105"/>
          </a:xfrm>
          <a:prstGeom prst="rect">
            <a:avLst/>
          </a:prstGeom>
          <a:noFill/>
          <a:ln>
            <a:noFill/>
          </a:ln>
        </p:spPr>
      </p:pic>
      <p:sp>
        <p:nvSpPr>
          <p:cNvPr id="336" name="Google Shape;336;p31"/>
          <p:cNvSpPr txBox="1"/>
          <p:nvPr>
            <p:ph type="title"/>
          </p:nvPr>
        </p:nvSpPr>
        <p:spPr>
          <a:xfrm>
            <a:off x="1120586" y="405991"/>
            <a:ext cx="8919882" cy="81918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800000"/>
              </a:buClr>
              <a:buSzPts val="3600"/>
              <a:buFont typeface="Times New Roman"/>
              <a:buNone/>
            </a:pPr>
            <a:r>
              <a:rPr b="1" lang="en-GB" sz="3600">
                <a:solidFill>
                  <a:srgbClr val="800000"/>
                </a:solidFill>
                <a:latin typeface="Times New Roman"/>
                <a:ea typeface="Times New Roman"/>
                <a:cs typeface="Times New Roman"/>
                <a:sym typeface="Times New Roman"/>
              </a:rPr>
              <a:t>Difference between Hearing and Listening</a:t>
            </a:r>
            <a:endParaRPr b="1" sz="3600">
              <a:solidFill>
                <a:srgbClr val="800000"/>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32"/>
          <p:cNvSpPr txBox="1"/>
          <p:nvPr>
            <p:ph idx="1" type="body"/>
          </p:nvPr>
        </p:nvSpPr>
        <p:spPr>
          <a:xfrm>
            <a:off x="255494" y="1422214"/>
            <a:ext cx="10515600" cy="609786"/>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600"/>
              <a:buNone/>
            </a:pPr>
            <a:r>
              <a:rPr lang="en-GB" sz="2600">
                <a:latin typeface="Times New Roman"/>
                <a:ea typeface="Times New Roman"/>
                <a:cs typeface="Times New Roman"/>
                <a:sym typeface="Times New Roman"/>
              </a:rPr>
              <a:t>- We spend around </a:t>
            </a:r>
            <a:r>
              <a:rPr b="1" lang="en-GB" sz="2600">
                <a:solidFill>
                  <a:srgbClr val="0000FF"/>
                </a:solidFill>
                <a:latin typeface="Times New Roman"/>
                <a:ea typeface="Times New Roman"/>
                <a:cs typeface="Times New Roman"/>
                <a:sym typeface="Times New Roman"/>
              </a:rPr>
              <a:t>60% </a:t>
            </a:r>
            <a:r>
              <a:rPr lang="en-GB" sz="2600">
                <a:latin typeface="Times New Roman"/>
                <a:ea typeface="Times New Roman"/>
                <a:cs typeface="Times New Roman"/>
                <a:sym typeface="Times New Roman"/>
              </a:rPr>
              <a:t>of our communication time listening.</a:t>
            </a:r>
            <a:endParaRPr sz="2600">
              <a:latin typeface="Times New Roman"/>
              <a:ea typeface="Times New Roman"/>
              <a:cs typeface="Times New Roman"/>
              <a:sym typeface="Times New Roman"/>
            </a:endParaRPr>
          </a:p>
          <a:p>
            <a:pPr indent="-50800" lvl="0" marL="228600" rtl="0" algn="l">
              <a:lnSpc>
                <a:spcPct val="90000"/>
              </a:lnSpc>
              <a:spcBef>
                <a:spcPts val="1000"/>
              </a:spcBef>
              <a:spcAft>
                <a:spcPts val="0"/>
              </a:spcAft>
              <a:buClr>
                <a:schemeClr val="dk1"/>
              </a:buClr>
              <a:buSzPts val="2800"/>
              <a:buNone/>
            </a:pPr>
            <a:r>
              <a:t/>
            </a:r>
            <a:endParaRPr/>
          </a:p>
        </p:txBody>
      </p:sp>
      <p:sp>
        <p:nvSpPr>
          <p:cNvPr id="342" name="Google Shape;342;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
        <p:nvSpPr>
          <p:cNvPr id="343" name="Google Shape;343;p32"/>
          <p:cNvSpPr txBox="1"/>
          <p:nvPr>
            <p:ph type="title"/>
          </p:nvPr>
        </p:nvSpPr>
        <p:spPr>
          <a:xfrm>
            <a:off x="1234633" y="665023"/>
            <a:ext cx="6737568" cy="905038"/>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800000"/>
              </a:buClr>
              <a:buSzPts val="3200"/>
              <a:buFont typeface="Times New Roman"/>
              <a:buNone/>
            </a:pPr>
            <a:r>
              <a:rPr b="1" lang="en-GB" sz="3200">
                <a:solidFill>
                  <a:srgbClr val="800000"/>
                </a:solidFill>
                <a:latin typeface="Times New Roman"/>
                <a:ea typeface="Times New Roman"/>
                <a:cs typeface="Times New Roman"/>
                <a:sym typeface="Times New Roman"/>
              </a:rPr>
              <a:t>Facts about Active Listening</a:t>
            </a:r>
            <a:br>
              <a:rPr b="1" lang="en-GB" sz="3200">
                <a:solidFill>
                  <a:srgbClr val="800000"/>
                </a:solidFill>
                <a:latin typeface="Times New Roman"/>
                <a:ea typeface="Times New Roman"/>
                <a:cs typeface="Times New Roman"/>
                <a:sym typeface="Times New Roman"/>
              </a:rPr>
            </a:br>
            <a:endParaRPr b="1" sz="3200">
              <a:solidFill>
                <a:srgbClr val="800000"/>
              </a:solidFill>
              <a:latin typeface="Times New Roman"/>
              <a:ea typeface="Times New Roman"/>
              <a:cs typeface="Times New Roman"/>
              <a:sym typeface="Times New Roman"/>
            </a:endParaRPr>
          </a:p>
        </p:txBody>
      </p:sp>
      <p:sp>
        <p:nvSpPr>
          <p:cNvPr id="344" name="Google Shape;344;p32"/>
          <p:cNvSpPr txBox="1"/>
          <p:nvPr/>
        </p:nvSpPr>
        <p:spPr>
          <a:xfrm>
            <a:off x="168837" y="2037790"/>
            <a:ext cx="11724340" cy="609786"/>
          </a:xfrm>
          <a:prstGeom prst="rect">
            <a:avLst/>
          </a:prstGeom>
          <a:noFill/>
          <a:ln>
            <a:noFill/>
          </a:ln>
        </p:spPr>
        <p:txBody>
          <a:bodyPr anchorCtr="0" anchor="t" bIns="45700" lIns="91425" spcFirstLastPara="1" rIns="91425" wrap="square" tIns="45700">
            <a:normAutofit/>
          </a:bodyPr>
          <a:lstStyle/>
          <a:p>
            <a:pPr indent="0" lvl="0" marL="0" marR="0" rtl="0" algn="l">
              <a:lnSpc>
                <a:spcPct val="120000"/>
              </a:lnSpc>
              <a:spcBef>
                <a:spcPts val="0"/>
              </a:spcBef>
              <a:spcAft>
                <a:spcPts val="0"/>
              </a:spcAft>
              <a:buClr>
                <a:srgbClr val="000000"/>
              </a:buClr>
              <a:buSzPts val="2635"/>
              <a:buFont typeface="Arial"/>
              <a:buNone/>
            </a:pPr>
            <a:r>
              <a:rPr b="0" i="0" lang="en-GB" sz="2635" u="none" cap="none" strike="noStrike">
                <a:solidFill>
                  <a:srgbClr val="000000"/>
                </a:solidFill>
                <a:latin typeface="Times New Roman"/>
                <a:ea typeface="Times New Roman"/>
                <a:cs typeface="Times New Roman"/>
                <a:sym typeface="Times New Roman"/>
              </a:rPr>
              <a:t>-</a:t>
            </a:r>
            <a:r>
              <a:rPr b="1" i="0" lang="en-GB" sz="2635" u="none" cap="none" strike="noStrike">
                <a:solidFill>
                  <a:srgbClr val="0000FF"/>
                </a:solidFill>
                <a:latin typeface="Times New Roman"/>
                <a:ea typeface="Times New Roman"/>
                <a:cs typeface="Times New Roman"/>
                <a:sym typeface="Times New Roman"/>
              </a:rPr>
              <a:t>  85% </a:t>
            </a:r>
            <a:r>
              <a:rPr b="0" i="0" lang="en-GB" sz="2635" u="none" cap="none" strike="noStrike">
                <a:solidFill>
                  <a:schemeClr val="dk1"/>
                </a:solidFill>
                <a:latin typeface="Times New Roman"/>
                <a:ea typeface="Times New Roman"/>
                <a:cs typeface="Times New Roman"/>
                <a:sym typeface="Times New Roman"/>
              </a:rPr>
              <a:t>of what we have learned is through listening (not talking or reading).</a:t>
            </a:r>
            <a:r>
              <a:rPr b="0" i="0" lang="en-GB" sz="2635" u="none" cap="none" strike="noStrike">
                <a:solidFill>
                  <a:srgbClr val="7F7F7F"/>
                </a:solidFill>
                <a:latin typeface="Times New Roman"/>
                <a:ea typeface="Times New Roman"/>
                <a:cs typeface="Times New Roman"/>
                <a:sym typeface="Times New Roman"/>
              </a:rPr>
              <a:t>(Shorpe)</a:t>
            </a:r>
            <a:endParaRPr b="0" i="0" sz="1400" u="none" cap="none" strike="noStrike">
              <a:solidFill>
                <a:srgbClr val="000000"/>
              </a:solidFill>
              <a:latin typeface="Arial"/>
              <a:ea typeface="Arial"/>
              <a:cs typeface="Arial"/>
              <a:sym typeface="Arial"/>
            </a:endParaRPr>
          </a:p>
          <a:p>
            <a:pPr indent="-77470" lvl="0" marL="228600" marR="0" rtl="0" algn="l">
              <a:lnSpc>
                <a:spcPct val="80000"/>
              </a:lnSpc>
              <a:spcBef>
                <a:spcPts val="1000"/>
              </a:spcBef>
              <a:spcAft>
                <a:spcPts val="0"/>
              </a:spcAft>
              <a:buClr>
                <a:schemeClr val="dk1"/>
              </a:buClr>
              <a:buSzPts val="2380"/>
              <a:buFont typeface="Arial"/>
              <a:buNone/>
            </a:pPr>
            <a:r>
              <a:t/>
            </a:r>
            <a:endParaRPr b="0" i="0" sz="2380" u="none" cap="none" strike="noStrike">
              <a:solidFill>
                <a:schemeClr val="dk1"/>
              </a:solidFill>
              <a:latin typeface="Calibri"/>
              <a:ea typeface="Calibri"/>
              <a:cs typeface="Calibri"/>
              <a:sym typeface="Calibri"/>
            </a:endParaRPr>
          </a:p>
        </p:txBody>
      </p:sp>
      <p:sp>
        <p:nvSpPr>
          <p:cNvPr id="345" name="Google Shape;345;p32"/>
          <p:cNvSpPr txBox="1"/>
          <p:nvPr/>
        </p:nvSpPr>
        <p:spPr>
          <a:xfrm>
            <a:off x="239059" y="2808942"/>
            <a:ext cx="11698941" cy="80021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GB" sz="2800" u="none" cap="none" strike="noStrike">
                <a:solidFill>
                  <a:srgbClr val="000000"/>
                </a:solidFill>
                <a:latin typeface="Times New Roman"/>
                <a:ea typeface="Times New Roman"/>
                <a:cs typeface="Times New Roman"/>
                <a:sym typeface="Times New Roman"/>
              </a:rPr>
              <a:t>-</a:t>
            </a:r>
            <a:r>
              <a:rPr b="1" i="0" lang="en-GB" sz="2800" u="none" cap="none" strike="noStrike">
                <a:solidFill>
                  <a:srgbClr val="0000FF"/>
                </a:solidFill>
                <a:latin typeface="Times New Roman"/>
                <a:ea typeface="Times New Roman"/>
                <a:cs typeface="Times New Roman"/>
                <a:sym typeface="Times New Roman"/>
              </a:rPr>
              <a:t> 75% </a:t>
            </a:r>
            <a:r>
              <a:rPr b="0" i="0" lang="en-GB" sz="2800" u="none" cap="none" strike="noStrike">
                <a:solidFill>
                  <a:schemeClr val="dk1"/>
                </a:solidFill>
                <a:latin typeface="Times New Roman"/>
                <a:ea typeface="Times New Roman"/>
                <a:cs typeface="Times New Roman"/>
                <a:sym typeface="Times New Roman"/>
              </a:rPr>
              <a:t>of the time, we are distracted, preoccupied or forgetful. </a:t>
            </a:r>
            <a:r>
              <a:rPr b="0" i="0" lang="en-GB" sz="2800" u="none" cap="none" strike="noStrike">
                <a:solidFill>
                  <a:srgbClr val="7F7F7F"/>
                </a:solidFill>
                <a:latin typeface="Times New Roman"/>
                <a:ea typeface="Times New Roman"/>
                <a:cs typeface="Times New Roman"/>
                <a:sym typeface="Times New Roman"/>
              </a:rPr>
              <a:t>(Hunsaker)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46" name="Google Shape;346;p32"/>
          <p:cNvSpPr txBox="1"/>
          <p:nvPr/>
        </p:nvSpPr>
        <p:spPr>
          <a:xfrm>
            <a:off x="239059" y="3511174"/>
            <a:ext cx="11654115" cy="123110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GB" sz="2800" u="none" cap="none" strike="noStrike">
                <a:solidFill>
                  <a:schemeClr val="dk1"/>
                </a:solidFill>
                <a:latin typeface="Times New Roman"/>
                <a:ea typeface="Times New Roman"/>
                <a:cs typeface="Times New Roman"/>
                <a:sym typeface="Times New Roman"/>
              </a:rPr>
              <a:t>- After listening to someone talk, we can immediately recall about </a:t>
            </a:r>
            <a:r>
              <a:rPr b="1" i="0" lang="en-GB" sz="2800" u="none" cap="none" strike="noStrike">
                <a:solidFill>
                  <a:srgbClr val="0000FF"/>
                </a:solidFill>
                <a:latin typeface="Times New Roman"/>
                <a:ea typeface="Times New Roman"/>
                <a:cs typeface="Times New Roman"/>
                <a:sym typeface="Times New Roman"/>
              </a:rPr>
              <a:t>50% </a:t>
            </a:r>
            <a:r>
              <a:rPr b="0" i="0" lang="en-GB" sz="2800" u="none" cap="none" strike="noStrike">
                <a:solidFill>
                  <a:schemeClr val="dk1"/>
                </a:solidFill>
                <a:latin typeface="Times New Roman"/>
                <a:ea typeface="Times New Roman"/>
                <a:cs typeface="Times New Roman"/>
                <a:sym typeface="Times New Roman"/>
              </a:rPr>
              <a:t>of what was said. Even less if we didn’t like the subject or the person! </a:t>
            </a:r>
            <a:r>
              <a:rPr b="0" i="0" lang="en-GB" sz="2800" u="none" cap="none" strike="noStrike">
                <a:solidFill>
                  <a:srgbClr val="7F7F7F"/>
                </a:solidFill>
                <a:latin typeface="Times New Roman"/>
                <a:ea typeface="Times New Roman"/>
                <a:cs typeface="Times New Roman"/>
                <a:sym typeface="Times New Roman"/>
              </a:rPr>
              <a:t>(Robinson)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47" name="Google Shape;347;p32"/>
          <p:cNvSpPr txBox="1"/>
          <p:nvPr/>
        </p:nvSpPr>
        <p:spPr>
          <a:xfrm>
            <a:off x="194242" y="4646699"/>
            <a:ext cx="9966966" cy="76944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pPr>
            <a:r>
              <a:rPr b="0" i="0" lang="en-GB" sz="2600" u="none" cap="none" strike="noStrike">
                <a:solidFill>
                  <a:schemeClr val="dk1"/>
                </a:solidFill>
                <a:latin typeface="Times New Roman"/>
                <a:ea typeface="Times New Roman"/>
                <a:cs typeface="Times New Roman"/>
                <a:sym typeface="Times New Roman"/>
              </a:rPr>
              <a:t>- One hour later, we remember less than </a:t>
            </a:r>
            <a:r>
              <a:rPr b="1" i="0" lang="en-GB" sz="2600" u="none" cap="none" strike="noStrike">
                <a:solidFill>
                  <a:srgbClr val="0000FF"/>
                </a:solidFill>
                <a:latin typeface="Times New Roman"/>
                <a:ea typeface="Times New Roman"/>
                <a:cs typeface="Times New Roman"/>
                <a:sym typeface="Times New Roman"/>
              </a:rPr>
              <a:t>20% </a:t>
            </a:r>
            <a:r>
              <a:rPr b="0" i="0" lang="en-GB" sz="2600" u="none" cap="none" strike="noStrike">
                <a:solidFill>
                  <a:schemeClr val="dk1"/>
                </a:solidFill>
                <a:latin typeface="Times New Roman"/>
                <a:ea typeface="Times New Roman"/>
                <a:cs typeface="Times New Roman"/>
                <a:sym typeface="Times New Roman"/>
              </a:rPr>
              <a:t>of what we heard. </a:t>
            </a:r>
            <a:r>
              <a:rPr b="0" i="0" lang="en-GB" sz="2600" u="none" cap="none" strike="noStrike">
                <a:solidFill>
                  <a:srgbClr val="7F7F7F"/>
                </a:solidFill>
                <a:latin typeface="Times New Roman"/>
                <a:ea typeface="Times New Roman"/>
                <a:cs typeface="Times New Roman"/>
                <a:sym typeface="Times New Roman"/>
              </a:rPr>
              <a:t>(Shorpe)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48" name="Google Shape;348;p32"/>
          <p:cNvSpPr txBox="1"/>
          <p:nvPr/>
        </p:nvSpPr>
        <p:spPr>
          <a:xfrm>
            <a:off x="164353" y="5483404"/>
            <a:ext cx="11848354" cy="8925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pPr>
            <a:r>
              <a:rPr b="0" i="0" lang="en-GB" sz="2600" u="none" cap="none" strike="noStrike">
                <a:solidFill>
                  <a:schemeClr val="dk1"/>
                </a:solidFill>
                <a:latin typeface="Times New Roman"/>
                <a:ea typeface="Times New Roman"/>
                <a:cs typeface="Times New Roman"/>
                <a:sym typeface="Times New Roman"/>
              </a:rPr>
              <a:t>- We listen at </a:t>
            </a:r>
            <a:r>
              <a:rPr b="1" i="0" lang="en-GB" sz="2600" u="none" cap="none" strike="noStrike">
                <a:solidFill>
                  <a:srgbClr val="0000FF"/>
                </a:solidFill>
                <a:latin typeface="Times New Roman"/>
                <a:ea typeface="Times New Roman"/>
                <a:cs typeface="Times New Roman"/>
                <a:sym typeface="Times New Roman"/>
              </a:rPr>
              <a:t>125-250 </a:t>
            </a:r>
            <a:r>
              <a:rPr b="0" i="0" lang="en-GB" sz="2600" u="none" cap="none" strike="noStrike">
                <a:solidFill>
                  <a:schemeClr val="dk1"/>
                </a:solidFill>
                <a:latin typeface="Times New Roman"/>
                <a:ea typeface="Times New Roman"/>
                <a:cs typeface="Times New Roman"/>
                <a:sym typeface="Times New Roman"/>
              </a:rPr>
              <a:t>words per minute, but think at </a:t>
            </a:r>
            <a:r>
              <a:rPr b="1" i="0" lang="en-GB" sz="2600" u="none" cap="none" strike="noStrike">
                <a:solidFill>
                  <a:srgbClr val="0000FF"/>
                </a:solidFill>
                <a:latin typeface="Times New Roman"/>
                <a:ea typeface="Times New Roman"/>
                <a:cs typeface="Times New Roman"/>
                <a:sym typeface="Times New Roman"/>
              </a:rPr>
              <a:t>1000-3000 </a:t>
            </a:r>
            <a:r>
              <a:rPr b="0" i="0" lang="en-GB" sz="2600" u="none" cap="none" strike="noStrike">
                <a:solidFill>
                  <a:schemeClr val="dk1"/>
                </a:solidFill>
                <a:latin typeface="Times New Roman"/>
                <a:ea typeface="Times New Roman"/>
                <a:cs typeface="Times New Roman"/>
                <a:sym typeface="Times New Roman"/>
              </a:rPr>
              <a:t>words per minute. </a:t>
            </a:r>
            <a:r>
              <a:rPr b="0" i="0" lang="en-GB" sz="2600" u="none" cap="none" strike="noStrike">
                <a:solidFill>
                  <a:srgbClr val="7F7F7F"/>
                </a:solidFill>
                <a:latin typeface="Times New Roman"/>
                <a:ea typeface="Times New Roman"/>
                <a:cs typeface="Times New Roman"/>
                <a:sym typeface="Times New Roman"/>
              </a:rPr>
              <a:t>(High Gain, Inc.)</a:t>
            </a:r>
            <a:endParaRPr b="0" i="0" sz="2600" u="none" cap="none" strike="noStrike">
              <a:solidFill>
                <a:srgbClr val="7F7F7F"/>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1">
                                            <p:txEl>
                                              <p:pRg end="0" st="0"/>
                                            </p:txEl>
                                          </p:spTgt>
                                        </p:tgtEl>
                                        <p:attrNameLst>
                                          <p:attrName>style.visibility</p:attrName>
                                        </p:attrNameLst>
                                      </p:cBhvr>
                                      <p:to>
                                        <p:strVal val="visible"/>
                                      </p:to>
                                    </p:set>
                                    <p:animEffect filter="fade" transition="in">
                                      <p:cBhvr>
                                        <p:cTn dur="500"/>
                                        <p:tgtEl>
                                          <p:spTgt spid="34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1">
                                            <p:txEl>
                                              <p:pRg end="1" st="1"/>
                                            </p:txEl>
                                          </p:spTgt>
                                        </p:tgtEl>
                                        <p:attrNameLst>
                                          <p:attrName>style.visibility</p:attrName>
                                        </p:attrNameLst>
                                      </p:cBhvr>
                                      <p:to>
                                        <p:strVal val="visible"/>
                                      </p:to>
                                    </p:set>
                                    <p:animEffect filter="fade" transition="in">
                                      <p:cBhvr>
                                        <p:cTn dur="500"/>
                                        <p:tgtEl>
                                          <p:spTgt spid="34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4"/>
                                        </p:tgtEl>
                                        <p:attrNameLst>
                                          <p:attrName>style.visibility</p:attrName>
                                        </p:attrNameLst>
                                      </p:cBhvr>
                                      <p:to>
                                        <p:strVal val="visible"/>
                                      </p:to>
                                    </p:set>
                                    <p:animEffect filter="fade" transition="in">
                                      <p:cBhvr>
                                        <p:cTn dur="500"/>
                                        <p:tgtEl>
                                          <p:spTgt spid="3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5"/>
                                        </p:tgtEl>
                                        <p:attrNameLst>
                                          <p:attrName>style.visibility</p:attrName>
                                        </p:attrNameLst>
                                      </p:cBhvr>
                                      <p:to>
                                        <p:strVal val="visible"/>
                                      </p:to>
                                    </p:set>
                                    <p:animEffect filter="fade" transition="in">
                                      <p:cBhvr>
                                        <p:cTn dur="500"/>
                                        <p:tgtEl>
                                          <p:spTgt spid="3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6"/>
                                        </p:tgtEl>
                                        <p:attrNameLst>
                                          <p:attrName>style.visibility</p:attrName>
                                        </p:attrNameLst>
                                      </p:cBhvr>
                                      <p:to>
                                        <p:strVal val="visible"/>
                                      </p:to>
                                    </p:set>
                                    <p:animEffect filter="fade" transition="in">
                                      <p:cBhvr>
                                        <p:cTn dur="500"/>
                                        <p:tgtEl>
                                          <p:spTgt spid="3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7"/>
                                        </p:tgtEl>
                                        <p:attrNameLst>
                                          <p:attrName>style.visibility</p:attrName>
                                        </p:attrNameLst>
                                      </p:cBhvr>
                                      <p:to>
                                        <p:strVal val="visible"/>
                                      </p:to>
                                    </p:set>
                                    <p:animEffect filter="fade" transition="in">
                                      <p:cBhvr>
                                        <p:cTn dur="500"/>
                                        <p:tgtEl>
                                          <p:spTgt spid="3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8"/>
                                        </p:tgtEl>
                                        <p:attrNameLst>
                                          <p:attrName>style.visibility</p:attrName>
                                        </p:attrNameLst>
                                      </p:cBhvr>
                                      <p:to>
                                        <p:strVal val="visible"/>
                                      </p:to>
                                    </p:set>
                                    <p:animEffect filter="fade" transition="in">
                                      <p:cBhvr>
                                        <p:cTn dur="500"/>
                                        <p:tgtEl>
                                          <p:spTgt spid="34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33"/>
          <p:cNvSpPr txBox="1"/>
          <p:nvPr>
            <p:ph type="title"/>
          </p:nvPr>
        </p:nvSpPr>
        <p:spPr>
          <a:xfrm>
            <a:off x="1206500" y="365125"/>
            <a:ext cx="101473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800000"/>
              </a:buClr>
              <a:buSzPts val="4200"/>
              <a:buFont typeface="Times New Roman"/>
              <a:buNone/>
            </a:pPr>
            <a:r>
              <a:rPr b="1" lang="en-GB" sz="4200">
                <a:solidFill>
                  <a:srgbClr val="800000"/>
                </a:solidFill>
                <a:latin typeface="Times New Roman"/>
                <a:ea typeface="Times New Roman"/>
                <a:cs typeface="Times New Roman"/>
                <a:sym typeface="Times New Roman"/>
              </a:rPr>
              <a:t>Benefits of Active listening </a:t>
            </a:r>
            <a:endParaRPr b="1" sz="4200">
              <a:solidFill>
                <a:srgbClr val="800000"/>
              </a:solidFill>
              <a:latin typeface="Times New Roman"/>
              <a:ea typeface="Times New Roman"/>
              <a:cs typeface="Times New Roman"/>
              <a:sym typeface="Times New Roman"/>
            </a:endParaRPr>
          </a:p>
        </p:txBody>
      </p:sp>
      <p:sp>
        <p:nvSpPr>
          <p:cNvPr id="355" name="Google Shape;355;p33"/>
          <p:cNvSpPr txBox="1"/>
          <p:nvPr>
            <p:ph idx="1" type="body"/>
          </p:nvPr>
        </p:nvSpPr>
        <p:spPr>
          <a:xfrm>
            <a:off x="35270" y="1613648"/>
            <a:ext cx="7345671" cy="5244352"/>
          </a:xfrm>
          <a:prstGeom prst="rect">
            <a:avLst/>
          </a:prstGeom>
          <a:noFill/>
          <a:ln>
            <a:noFill/>
          </a:ln>
        </p:spPr>
        <p:txBody>
          <a:bodyPr anchorCtr="0" anchor="t" bIns="45700" lIns="91425" spcFirstLastPara="1" rIns="91425" wrap="square" tIns="45700">
            <a:normAutofit/>
          </a:bodyPr>
          <a:lstStyle/>
          <a:p>
            <a:pPr indent="-228600" lvl="0" marL="228600" rtl="0" algn="l">
              <a:lnSpc>
                <a:spcPct val="110000"/>
              </a:lnSpc>
              <a:spcBef>
                <a:spcPts val="0"/>
              </a:spcBef>
              <a:spcAft>
                <a:spcPts val="0"/>
              </a:spcAft>
              <a:buClr>
                <a:schemeClr val="dk1"/>
              </a:buClr>
              <a:buSzPts val="2800"/>
              <a:buChar char="•"/>
            </a:pPr>
            <a:r>
              <a:rPr lang="en-GB">
                <a:latin typeface="Times New Roman"/>
                <a:ea typeface="Times New Roman"/>
                <a:cs typeface="Times New Roman"/>
                <a:sym typeface="Times New Roman"/>
              </a:rPr>
              <a:t>Provides verbal and non-verbal feedback to show their sincere investment in what the speaker is sharing.</a:t>
            </a:r>
            <a:endParaRPr/>
          </a:p>
          <a:p>
            <a:pPr indent="-228600" lvl="0" marL="228600" rtl="0" algn="l">
              <a:lnSpc>
                <a:spcPct val="110000"/>
              </a:lnSpc>
              <a:spcBef>
                <a:spcPts val="1000"/>
              </a:spcBef>
              <a:spcAft>
                <a:spcPts val="0"/>
              </a:spcAft>
              <a:buClr>
                <a:schemeClr val="dk1"/>
              </a:buClr>
              <a:buSzPts val="2800"/>
              <a:buChar char="•"/>
            </a:pPr>
            <a:r>
              <a:rPr lang="en-GB">
                <a:latin typeface="Times New Roman"/>
                <a:ea typeface="Times New Roman"/>
                <a:cs typeface="Times New Roman"/>
                <a:sym typeface="Times New Roman"/>
              </a:rPr>
              <a:t>Tends to open people up: get them to say more </a:t>
            </a:r>
            <a:endParaRPr/>
          </a:p>
          <a:p>
            <a:pPr indent="-228600" lvl="0" marL="228600" rtl="0" algn="l">
              <a:lnSpc>
                <a:spcPct val="110000"/>
              </a:lnSpc>
              <a:spcBef>
                <a:spcPts val="1000"/>
              </a:spcBef>
              <a:spcAft>
                <a:spcPts val="0"/>
              </a:spcAft>
              <a:buClr>
                <a:schemeClr val="dk1"/>
              </a:buClr>
              <a:buSzPts val="2800"/>
              <a:buChar char="•"/>
            </a:pPr>
            <a:r>
              <a:rPr lang="en-GB">
                <a:latin typeface="Times New Roman"/>
                <a:ea typeface="Times New Roman"/>
                <a:cs typeface="Times New Roman"/>
                <a:sym typeface="Times New Roman"/>
              </a:rPr>
              <a:t>Increases understanding of the speaker’s point of view, not necessarily agree with or support it. </a:t>
            </a:r>
            <a:endParaRPr/>
          </a:p>
          <a:p>
            <a:pPr indent="-228600" lvl="0" marL="228600" rtl="0" algn="l">
              <a:lnSpc>
                <a:spcPct val="110000"/>
              </a:lnSpc>
              <a:spcBef>
                <a:spcPts val="1000"/>
              </a:spcBef>
              <a:spcAft>
                <a:spcPts val="0"/>
              </a:spcAft>
              <a:buClr>
                <a:schemeClr val="dk1"/>
              </a:buClr>
              <a:buSzPts val="2800"/>
              <a:buChar char="•"/>
            </a:pPr>
            <a:r>
              <a:rPr lang="en-GB">
                <a:latin typeface="Times New Roman"/>
                <a:ea typeface="Times New Roman"/>
                <a:cs typeface="Times New Roman"/>
                <a:sym typeface="Times New Roman"/>
              </a:rPr>
              <a:t>Builds trust within a conversation thereby allowing the speaker to communicate more easily, openly and honestly.</a:t>
            </a:r>
            <a:endParaRPr/>
          </a:p>
          <a:p>
            <a:pPr indent="-50800" lvl="0" marL="228600" rtl="0" algn="l">
              <a:lnSpc>
                <a:spcPct val="90000"/>
              </a:lnSpc>
              <a:spcBef>
                <a:spcPts val="1000"/>
              </a:spcBef>
              <a:spcAft>
                <a:spcPts val="0"/>
              </a:spcAft>
              <a:buClr>
                <a:schemeClr val="dk1"/>
              </a:buClr>
              <a:buSzPts val="2800"/>
              <a:buFont typeface="Noto Sans Symbols"/>
              <a:buNone/>
            </a:pPr>
            <a:r>
              <a:t/>
            </a:r>
            <a:endParaRPr>
              <a:latin typeface="Times New Roman"/>
              <a:ea typeface="Times New Roman"/>
              <a:cs typeface="Times New Roman"/>
              <a:sym typeface="Times New Roman"/>
            </a:endParaRPr>
          </a:p>
          <a:p>
            <a:pPr indent="-50800" lvl="0" marL="228600" rtl="0" algn="l">
              <a:lnSpc>
                <a:spcPct val="90000"/>
              </a:lnSpc>
              <a:spcBef>
                <a:spcPts val="1000"/>
              </a:spcBef>
              <a:spcAft>
                <a:spcPts val="0"/>
              </a:spcAft>
              <a:buClr>
                <a:schemeClr val="dk1"/>
              </a:buClr>
              <a:buSzPts val="2800"/>
              <a:buFont typeface="Noto Sans Symbols"/>
              <a:buNone/>
            </a:pPr>
            <a:r>
              <a:t/>
            </a:r>
            <a:endParaRPr>
              <a:latin typeface="Times New Roman"/>
              <a:ea typeface="Times New Roman"/>
              <a:cs typeface="Times New Roman"/>
              <a:sym typeface="Times New Roman"/>
            </a:endParaRPr>
          </a:p>
          <a:p>
            <a:pPr indent="-50800" lvl="0" marL="228600" rtl="0" algn="l">
              <a:lnSpc>
                <a:spcPct val="90000"/>
              </a:lnSpc>
              <a:spcBef>
                <a:spcPts val="1000"/>
              </a:spcBef>
              <a:spcAft>
                <a:spcPts val="0"/>
              </a:spcAft>
              <a:buClr>
                <a:schemeClr val="dk1"/>
              </a:buClr>
              <a:buSzPts val="2800"/>
              <a:buFont typeface="Noto Sans Symbols"/>
              <a:buNone/>
            </a:pPr>
            <a:r>
              <a:t/>
            </a:r>
            <a:endParaRPr/>
          </a:p>
          <a:p>
            <a:pPr indent="0" lvl="0" marL="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sp>
        <p:nvSpPr>
          <p:cNvPr id="356" name="Google Shape;356;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pic>
        <p:nvPicPr>
          <p:cNvPr id="357" name="Google Shape;357;p33"/>
          <p:cNvPicPr preferRelativeResize="0"/>
          <p:nvPr/>
        </p:nvPicPr>
        <p:blipFill rotWithShape="1">
          <a:blip r:embed="rId3">
            <a:alphaModFix/>
          </a:blip>
          <a:srcRect b="0" l="0" r="0" t="0"/>
          <a:stretch/>
        </p:blipFill>
        <p:spPr>
          <a:xfrm>
            <a:off x="7368217" y="1837763"/>
            <a:ext cx="4823783" cy="327211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5">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5">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5">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34"/>
          <p:cNvSpPr txBox="1"/>
          <p:nvPr>
            <p:ph type="title"/>
          </p:nvPr>
        </p:nvSpPr>
        <p:spPr>
          <a:xfrm>
            <a:off x="1252271" y="223997"/>
            <a:ext cx="9877064" cy="111673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800000"/>
              </a:buClr>
              <a:buSzPts val="4200"/>
              <a:buFont typeface="Times New Roman"/>
              <a:buNone/>
            </a:pPr>
            <a:r>
              <a:rPr b="1" lang="en-GB" sz="4200">
                <a:solidFill>
                  <a:srgbClr val="800000"/>
                </a:solidFill>
                <a:latin typeface="Times New Roman"/>
                <a:ea typeface="Times New Roman"/>
                <a:cs typeface="Times New Roman"/>
                <a:sym typeface="Times New Roman"/>
              </a:rPr>
              <a:t>Types of Listeners </a:t>
            </a:r>
            <a:endParaRPr b="1" sz="4200">
              <a:solidFill>
                <a:srgbClr val="800000"/>
              </a:solidFill>
              <a:latin typeface="Times New Roman"/>
              <a:ea typeface="Times New Roman"/>
              <a:cs typeface="Times New Roman"/>
              <a:sym typeface="Times New Roman"/>
            </a:endParaRPr>
          </a:p>
        </p:txBody>
      </p:sp>
      <p:pic>
        <p:nvPicPr>
          <p:cNvPr descr="Screen Shot 2020-04-15 at 11.07.26 PM.png" id="363" name="Google Shape;363;p34"/>
          <p:cNvPicPr preferRelativeResize="0"/>
          <p:nvPr>
            <p:ph idx="1" type="body"/>
          </p:nvPr>
        </p:nvPicPr>
        <p:blipFill rotWithShape="1">
          <a:blip r:embed="rId3">
            <a:alphaModFix/>
          </a:blip>
          <a:srcRect b="462" l="3133" r="803" t="0"/>
          <a:stretch/>
        </p:blipFill>
        <p:spPr>
          <a:xfrm>
            <a:off x="7922726" y="0"/>
            <a:ext cx="4269274" cy="4423520"/>
          </a:xfrm>
          <a:prstGeom prst="rect">
            <a:avLst/>
          </a:prstGeom>
          <a:noFill/>
          <a:ln>
            <a:noFill/>
          </a:ln>
        </p:spPr>
      </p:pic>
      <p:sp>
        <p:nvSpPr>
          <p:cNvPr id="364" name="Google Shape;364;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
        <p:nvSpPr>
          <p:cNvPr id="365" name="Google Shape;365;p34"/>
          <p:cNvSpPr txBox="1"/>
          <p:nvPr/>
        </p:nvSpPr>
        <p:spPr>
          <a:xfrm>
            <a:off x="511492" y="1817039"/>
            <a:ext cx="7037406" cy="3369461"/>
          </a:xfrm>
          <a:prstGeom prst="rect">
            <a:avLst/>
          </a:prstGeom>
          <a:noFill/>
          <a:ln>
            <a:noFill/>
          </a:ln>
        </p:spPr>
        <p:txBody>
          <a:bodyPr anchorCtr="0" anchor="t" bIns="45700" lIns="91425" spcFirstLastPara="1" rIns="91425" wrap="square" tIns="45700">
            <a:noAutofit/>
          </a:bodyPr>
          <a:lstStyle/>
          <a:p>
            <a:pPr indent="-228600" lvl="0" marL="228600" marR="0" rtl="0" algn="l">
              <a:lnSpc>
                <a:spcPct val="120000"/>
              </a:lnSpc>
              <a:spcBef>
                <a:spcPts val="0"/>
              </a:spcBef>
              <a:spcAft>
                <a:spcPts val="0"/>
              </a:spcAft>
              <a:buClr>
                <a:schemeClr val="dk1"/>
              </a:buClr>
              <a:buSzPts val="3200"/>
              <a:buFont typeface="Arial"/>
              <a:buChar char="•"/>
            </a:pPr>
            <a:r>
              <a:rPr b="1" i="0" lang="en-GB" sz="3200" u="none" cap="none" strike="noStrike">
                <a:solidFill>
                  <a:schemeClr val="dk1"/>
                </a:solidFill>
                <a:latin typeface="Times New Roman"/>
                <a:ea typeface="Times New Roman"/>
                <a:cs typeface="Times New Roman"/>
                <a:sym typeface="Times New Roman"/>
              </a:rPr>
              <a:t>Non-listeners</a:t>
            </a:r>
            <a:endParaRPr b="1" i="0" sz="3200" u="none" cap="none" strike="noStrike">
              <a:solidFill>
                <a:schemeClr val="dk1"/>
              </a:solidFill>
              <a:latin typeface="Times New Roman"/>
              <a:ea typeface="Times New Roman"/>
              <a:cs typeface="Times New Roman"/>
              <a:sym typeface="Times New Roman"/>
            </a:endParaRPr>
          </a:p>
          <a:p>
            <a:pPr indent="-228600" lvl="0" marL="228600" marR="0" rtl="0" algn="l">
              <a:lnSpc>
                <a:spcPct val="120000"/>
              </a:lnSpc>
              <a:spcBef>
                <a:spcPts val="1000"/>
              </a:spcBef>
              <a:spcAft>
                <a:spcPts val="0"/>
              </a:spcAft>
              <a:buClr>
                <a:schemeClr val="dk1"/>
              </a:buClr>
              <a:buSzPts val="3200"/>
              <a:buFont typeface="Arial"/>
              <a:buChar char="•"/>
            </a:pPr>
            <a:r>
              <a:rPr b="1" i="0" lang="en-GB" sz="3200" u="none" cap="none" strike="noStrike">
                <a:solidFill>
                  <a:schemeClr val="dk1"/>
                </a:solidFill>
                <a:latin typeface="Times New Roman"/>
                <a:ea typeface="Times New Roman"/>
                <a:cs typeface="Times New Roman"/>
                <a:sym typeface="Times New Roman"/>
              </a:rPr>
              <a:t>Passive listeners</a:t>
            </a:r>
            <a:endParaRPr b="1" i="0" sz="3200" u="none" cap="none" strike="noStrike">
              <a:solidFill>
                <a:schemeClr val="dk1"/>
              </a:solidFill>
              <a:latin typeface="Times New Roman"/>
              <a:ea typeface="Times New Roman"/>
              <a:cs typeface="Times New Roman"/>
              <a:sym typeface="Times New Roman"/>
            </a:endParaRPr>
          </a:p>
          <a:p>
            <a:pPr indent="-228600" lvl="0" marL="228600" marR="0" rtl="0" algn="l">
              <a:lnSpc>
                <a:spcPct val="120000"/>
              </a:lnSpc>
              <a:spcBef>
                <a:spcPts val="1000"/>
              </a:spcBef>
              <a:spcAft>
                <a:spcPts val="0"/>
              </a:spcAft>
              <a:buClr>
                <a:schemeClr val="dk1"/>
              </a:buClr>
              <a:buSzPts val="3200"/>
              <a:buFont typeface="Arial"/>
              <a:buChar char="•"/>
            </a:pPr>
            <a:r>
              <a:rPr b="1" i="0" lang="en-GB" sz="3200" u="none" cap="none" strike="noStrike">
                <a:solidFill>
                  <a:schemeClr val="dk1"/>
                </a:solidFill>
                <a:latin typeface="Times New Roman"/>
                <a:ea typeface="Times New Roman"/>
                <a:cs typeface="Times New Roman"/>
                <a:sym typeface="Times New Roman"/>
              </a:rPr>
              <a:t>Evaluative listeners</a:t>
            </a:r>
            <a:endParaRPr b="1" i="0" sz="3200" u="none" cap="none" strike="noStrike">
              <a:solidFill>
                <a:schemeClr val="dk1"/>
              </a:solidFill>
              <a:latin typeface="Times New Roman"/>
              <a:ea typeface="Times New Roman"/>
              <a:cs typeface="Times New Roman"/>
              <a:sym typeface="Times New Roman"/>
            </a:endParaRPr>
          </a:p>
          <a:p>
            <a:pPr indent="-228600" lvl="0" marL="228600" marR="0" rtl="0" algn="l">
              <a:lnSpc>
                <a:spcPct val="120000"/>
              </a:lnSpc>
              <a:spcBef>
                <a:spcPts val="1000"/>
              </a:spcBef>
              <a:spcAft>
                <a:spcPts val="0"/>
              </a:spcAft>
              <a:buClr>
                <a:schemeClr val="dk1"/>
              </a:buClr>
              <a:buSzPts val="3200"/>
              <a:buFont typeface="Arial"/>
              <a:buChar char="•"/>
            </a:pPr>
            <a:r>
              <a:rPr b="1" i="0" lang="en-GB" sz="3200" u="none" cap="none" strike="noStrike">
                <a:solidFill>
                  <a:schemeClr val="dk1"/>
                </a:solidFill>
                <a:latin typeface="Times New Roman"/>
                <a:ea typeface="Times New Roman"/>
                <a:cs typeface="Times New Roman"/>
                <a:sym typeface="Times New Roman"/>
              </a:rPr>
              <a:t>Active listeners</a:t>
            </a:r>
            <a:endParaRPr b="1" i="0" sz="3200" u="none" cap="none" strike="noStrike">
              <a:solidFill>
                <a:schemeClr val="dk1"/>
              </a:solidFill>
              <a:latin typeface="Times New Roman"/>
              <a:ea typeface="Times New Roman"/>
              <a:cs typeface="Times New Roman"/>
              <a:sym typeface="Times New Roman"/>
            </a:endParaRPr>
          </a:p>
          <a:p>
            <a:pPr indent="-25400" lvl="0" marL="228600" marR="0" rtl="0" algn="l">
              <a:lnSpc>
                <a:spcPct val="90000"/>
              </a:lnSpc>
              <a:spcBef>
                <a:spcPts val="1000"/>
              </a:spcBef>
              <a:spcAft>
                <a:spcPts val="0"/>
              </a:spcAft>
              <a:buClr>
                <a:schemeClr val="dk1"/>
              </a:buClr>
              <a:buSzPts val="3200"/>
              <a:buFont typeface="Arial"/>
              <a:buNone/>
            </a:pPr>
            <a:r>
              <a:t/>
            </a:r>
            <a:endParaRPr b="0" i="0" sz="3200" u="none" cap="none" strike="noStrike">
              <a:solidFill>
                <a:schemeClr val="dk1"/>
              </a:solidFill>
              <a:latin typeface="Times New Roman"/>
              <a:ea typeface="Times New Roman"/>
              <a:cs typeface="Times New Roman"/>
              <a:sym typeface="Times New Roman"/>
            </a:endParaRPr>
          </a:p>
          <a:p>
            <a:pPr indent="-25400" lvl="0" marL="228600" marR="0" rtl="0" algn="l">
              <a:lnSpc>
                <a:spcPct val="90000"/>
              </a:lnSpc>
              <a:spcBef>
                <a:spcPts val="1000"/>
              </a:spcBef>
              <a:spcAft>
                <a:spcPts val="0"/>
              </a:spcAft>
              <a:buClr>
                <a:schemeClr val="dk1"/>
              </a:buClr>
              <a:buSzPts val="3200"/>
              <a:buFont typeface="Arial"/>
              <a:buNone/>
            </a:pPr>
            <a:r>
              <a:t/>
            </a:r>
            <a:endParaRPr b="0" i="0" sz="3200" u="none" cap="none" strike="noStrike">
              <a:solidFill>
                <a:schemeClr val="dk1"/>
              </a:solidFill>
              <a:latin typeface="Times New Roman"/>
              <a:ea typeface="Times New Roman"/>
              <a:cs typeface="Times New Roman"/>
              <a:sym typeface="Times New Roman"/>
            </a:endParaRPr>
          </a:p>
          <a:p>
            <a:pPr indent="-25400" lvl="0" marL="228600" marR="0" rtl="0" algn="l">
              <a:lnSpc>
                <a:spcPct val="90000"/>
              </a:lnSpc>
              <a:spcBef>
                <a:spcPts val="1000"/>
              </a:spcBef>
              <a:spcAft>
                <a:spcPts val="0"/>
              </a:spcAft>
              <a:buClr>
                <a:schemeClr val="dk1"/>
              </a:buClr>
              <a:buSzPts val="3200"/>
              <a:buFont typeface="Arial"/>
              <a:buNone/>
            </a:pPr>
            <a:r>
              <a:t/>
            </a:r>
            <a:endParaRPr b="0" i="0" sz="3200" u="none" cap="none" strike="noStrike">
              <a:solidFill>
                <a:schemeClr val="dk1"/>
              </a:solidFill>
              <a:latin typeface="Times New Roman"/>
              <a:ea typeface="Times New Roman"/>
              <a:cs typeface="Times New Roman"/>
              <a:sym typeface="Times New Roman"/>
            </a:endParaRPr>
          </a:p>
          <a:p>
            <a:pPr indent="-25400" lvl="0" marL="228600" marR="0" rtl="0" algn="l">
              <a:lnSpc>
                <a:spcPct val="90000"/>
              </a:lnSpc>
              <a:spcBef>
                <a:spcPts val="1000"/>
              </a:spcBef>
              <a:spcAft>
                <a:spcPts val="0"/>
              </a:spcAft>
              <a:buClr>
                <a:schemeClr val="dk1"/>
              </a:buClr>
              <a:buSzPts val="3200"/>
              <a:buFont typeface="Arial"/>
              <a:buNone/>
            </a:pPr>
            <a:r>
              <a:t/>
            </a:r>
            <a:endParaRPr b="0" i="0" sz="3200" u="none" cap="none" strike="noStrike">
              <a:solidFill>
                <a:schemeClr val="dk1"/>
              </a:solidFill>
              <a:latin typeface="Times New Roman"/>
              <a:ea typeface="Times New Roman"/>
              <a:cs typeface="Times New Roman"/>
              <a:sym typeface="Times New Roman"/>
            </a:endParaRPr>
          </a:p>
          <a:p>
            <a:pPr indent="0" lvl="0" marL="0" marR="0" rtl="0" algn="l">
              <a:lnSpc>
                <a:spcPct val="90000"/>
              </a:lnSpc>
              <a:spcBef>
                <a:spcPts val="1000"/>
              </a:spcBef>
              <a:spcAft>
                <a:spcPts val="0"/>
              </a:spcAft>
              <a:buClr>
                <a:schemeClr val="dk1"/>
              </a:buClr>
              <a:buSzPts val="3200"/>
              <a:buFont typeface="Arial"/>
              <a:buNone/>
            </a:pPr>
            <a:r>
              <a:t/>
            </a:r>
            <a:endParaRPr b="0" i="0" sz="3200" u="none" cap="none" strike="noStrike">
              <a:solidFill>
                <a:schemeClr val="dk1"/>
              </a:solidFill>
              <a:latin typeface="Times New Roman"/>
              <a:ea typeface="Times New Roman"/>
              <a:cs typeface="Times New Roman"/>
              <a:sym typeface="Times New Roman"/>
            </a:endParaRPr>
          </a:p>
          <a:p>
            <a:pPr indent="-25400" lvl="0" marL="228600" marR="0" rtl="0" algn="l">
              <a:lnSpc>
                <a:spcPct val="90000"/>
              </a:lnSpc>
              <a:spcBef>
                <a:spcPts val="1000"/>
              </a:spcBef>
              <a:spcAft>
                <a:spcPts val="0"/>
              </a:spcAft>
              <a:buClr>
                <a:schemeClr val="dk1"/>
              </a:buClr>
              <a:buSzPts val="3200"/>
              <a:buFont typeface="Arial"/>
              <a:buNone/>
            </a:pPr>
            <a:r>
              <a:t/>
            </a:r>
            <a:endParaRPr b="0" i="0" sz="3200" u="none" cap="none" strike="noStrike">
              <a:solidFill>
                <a:schemeClr val="dk1"/>
              </a:solidFill>
              <a:latin typeface="Times New Roman"/>
              <a:ea typeface="Times New Roman"/>
              <a:cs typeface="Times New Roman"/>
              <a:sym typeface="Times New Roman"/>
            </a:endParaRPr>
          </a:p>
          <a:p>
            <a:pPr indent="-25400" lvl="0" marL="228600" marR="0" rtl="0" algn="l">
              <a:lnSpc>
                <a:spcPct val="90000"/>
              </a:lnSpc>
              <a:spcBef>
                <a:spcPts val="1000"/>
              </a:spcBef>
              <a:spcAft>
                <a:spcPts val="0"/>
              </a:spcAft>
              <a:buClr>
                <a:schemeClr val="dk1"/>
              </a:buClr>
              <a:buSzPts val="3200"/>
              <a:buFont typeface="Arial"/>
              <a:buNone/>
            </a:pPr>
            <a:r>
              <a:t/>
            </a:r>
            <a:endParaRPr b="0" i="0" sz="3200" u="none" cap="none" strike="noStrike">
              <a:solidFill>
                <a:schemeClr val="dk1"/>
              </a:solidFill>
              <a:latin typeface="Times New Roman"/>
              <a:ea typeface="Times New Roman"/>
              <a:cs typeface="Times New Roman"/>
              <a:sym typeface="Times New Roman"/>
            </a:endParaRPr>
          </a:p>
          <a:p>
            <a:pPr indent="-25400" lvl="0" marL="228600" marR="0" rtl="0" algn="l">
              <a:lnSpc>
                <a:spcPct val="90000"/>
              </a:lnSpc>
              <a:spcBef>
                <a:spcPts val="1000"/>
              </a:spcBef>
              <a:spcAft>
                <a:spcPts val="0"/>
              </a:spcAft>
              <a:buClr>
                <a:schemeClr val="dk1"/>
              </a:buClr>
              <a:buSzPts val="3200"/>
              <a:buFont typeface="Arial"/>
              <a:buNone/>
            </a:pPr>
            <a:r>
              <a:t/>
            </a:r>
            <a:endParaRPr b="0" i="0" sz="32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35"/>
          <p:cNvSpPr txBox="1"/>
          <p:nvPr>
            <p:ph type="title"/>
          </p:nvPr>
        </p:nvSpPr>
        <p:spPr>
          <a:xfrm>
            <a:off x="1411009" y="365126"/>
            <a:ext cx="4520638" cy="115887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800000"/>
              </a:buClr>
              <a:buSzPts val="4000"/>
              <a:buFont typeface="Times New Roman"/>
              <a:buNone/>
            </a:pPr>
            <a:r>
              <a:rPr b="1" lang="en-GB" sz="4000">
                <a:solidFill>
                  <a:srgbClr val="800000"/>
                </a:solidFill>
                <a:latin typeface="Times New Roman"/>
                <a:ea typeface="Times New Roman"/>
                <a:cs typeface="Times New Roman"/>
                <a:sym typeface="Times New Roman"/>
              </a:rPr>
              <a:t>Non-listeners</a:t>
            </a:r>
            <a:endParaRPr b="1" sz="4000">
              <a:solidFill>
                <a:srgbClr val="800000"/>
              </a:solidFill>
              <a:latin typeface="Times New Roman"/>
              <a:ea typeface="Times New Roman"/>
              <a:cs typeface="Times New Roman"/>
              <a:sym typeface="Times New Roman"/>
            </a:endParaRPr>
          </a:p>
        </p:txBody>
      </p:sp>
      <p:sp>
        <p:nvSpPr>
          <p:cNvPr id="372" name="Google Shape;372;p35"/>
          <p:cNvSpPr txBox="1"/>
          <p:nvPr>
            <p:ph idx="1" type="body"/>
          </p:nvPr>
        </p:nvSpPr>
        <p:spPr>
          <a:xfrm>
            <a:off x="493855" y="1507051"/>
            <a:ext cx="10512016" cy="3369461"/>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chemeClr val="dk1"/>
              </a:buClr>
              <a:buSzPts val="2800"/>
              <a:buChar char="•"/>
            </a:pPr>
            <a:r>
              <a:rPr lang="en-GB">
                <a:latin typeface="Times New Roman"/>
                <a:ea typeface="Times New Roman"/>
                <a:cs typeface="Times New Roman"/>
                <a:sym typeface="Times New Roman"/>
              </a:rPr>
              <a:t>Hear what is said but do not listen</a:t>
            </a:r>
            <a:endParaRPr/>
          </a:p>
          <a:p>
            <a:pPr indent="-228600" lvl="0" marL="228600" rtl="0" algn="l">
              <a:lnSpc>
                <a:spcPct val="100000"/>
              </a:lnSpc>
              <a:spcBef>
                <a:spcPts val="1000"/>
              </a:spcBef>
              <a:spcAft>
                <a:spcPts val="0"/>
              </a:spcAft>
              <a:buClr>
                <a:schemeClr val="dk1"/>
              </a:buClr>
              <a:buSzPts val="2800"/>
              <a:buChar char="•"/>
            </a:pPr>
            <a:r>
              <a:rPr lang="en-GB">
                <a:latin typeface="Times New Roman"/>
                <a:ea typeface="Times New Roman"/>
                <a:cs typeface="Times New Roman"/>
                <a:sym typeface="Times New Roman"/>
              </a:rPr>
              <a:t>Have a lot on their minds and want to let it out</a:t>
            </a:r>
            <a:endParaRPr/>
          </a:p>
          <a:p>
            <a:pPr indent="-228600" lvl="0" marL="228600" rtl="0" algn="l">
              <a:lnSpc>
                <a:spcPct val="100000"/>
              </a:lnSpc>
              <a:spcBef>
                <a:spcPts val="1000"/>
              </a:spcBef>
              <a:spcAft>
                <a:spcPts val="0"/>
              </a:spcAft>
              <a:buClr>
                <a:schemeClr val="dk1"/>
              </a:buClr>
              <a:buSzPts val="2800"/>
              <a:buChar char="•"/>
            </a:pPr>
            <a:r>
              <a:rPr lang="en-GB">
                <a:latin typeface="Times New Roman"/>
                <a:ea typeface="Times New Roman"/>
                <a:cs typeface="Times New Roman"/>
                <a:sym typeface="Times New Roman"/>
              </a:rPr>
              <a:t>Prefer hearing themselves talk, sometimes endlessly </a:t>
            </a:r>
            <a:endParaRPr/>
          </a:p>
          <a:p>
            <a:pPr indent="-228600" lvl="0" marL="228600" rtl="0" algn="l">
              <a:lnSpc>
                <a:spcPct val="100000"/>
              </a:lnSpc>
              <a:spcBef>
                <a:spcPts val="1000"/>
              </a:spcBef>
              <a:spcAft>
                <a:spcPts val="0"/>
              </a:spcAft>
              <a:buClr>
                <a:schemeClr val="dk1"/>
              </a:buClr>
              <a:buSzPts val="2800"/>
              <a:buChar char="•"/>
            </a:pPr>
            <a:r>
              <a:rPr lang="en-GB">
                <a:latin typeface="Times New Roman"/>
                <a:ea typeface="Times New Roman"/>
                <a:cs typeface="Times New Roman"/>
                <a:sym typeface="Times New Roman"/>
              </a:rPr>
              <a:t>Fake attention</a:t>
            </a:r>
            <a:endParaRPr/>
          </a:p>
          <a:p>
            <a:pPr indent="-50800" lvl="0" marL="228600" rtl="0" algn="l">
              <a:lnSpc>
                <a:spcPct val="90000"/>
              </a:lnSpc>
              <a:spcBef>
                <a:spcPts val="1000"/>
              </a:spcBef>
              <a:spcAft>
                <a:spcPts val="0"/>
              </a:spcAft>
              <a:buClr>
                <a:schemeClr val="dk1"/>
              </a:buClr>
              <a:buSzPts val="2800"/>
              <a:buNone/>
            </a:pPr>
            <a:r>
              <a:t/>
            </a:r>
            <a:endParaRPr>
              <a:latin typeface="Times New Roman"/>
              <a:ea typeface="Times New Roman"/>
              <a:cs typeface="Times New Roman"/>
              <a:sym typeface="Times New Roman"/>
            </a:endParaRPr>
          </a:p>
          <a:p>
            <a:pPr indent="-50800" lvl="0" marL="228600" rtl="0" algn="l">
              <a:lnSpc>
                <a:spcPct val="90000"/>
              </a:lnSpc>
              <a:spcBef>
                <a:spcPts val="1000"/>
              </a:spcBef>
              <a:spcAft>
                <a:spcPts val="0"/>
              </a:spcAft>
              <a:buClr>
                <a:schemeClr val="dk1"/>
              </a:buClr>
              <a:buSzPts val="2800"/>
              <a:buNone/>
            </a:pPr>
            <a:r>
              <a:t/>
            </a:r>
            <a:endParaRPr>
              <a:latin typeface="Times New Roman"/>
              <a:ea typeface="Times New Roman"/>
              <a:cs typeface="Times New Roman"/>
              <a:sym typeface="Times New Roman"/>
            </a:endParaRPr>
          </a:p>
          <a:p>
            <a:pPr indent="-50800" lvl="0" marL="228600" rtl="0" algn="l">
              <a:lnSpc>
                <a:spcPct val="90000"/>
              </a:lnSpc>
              <a:spcBef>
                <a:spcPts val="1000"/>
              </a:spcBef>
              <a:spcAft>
                <a:spcPts val="0"/>
              </a:spcAft>
              <a:buClr>
                <a:schemeClr val="dk1"/>
              </a:buClr>
              <a:buSzPts val="2800"/>
              <a:buNone/>
            </a:pPr>
            <a:r>
              <a:t/>
            </a:r>
            <a:endParaRPr>
              <a:latin typeface="Times New Roman"/>
              <a:ea typeface="Times New Roman"/>
              <a:cs typeface="Times New Roman"/>
              <a:sym typeface="Times New Roman"/>
            </a:endParaRPr>
          </a:p>
          <a:p>
            <a:pPr indent="-50800" lvl="0" marL="228600" rtl="0" algn="l">
              <a:lnSpc>
                <a:spcPct val="90000"/>
              </a:lnSpc>
              <a:spcBef>
                <a:spcPts val="1000"/>
              </a:spcBef>
              <a:spcAft>
                <a:spcPts val="0"/>
              </a:spcAft>
              <a:buClr>
                <a:schemeClr val="dk1"/>
              </a:buClr>
              <a:buSzPts val="2800"/>
              <a:buNone/>
            </a:pPr>
            <a:r>
              <a:t/>
            </a:r>
            <a:endParaRPr>
              <a:latin typeface="Times New Roman"/>
              <a:ea typeface="Times New Roman"/>
              <a:cs typeface="Times New Roman"/>
              <a:sym typeface="Times New Roman"/>
            </a:endParaRPr>
          </a:p>
        </p:txBody>
      </p:sp>
      <p:pic>
        <p:nvPicPr>
          <p:cNvPr descr="Screen Shot 2020-04-15 at 11.17.59 PM.png" id="373" name="Google Shape;373;p35"/>
          <p:cNvPicPr preferRelativeResize="0"/>
          <p:nvPr/>
        </p:nvPicPr>
        <p:blipFill rotWithShape="1">
          <a:blip r:embed="rId3">
            <a:alphaModFix/>
          </a:blip>
          <a:srcRect b="0" l="0" r="0" t="0"/>
          <a:stretch/>
        </p:blipFill>
        <p:spPr>
          <a:xfrm>
            <a:off x="4191769" y="3504321"/>
            <a:ext cx="3233996" cy="3353680"/>
          </a:xfrm>
          <a:prstGeom prst="rect">
            <a:avLst/>
          </a:prstGeom>
          <a:noFill/>
          <a:ln>
            <a:noFill/>
          </a:ln>
        </p:spPr>
      </p:pic>
      <p:sp>
        <p:nvSpPr>
          <p:cNvPr id="374" name="Google Shape;374;p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3"/>
                                        </p:tgtEl>
                                        <p:attrNameLst>
                                          <p:attrName>style.visibility</p:attrName>
                                        </p:attrNameLst>
                                      </p:cBhvr>
                                      <p:to>
                                        <p:strVal val="visible"/>
                                      </p:to>
                                    </p:set>
                                    <p:animEffect filter="fade" transition="in">
                                      <p:cBhvr>
                                        <p:cTn dur="500"/>
                                        <p:tgtEl>
                                          <p:spTgt spid="3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2">
                                            <p:txEl>
                                              <p:pRg end="0" st="0"/>
                                            </p:txEl>
                                          </p:spTgt>
                                        </p:tgtEl>
                                        <p:attrNameLst>
                                          <p:attrName>style.visibility</p:attrName>
                                        </p:attrNameLst>
                                      </p:cBhvr>
                                      <p:to>
                                        <p:strVal val="visible"/>
                                      </p:to>
                                    </p:set>
                                    <p:animEffect filter="fade" transition="in">
                                      <p:cBhvr>
                                        <p:cTn dur="500"/>
                                        <p:tgtEl>
                                          <p:spTgt spid="37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2">
                                            <p:txEl>
                                              <p:pRg end="1" st="1"/>
                                            </p:txEl>
                                          </p:spTgt>
                                        </p:tgtEl>
                                        <p:attrNameLst>
                                          <p:attrName>style.visibility</p:attrName>
                                        </p:attrNameLst>
                                      </p:cBhvr>
                                      <p:to>
                                        <p:strVal val="visible"/>
                                      </p:to>
                                    </p:set>
                                    <p:animEffect filter="fade" transition="in">
                                      <p:cBhvr>
                                        <p:cTn dur="500"/>
                                        <p:tgtEl>
                                          <p:spTgt spid="37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2">
                                            <p:txEl>
                                              <p:pRg end="2" st="2"/>
                                            </p:txEl>
                                          </p:spTgt>
                                        </p:tgtEl>
                                        <p:attrNameLst>
                                          <p:attrName>style.visibility</p:attrName>
                                        </p:attrNameLst>
                                      </p:cBhvr>
                                      <p:to>
                                        <p:strVal val="visible"/>
                                      </p:to>
                                    </p:set>
                                    <p:animEffect filter="fade" transition="in">
                                      <p:cBhvr>
                                        <p:cTn dur="500"/>
                                        <p:tgtEl>
                                          <p:spTgt spid="37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2">
                                            <p:txEl>
                                              <p:pRg end="3" st="3"/>
                                            </p:txEl>
                                          </p:spTgt>
                                        </p:tgtEl>
                                        <p:attrNameLst>
                                          <p:attrName>style.visibility</p:attrName>
                                        </p:attrNameLst>
                                      </p:cBhvr>
                                      <p:to>
                                        <p:strVal val="visible"/>
                                      </p:to>
                                    </p:set>
                                    <p:animEffect filter="fade" transition="in">
                                      <p:cBhvr>
                                        <p:cTn dur="500"/>
                                        <p:tgtEl>
                                          <p:spTgt spid="37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2">
                                            <p:txEl>
                                              <p:pRg end="4" st="4"/>
                                            </p:txEl>
                                          </p:spTgt>
                                        </p:tgtEl>
                                        <p:attrNameLst>
                                          <p:attrName>style.visibility</p:attrName>
                                        </p:attrNameLst>
                                      </p:cBhvr>
                                      <p:to>
                                        <p:strVal val="visible"/>
                                      </p:to>
                                    </p:set>
                                    <p:animEffect filter="fade" transition="in">
                                      <p:cBhvr>
                                        <p:cTn dur="500"/>
                                        <p:tgtEl>
                                          <p:spTgt spid="37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2">
                                            <p:txEl>
                                              <p:pRg end="5" st="5"/>
                                            </p:txEl>
                                          </p:spTgt>
                                        </p:tgtEl>
                                        <p:attrNameLst>
                                          <p:attrName>style.visibility</p:attrName>
                                        </p:attrNameLst>
                                      </p:cBhvr>
                                      <p:to>
                                        <p:strVal val="visible"/>
                                      </p:to>
                                    </p:set>
                                    <p:animEffect filter="fade" transition="in">
                                      <p:cBhvr>
                                        <p:cTn dur="500"/>
                                        <p:tgtEl>
                                          <p:spTgt spid="37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2">
                                            <p:txEl>
                                              <p:pRg end="6" st="6"/>
                                            </p:txEl>
                                          </p:spTgt>
                                        </p:tgtEl>
                                        <p:attrNameLst>
                                          <p:attrName>style.visibility</p:attrName>
                                        </p:attrNameLst>
                                      </p:cBhvr>
                                      <p:to>
                                        <p:strVal val="visible"/>
                                      </p:to>
                                    </p:set>
                                    <p:animEffect filter="fade" transition="in">
                                      <p:cBhvr>
                                        <p:cTn dur="500"/>
                                        <p:tgtEl>
                                          <p:spTgt spid="372">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2">
                                            <p:txEl>
                                              <p:pRg end="7" st="7"/>
                                            </p:txEl>
                                          </p:spTgt>
                                        </p:tgtEl>
                                        <p:attrNameLst>
                                          <p:attrName>style.visibility</p:attrName>
                                        </p:attrNameLst>
                                      </p:cBhvr>
                                      <p:to>
                                        <p:strVal val="visible"/>
                                      </p:to>
                                    </p:set>
                                    <p:animEffect filter="fade" transition="in">
                                      <p:cBhvr>
                                        <p:cTn dur="500"/>
                                        <p:tgtEl>
                                          <p:spTgt spid="372">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36"/>
          <p:cNvSpPr txBox="1"/>
          <p:nvPr>
            <p:ph type="title"/>
          </p:nvPr>
        </p:nvSpPr>
        <p:spPr>
          <a:xfrm>
            <a:off x="1411008" y="365125"/>
            <a:ext cx="9942791"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800000"/>
              </a:buClr>
              <a:buSzPts val="4200"/>
              <a:buFont typeface="Times New Roman"/>
              <a:buNone/>
            </a:pPr>
            <a:r>
              <a:rPr b="1" lang="en-GB" sz="4200">
                <a:solidFill>
                  <a:srgbClr val="800000"/>
                </a:solidFill>
                <a:latin typeface="Times New Roman"/>
                <a:ea typeface="Times New Roman"/>
                <a:cs typeface="Times New Roman"/>
                <a:sym typeface="Times New Roman"/>
              </a:rPr>
              <a:t>Passive listeners</a:t>
            </a:r>
            <a:endParaRPr b="1" sz="4200">
              <a:solidFill>
                <a:srgbClr val="800000"/>
              </a:solidFill>
              <a:latin typeface="Times New Roman"/>
              <a:ea typeface="Times New Roman"/>
              <a:cs typeface="Times New Roman"/>
              <a:sym typeface="Times New Roman"/>
            </a:endParaRPr>
          </a:p>
        </p:txBody>
      </p:sp>
      <p:sp>
        <p:nvSpPr>
          <p:cNvPr id="381" name="Google Shape;381;p36"/>
          <p:cNvSpPr txBox="1"/>
          <p:nvPr>
            <p:ph idx="1" type="body"/>
          </p:nvPr>
        </p:nvSpPr>
        <p:spPr>
          <a:xfrm>
            <a:off x="335114" y="1825626"/>
            <a:ext cx="7778187" cy="3995956"/>
          </a:xfrm>
          <a:prstGeom prst="rect">
            <a:avLst/>
          </a:prstGeom>
          <a:noFill/>
          <a:ln>
            <a:noFill/>
          </a:ln>
        </p:spPr>
        <p:txBody>
          <a:bodyPr anchorCtr="0" anchor="t" bIns="45700" lIns="91425" spcFirstLastPara="1" rIns="91425" wrap="square" tIns="45700">
            <a:noAutofit/>
          </a:bodyPr>
          <a:lstStyle/>
          <a:p>
            <a:pPr indent="-228600" lvl="0" marL="228600" rtl="0" algn="l">
              <a:lnSpc>
                <a:spcPct val="120000"/>
              </a:lnSpc>
              <a:spcBef>
                <a:spcPts val="0"/>
              </a:spcBef>
              <a:spcAft>
                <a:spcPts val="0"/>
              </a:spcAft>
              <a:buClr>
                <a:schemeClr val="dk1"/>
              </a:buClr>
              <a:buSzPts val="2800"/>
              <a:buChar char="•"/>
            </a:pPr>
            <a:r>
              <a:rPr lang="en-GB">
                <a:latin typeface="Times New Roman"/>
                <a:ea typeface="Times New Roman"/>
                <a:cs typeface="Times New Roman"/>
                <a:sym typeface="Times New Roman"/>
              </a:rPr>
              <a:t>Disconnected and unreceptive</a:t>
            </a:r>
            <a:endParaRPr/>
          </a:p>
          <a:p>
            <a:pPr indent="-228600" lvl="0" marL="228600" rtl="0" algn="l">
              <a:lnSpc>
                <a:spcPct val="120000"/>
              </a:lnSpc>
              <a:spcBef>
                <a:spcPts val="1000"/>
              </a:spcBef>
              <a:spcAft>
                <a:spcPts val="0"/>
              </a:spcAft>
              <a:buClr>
                <a:schemeClr val="dk1"/>
              </a:buClr>
              <a:buSzPts val="2800"/>
              <a:buChar char="•"/>
            </a:pPr>
            <a:r>
              <a:rPr lang="en-GB">
                <a:latin typeface="Times New Roman"/>
                <a:ea typeface="Times New Roman"/>
                <a:cs typeface="Times New Roman"/>
                <a:sym typeface="Times New Roman"/>
              </a:rPr>
              <a:t>Appear laid-back and calm</a:t>
            </a:r>
            <a:endParaRPr/>
          </a:p>
          <a:p>
            <a:pPr indent="-228600" lvl="0" marL="228600" rtl="0" algn="l">
              <a:lnSpc>
                <a:spcPct val="120000"/>
              </a:lnSpc>
              <a:spcBef>
                <a:spcPts val="1000"/>
              </a:spcBef>
              <a:spcAft>
                <a:spcPts val="0"/>
              </a:spcAft>
              <a:buClr>
                <a:schemeClr val="dk1"/>
              </a:buClr>
              <a:buSzPts val="2800"/>
              <a:buChar char="•"/>
            </a:pPr>
            <a:r>
              <a:rPr lang="en-GB">
                <a:latin typeface="Times New Roman"/>
                <a:ea typeface="Times New Roman"/>
                <a:cs typeface="Times New Roman"/>
                <a:sym typeface="Times New Roman"/>
              </a:rPr>
              <a:t>Use little energy or effort</a:t>
            </a:r>
            <a:endParaRPr/>
          </a:p>
          <a:p>
            <a:pPr indent="-228600" lvl="0" marL="228600" rtl="0" algn="l">
              <a:lnSpc>
                <a:spcPct val="120000"/>
              </a:lnSpc>
              <a:spcBef>
                <a:spcPts val="1000"/>
              </a:spcBef>
              <a:spcAft>
                <a:spcPts val="0"/>
              </a:spcAft>
              <a:buClr>
                <a:schemeClr val="dk1"/>
              </a:buClr>
              <a:buSzPts val="2800"/>
              <a:buChar char="•"/>
            </a:pPr>
            <a:r>
              <a:rPr lang="en-GB">
                <a:latin typeface="Times New Roman"/>
                <a:ea typeface="Times New Roman"/>
                <a:cs typeface="Times New Roman"/>
                <a:sym typeface="Times New Roman"/>
              </a:rPr>
              <a:t>Rarely establish eye contact</a:t>
            </a:r>
            <a:endParaRPr/>
          </a:p>
          <a:p>
            <a:pPr indent="-228600" lvl="0" marL="228600" rtl="0" algn="l">
              <a:lnSpc>
                <a:spcPct val="120000"/>
              </a:lnSpc>
              <a:spcBef>
                <a:spcPts val="1000"/>
              </a:spcBef>
              <a:spcAft>
                <a:spcPts val="0"/>
              </a:spcAft>
              <a:buClr>
                <a:schemeClr val="dk1"/>
              </a:buClr>
              <a:buSzPts val="2800"/>
              <a:buChar char="•"/>
            </a:pPr>
            <a:r>
              <a:rPr lang="en-GB">
                <a:latin typeface="Times New Roman"/>
                <a:ea typeface="Times New Roman"/>
                <a:cs typeface="Times New Roman"/>
                <a:sym typeface="Times New Roman"/>
              </a:rPr>
              <a:t>Fake attention</a:t>
            </a:r>
            <a:endParaRPr/>
          </a:p>
          <a:p>
            <a:pPr indent="-50800" lvl="0" marL="228600" rtl="0" algn="l">
              <a:lnSpc>
                <a:spcPct val="90000"/>
              </a:lnSpc>
              <a:spcBef>
                <a:spcPts val="1000"/>
              </a:spcBef>
              <a:spcAft>
                <a:spcPts val="0"/>
              </a:spcAft>
              <a:buClr>
                <a:schemeClr val="dk1"/>
              </a:buClr>
              <a:buSzPts val="2800"/>
              <a:buNone/>
            </a:pPr>
            <a:r>
              <a:t/>
            </a:r>
            <a:endParaRPr>
              <a:latin typeface="Times New Roman"/>
              <a:ea typeface="Times New Roman"/>
              <a:cs typeface="Times New Roman"/>
              <a:sym typeface="Times New Roman"/>
            </a:endParaRPr>
          </a:p>
          <a:p>
            <a:pPr indent="-50800" lvl="0" marL="228600" rtl="0" algn="l">
              <a:lnSpc>
                <a:spcPct val="90000"/>
              </a:lnSpc>
              <a:spcBef>
                <a:spcPts val="1000"/>
              </a:spcBef>
              <a:spcAft>
                <a:spcPts val="0"/>
              </a:spcAft>
              <a:buClr>
                <a:schemeClr val="dk1"/>
              </a:buClr>
              <a:buSzPts val="2800"/>
              <a:buNone/>
            </a:pPr>
            <a:r>
              <a:t/>
            </a:r>
            <a:endParaRPr>
              <a:latin typeface="Times New Roman"/>
              <a:ea typeface="Times New Roman"/>
              <a:cs typeface="Times New Roman"/>
              <a:sym typeface="Times New Roman"/>
            </a:endParaRPr>
          </a:p>
          <a:p>
            <a:pPr indent="-50800" lvl="0" marL="228600" rtl="0" algn="l">
              <a:lnSpc>
                <a:spcPct val="90000"/>
              </a:lnSpc>
              <a:spcBef>
                <a:spcPts val="1000"/>
              </a:spcBef>
              <a:spcAft>
                <a:spcPts val="0"/>
              </a:spcAft>
              <a:buClr>
                <a:schemeClr val="dk1"/>
              </a:buClr>
              <a:buSzPts val="2800"/>
              <a:buNone/>
            </a:pPr>
            <a:r>
              <a:t/>
            </a:r>
            <a:endParaRPr>
              <a:latin typeface="Times New Roman"/>
              <a:ea typeface="Times New Roman"/>
              <a:cs typeface="Times New Roman"/>
              <a:sym typeface="Times New Roman"/>
            </a:endParaRPr>
          </a:p>
          <a:p>
            <a:pPr indent="-50800" lvl="0" marL="228600" rtl="0" algn="l">
              <a:lnSpc>
                <a:spcPct val="90000"/>
              </a:lnSpc>
              <a:spcBef>
                <a:spcPts val="1000"/>
              </a:spcBef>
              <a:spcAft>
                <a:spcPts val="0"/>
              </a:spcAft>
              <a:buClr>
                <a:schemeClr val="dk1"/>
              </a:buClr>
              <a:buSzPts val="2800"/>
              <a:buNone/>
            </a:pPr>
            <a:r>
              <a:t/>
            </a:r>
            <a:endParaRPr>
              <a:latin typeface="Times New Roman"/>
              <a:ea typeface="Times New Roman"/>
              <a:cs typeface="Times New Roman"/>
              <a:sym typeface="Times New Roman"/>
            </a:endParaRPr>
          </a:p>
        </p:txBody>
      </p:sp>
      <p:pic>
        <p:nvPicPr>
          <p:cNvPr descr="96a055268bba11d6fddb76fffaab4eff_poor-communication-clipart_572-461.jpeg" id="382" name="Google Shape;382;p36"/>
          <p:cNvPicPr preferRelativeResize="0"/>
          <p:nvPr/>
        </p:nvPicPr>
        <p:blipFill rotWithShape="1">
          <a:blip r:embed="rId3">
            <a:alphaModFix/>
          </a:blip>
          <a:srcRect b="0" l="0" r="0" t="0"/>
          <a:stretch/>
        </p:blipFill>
        <p:spPr>
          <a:xfrm>
            <a:off x="7268689" y="0"/>
            <a:ext cx="4923311" cy="3967913"/>
          </a:xfrm>
          <a:prstGeom prst="rect">
            <a:avLst/>
          </a:prstGeom>
          <a:noFill/>
          <a:ln>
            <a:noFill/>
          </a:ln>
        </p:spPr>
      </p:pic>
      <p:sp>
        <p:nvSpPr>
          <p:cNvPr id="383" name="Google Shape;383;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2"/>
                                        </p:tgtEl>
                                        <p:attrNameLst>
                                          <p:attrName>style.visibility</p:attrName>
                                        </p:attrNameLst>
                                      </p:cBhvr>
                                      <p:to>
                                        <p:strVal val="visible"/>
                                      </p:to>
                                    </p:set>
                                    <p:animEffect filter="fade" transition="in">
                                      <p:cBhvr>
                                        <p:cTn dur="500"/>
                                        <p:tgtEl>
                                          <p:spTgt spid="38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1">
                                            <p:txEl>
                                              <p:pRg end="0" st="0"/>
                                            </p:txEl>
                                          </p:spTgt>
                                        </p:tgtEl>
                                        <p:attrNameLst>
                                          <p:attrName>style.visibility</p:attrName>
                                        </p:attrNameLst>
                                      </p:cBhvr>
                                      <p:to>
                                        <p:strVal val="visible"/>
                                      </p:to>
                                    </p:set>
                                    <p:animEffect filter="fade" transition="in">
                                      <p:cBhvr>
                                        <p:cTn dur="500"/>
                                        <p:tgtEl>
                                          <p:spTgt spid="38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1">
                                            <p:txEl>
                                              <p:pRg end="1" st="1"/>
                                            </p:txEl>
                                          </p:spTgt>
                                        </p:tgtEl>
                                        <p:attrNameLst>
                                          <p:attrName>style.visibility</p:attrName>
                                        </p:attrNameLst>
                                      </p:cBhvr>
                                      <p:to>
                                        <p:strVal val="visible"/>
                                      </p:to>
                                    </p:set>
                                    <p:animEffect filter="fade" transition="in">
                                      <p:cBhvr>
                                        <p:cTn dur="500"/>
                                        <p:tgtEl>
                                          <p:spTgt spid="38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1">
                                            <p:txEl>
                                              <p:pRg end="2" st="2"/>
                                            </p:txEl>
                                          </p:spTgt>
                                        </p:tgtEl>
                                        <p:attrNameLst>
                                          <p:attrName>style.visibility</p:attrName>
                                        </p:attrNameLst>
                                      </p:cBhvr>
                                      <p:to>
                                        <p:strVal val="visible"/>
                                      </p:to>
                                    </p:set>
                                    <p:animEffect filter="fade" transition="in">
                                      <p:cBhvr>
                                        <p:cTn dur="500"/>
                                        <p:tgtEl>
                                          <p:spTgt spid="38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1">
                                            <p:txEl>
                                              <p:pRg end="3" st="3"/>
                                            </p:txEl>
                                          </p:spTgt>
                                        </p:tgtEl>
                                        <p:attrNameLst>
                                          <p:attrName>style.visibility</p:attrName>
                                        </p:attrNameLst>
                                      </p:cBhvr>
                                      <p:to>
                                        <p:strVal val="visible"/>
                                      </p:to>
                                    </p:set>
                                    <p:animEffect filter="fade" transition="in">
                                      <p:cBhvr>
                                        <p:cTn dur="500"/>
                                        <p:tgtEl>
                                          <p:spTgt spid="38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1">
                                            <p:txEl>
                                              <p:pRg end="4" st="4"/>
                                            </p:txEl>
                                          </p:spTgt>
                                        </p:tgtEl>
                                        <p:attrNameLst>
                                          <p:attrName>style.visibility</p:attrName>
                                        </p:attrNameLst>
                                      </p:cBhvr>
                                      <p:to>
                                        <p:strVal val="visible"/>
                                      </p:to>
                                    </p:set>
                                    <p:animEffect filter="fade" transition="in">
                                      <p:cBhvr>
                                        <p:cTn dur="500"/>
                                        <p:tgtEl>
                                          <p:spTgt spid="38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1">
                                            <p:txEl>
                                              <p:pRg end="5" st="5"/>
                                            </p:txEl>
                                          </p:spTgt>
                                        </p:tgtEl>
                                        <p:attrNameLst>
                                          <p:attrName>style.visibility</p:attrName>
                                        </p:attrNameLst>
                                      </p:cBhvr>
                                      <p:to>
                                        <p:strVal val="visible"/>
                                      </p:to>
                                    </p:set>
                                    <p:animEffect filter="fade" transition="in">
                                      <p:cBhvr>
                                        <p:cTn dur="500"/>
                                        <p:tgtEl>
                                          <p:spTgt spid="38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1">
                                            <p:txEl>
                                              <p:pRg end="6" st="6"/>
                                            </p:txEl>
                                          </p:spTgt>
                                        </p:tgtEl>
                                        <p:attrNameLst>
                                          <p:attrName>style.visibility</p:attrName>
                                        </p:attrNameLst>
                                      </p:cBhvr>
                                      <p:to>
                                        <p:strVal val="visible"/>
                                      </p:to>
                                    </p:set>
                                    <p:animEffect filter="fade" transition="in">
                                      <p:cBhvr>
                                        <p:cTn dur="500"/>
                                        <p:tgtEl>
                                          <p:spTgt spid="381">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1">
                                            <p:txEl>
                                              <p:pRg end="7" st="7"/>
                                            </p:txEl>
                                          </p:spTgt>
                                        </p:tgtEl>
                                        <p:attrNameLst>
                                          <p:attrName>style.visibility</p:attrName>
                                        </p:attrNameLst>
                                      </p:cBhvr>
                                      <p:to>
                                        <p:strVal val="visible"/>
                                      </p:to>
                                    </p:set>
                                    <p:animEffect filter="fade" transition="in">
                                      <p:cBhvr>
                                        <p:cTn dur="500"/>
                                        <p:tgtEl>
                                          <p:spTgt spid="381">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1">
                                            <p:txEl>
                                              <p:pRg end="8" st="8"/>
                                            </p:txEl>
                                          </p:spTgt>
                                        </p:tgtEl>
                                        <p:attrNameLst>
                                          <p:attrName>style.visibility</p:attrName>
                                        </p:attrNameLst>
                                      </p:cBhvr>
                                      <p:to>
                                        <p:strVal val="visible"/>
                                      </p:to>
                                    </p:set>
                                    <p:animEffect filter="fade" transition="in">
                                      <p:cBhvr>
                                        <p:cTn dur="500"/>
                                        <p:tgtEl>
                                          <p:spTgt spid="381">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37"/>
          <p:cNvSpPr txBox="1"/>
          <p:nvPr>
            <p:ph type="title"/>
          </p:nvPr>
        </p:nvSpPr>
        <p:spPr>
          <a:xfrm>
            <a:off x="1216996" y="365125"/>
            <a:ext cx="6137889"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800000"/>
              </a:buClr>
              <a:buSzPts val="4200"/>
              <a:buFont typeface="Times New Roman"/>
              <a:buNone/>
            </a:pPr>
            <a:r>
              <a:rPr b="1" lang="en-GB" sz="4200">
                <a:solidFill>
                  <a:srgbClr val="800000"/>
                </a:solidFill>
                <a:latin typeface="Times New Roman"/>
                <a:ea typeface="Times New Roman"/>
                <a:cs typeface="Times New Roman"/>
                <a:sym typeface="Times New Roman"/>
              </a:rPr>
              <a:t>Evaluative listeners</a:t>
            </a:r>
            <a:endParaRPr b="1" sz="4200">
              <a:solidFill>
                <a:srgbClr val="800000"/>
              </a:solidFill>
              <a:latin typeface="Times New Roman"/>
              <a:ea typeface="Times New Roman"/>
              <a:cs typeface="Times New Roman"/>
              <a:sym typeface="Times New Roman"/>
            </a:endParaRPr>
          </a:p>
        </p:txBody>
      </p:sp>
      <p:sp>
        <p:nvSpPr>
          <p:cNvPr id="390" name="Google Shape;390;p37"/>
          <p:cNvSpPr txBox="1"/>
          <p:nvPr>
            <p:ph idx="1" type="body"/>
          </p:nvPr>
        </p:nvSpPr>
        <p:spPr>
          <a:xfrm>
            <a:off x="264564" y="1825625"/>
            <a:ext cx="11799562" cy="4013597"/>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Clr>
                <a:schemeClr val="dk1"/>
              </a:buClr>
              <a:buSzPts val="2800"/>
              <a:buChar char="•"/>
            </a:pPr>
            <a:r>
              <a:rPr lang="en-GB">
                <a:latin typeface="Times New Roman"/>
                <a:ea typeface="Times New Roman"/>
                <a:cs typeface="Times New Roman"/>
                <a:sym typeface="Times New Roman"/>
              </a:rPr>
              <a:t>Use logic to understand the content</a:t>
            </a:r>
            <a:endParaRPr/>
          </a:p>
          <a:p>
            <a:pPr indent="-228600" lvl="0" marL="228600" rtl="0" algn="l">
              <a:lnSpc>
                <a:spcPct val="120000"/>
              </a:lnSpc>
              <a:spcBef>
                <a:spcPts val="1000"/>
              </a:spcBef>
              <a:spcAft>
                <a:spcPts val="0"/>
              </a:spcAft>
              <a:buClr>
                <a:schemeClr val="dk1"/>
              </a:buClr>
              <a:buSzPts val="2800"/>
              <a:buChar char="•"/>
            </a:pPr>
            <a:r>
              <a:rPr lang="en-GB">
                <a:latin typeface="Times New Roman"/>
                <a:ea typeface="Times New Roman"/>
                <a:cs typeface="Times New Roman"/>
                <a:sym typeface="Times New Roman"/>
              </a:rPr>
              <a:t>Distant themselves emotionally from the subject</a:t>
            </a:r>
            <a:endParaRPr/>
          </a:p>
          <a:p>
            <a:pPr indent="-228600" lvl="0" marL="228600" rtl="0" algn="l">
              <a:lnSpc>
                <a:spcPct val="120000"/>
              </a:lnSpc>
              <a:spcBef>
                <a:spcPts val="1000"/>
              </a:spcBef>
              <a:spcAft>
                <a:spcPts val="0"/>
              </a:spcAft>
              <a:buClr>
                <a:schemeClr val="dk1"/>
              </a:buClr>
              <a:buSzPts val="2800"/>
              <a:buChar char="•"/>
            </a:pPr>
            <a:r>
              <a:rPr lang="en-GB">
                <a:latin typeface="Times New Roman"/>
                <a:ea typeface="Times New Roman"/>
                <a:cs typeface="Times New Roman"/>
                <a:sym typeface="Times New Roman"/>
              </a:rPr>
              <a:t>Mostly judgmental as they presume the meaning before the speech is delivered.</a:t>
            </a:r>
            <a:endParaRPr/>
          </a:p>
          <a:p>
            <a:pPr indent="-228600" lvl="0" marL="228600" rtl="0" algn="l">
              <a:lnSpc>
                <a:spcPct val="120000"/>
              </a:lnSpc>
              <a:spcBef>
                <a:spcPts val="1000"/>
              </a:spcBef>
              <a:spcAft>
                <a:spcPts val="0"/>
              </a:spcAft>
              <a:buClr>
                <a:schemeClr val="dk1"/>
              </a:buClr>
              <a:buSzPts val="2800"/>
              <a:buChar char="•"/>
            </a:pPr>
            <a:r>
              <a:rPr lang="en-GB">
                <a:latin typeface="Times New Roman"/>
                <a:ea typeface="Times New Roman"/>
                <a:cs typeface="Times New Roman"/>
                <a:sym typeface="Times New Roman"/>
              </a:rPr>
              <a:t>Assess the message in terms of its usefulness</a:t>
            </a:r>
            <a:endParaRPr>
              <a:latin typeface="Times New Roman"/>
              <a:ea typeface="Times New Roman"/>
              <a:cs typeface="Times New Roman"/>
              <a:sym typeface="Times New Roman"/>
            </a:endParaRPr>
          </a:p>
        </p:txBody>
      </p:sp>
      <p:pic>
        <p:nvPicPr>
          <p:cNvPr descr="Screen Shot 2020-04-15 at 11.18.52 PM.png" id="391" name="Google Shape;391;p37"/>
          <p:cNvPicPr preferRelativeResize="0"/>
          <p:nvPr/>
        </p:nvPicPr>
        <p:blipFill rotWithShape="1">
          <a:blip r:embed="rId3">
            <a:alphaModFix/>
          </a:blip>
          <a:srcRect b="0" l="0" r="0" t="0"/>
          <a:stretch/>
        </p:blipFill>
        <p:spPr>
          <a:xfrm>
            <a:off x="8806104" y="0"/>
            <a:ext cx="3385895" cy="2699097"/>
          </a:xfrm>
          <a:prstGeom prst="rect">
            <a:avLst/>
          </a:prstGeom>
          <a:noFill/>
          <a:ln>
            <a:noFill/>
          </a:ln>
        </p:spPr>
      </p:pic>
      <p:sp>
        <p:nvSpPr>
          <p:cNvPr id="392" name="Google Shape;392;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1"/>
                                        </p:tgtEl>
                                        <p:attrNameLst>
                                          <p:attrName>style.visibility</p:attrName>
                                        </p:attrNameLst>
                                      </p:cBhvr>
                                      <p:to>
                                        <p:strVal val="visible"/>
                                      </p:to>
                                    </p:set>
                                    <p:animEffect filter="fade" transition="in">
                                      <p:cBhvr>
                                        <p:cTn dur="1000"/>
                                        <p:tgtEl>
                                          <p:spTgt spid="3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0">
                                            <p:txEl>
                                              <p:pRg end="0" st="0"/>
                                            </p:txEl>
                                          </p:spTgt>
                                        </p:tgtEl>
                                        <p:attrNameLst>
                                          <p:attrName>style.visibility</p:attrName>
                                        </p:attrNameLst>
                                      </p:cBhvr>
                                      <p:to>
                                        <p:strVal val="visible"/>
                                      </p:to>
                                    </p:set>
                                    <p:animEffect filter="fade" transition="in">
                                      <p:cBhvr>
                                        <p:cTn dur="1000"/>
                                        <p:tgtEl>
                                          <p:spTgt spid="39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0">
                                            <p:txEl>
                                              <p:pRg end="1" st="1"/>
                                            </p:txEl>
                                          </p:spTgt>
                                        </p:tgtEl>
                                        <p:attrNameLst>
                                          <p:attrName>style.visibility</p:attrName>
                                        </p:attrNameLst>
                                      </p:cBhvr>
                                      <p:to>
                                        <p:strVal val="visible"/>
                                      </p:to>
                                    </p:set>
                                    <p:animEffect filter="fade" transition="in">
                                      <p:cBhvr>
                                        <p:cTn dur="1000"/>
                                        <p:tgtEl>
                                          <p:spTgt spid="39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0">
                                            <p:txEl>
                                              <p:pRg end="2" st="2"/>
                                            </p:txEl>
                                          </p:spTgt>
                                        </p:tgtEl>
                                        <p:attrNameLst>
                                          <p:attrName>style.visibility</p:attrName>
                                        </p:attrNameLst>
                                      </p:cBhvr>
                                      <p:to>
                                        <p:strVal val="visible"/>
                                      </p:to>
                                    </p:set>
                                    <p:animEffect filter="fade" transition="in">
                                      <p:cBhvr>
                                        <p:cTn dur="1000"/>
                                        <p:tgtEl>
                                          <p:spTgt spid="39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0">
                                            <p:txEl>
                                              <p:pRg end="3" st="3"/>
                                            </p:txEl>
                                          </p:spTgt>
                                        </p:tgtEl>
                                        <p:attrNameLst>
                                          <p:attrName>style.visibility</p:attrName>
                                        </p:attrNameLst>
                                      </p:cBhvr>
                                      <p:to>
                                        <p:strVal val="visible"/>
                                      </p:to>
                                    </p:set>
                                    <p:animEffect filter="fade" transition="in">
                                      <p:cBhvr>
                                        <p:cTn dur="1000"/>
                                        <p:tgtEl>
                                          <p:spTgt spid="390">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38"/>
          <p:cNvSpPr txBox="1"/>
          <p:nvPr>
            <p:ph type="title"/>
          </p:nvPr>
        </p:nvSpPr>
        <p:spPr>
          <a:xfrm>
            <a:off x="1411008" y="529235"/>
            <a:ext cx="5397111" cy="89969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800000"/>
              </a:buClr>
              <a:buSzPts val="4200"/>
              <a:buFont typeface="Times New Roman"/>
              <a:buNone/>
            </a:pPr>
            <a:r>
              <a:rPr b="1" lang="en-GB" sz="4200">
                <a:solidFill>
                  <a:srgbClr val="800000"/>
                </a:solidFill>
                <a:latin typeface="Times New Roman"/>
                <a:ea typeface="Times New Roman"/>
                <a:cs typeface="Times New Roman"/>
                <a:sym typeface="Times New Roman"/>
              </a:rPr>
              <a:t>Active listeners</a:t>
            </a:r>
            <a:endParaRPr b="1" sz="4200">
              <a:solidFill>
                <a:srgbClr val="800000"/>
              </a:solidFill>
              <a:latin typeface="Times New Roman"/>
              <a:ea typeface="Times New Roman"/>
              <a:cs typeface="Times New Roman"/>
              <a:sym typeface="Times New Roman"/>
            </a:endParaRPr>
          </a:p>
        </p:txBody>
      </p:sp>
      <p:sp>
        <p:nvSpPr>
          <p:cNvPr id="398" name="Google Shape;398;p38"/>
          <p:cNvSpPr txBox="1"/>
          <p:nvPr>
            <p:ph idx="1" type="body"/>
          </p:nvPr>
        </p:nvSpPr>
        <p:spPr>
          <a:xfrm>
            <a:off x="176375" y="2429440"/>
            <a:ext cx="12015625" cy="4286801"/>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chemeClr val="dk1"/>
              </a:buClr>
              <a:buSzPts val="2800"/>
              <a:buChar char="•"/>
            </a:pPr>
            <a:r>
              <a:rPr lang="en-GB">
                <a:latin typeface="Times New Roman"/>
                <a:ea typeface="Times New Roman"/>
                <a:cs typeface="Times New Roman"/>
                <a:sym typeface="Times New Roman"/>
              </a:rPr>
              <a:t>Listen to understand</a:t>
            </a:r>
            <a:endParaRPr/>
          </a:p>
          <a:p>
            <a:pPr indent="-228600" lvl="0" marL="228600" rtl="0" algn="l">
              <a:lnSpc>
                <a:spcPct val="100000"/>
              </a:lnSpc>
              <a:spcBef>
                <a:spcPts val="1000"/>
              </a:spcBef>
              <a:spcAft>
                <a:spcPts val="0"/>
              </a:spcAft>
              <a:buClr>
                <a:schemeClr val="dk1"/>
              </a:buClr>
              <a:buSzPts val="2800"/>
              <a:buChar char="•"/>
            </a:pPr>
            <a:r>
              <a:rPr lang="en-GB">
                <a:latin typeface="Times New Roman"/>
                <a:ea typeface="Times New Roman"/>
                <a:cs typeface="Times New Roman"/>
                <a:sym typeface="Times New Roman"/>
              </a:rPr>
              <a:t>Show interest in what is being said</a:t>
            </a:r>
            <a:endParaRPr>
              <a:latin typeface="Times New Roman"/>
              <a:ea typeface="Times New Roman"/>
              <a:cs typeface="Times New Roman"/>
              <a:sym typeface="Times New Roman"/>
            </a:endParaRPr>
          </a:p>
          <a:p>
            <a:pPr indent="-228600" lvl="0" marL="228600" rtl="0" algn="l">
              <a:lnSpc>
                <a:spcPct val="100000"/>
              </a:lnSpc>
              <a:spcBef>
                <a:spcPts val="1000"/>
              </a:spcBef>
              <a:spcAft>
                <a:spcPts val="0"/>
              </a:spcAft>
              <a:buClr>
                <a:schemeClr val="dk1"/>
              </a:buClr>
              <a:buSzPts val="2800"/>
              <a:buChar char="•"/>
            </a:pPr>
            <a:r>
              <a:rPr lang="en-GB">
                <a:latin typeface="Times New Roman"/>
                <a:ea typeface="Times New Roman"/>
                <a:cs typeface="Times New Roman"/>
                <a:sym typeface="Times New Roman"/>
              </a:rPr>
              <a:t>Pay absolute attention and do not interrupt</a:t>
            </a:r>
            <a:endParaRPr>
              <a:latin typeface="Times New Roman"/>
              <a:ea typeface="Times New Roman"/>
              <a:cs typeface="Times New Roman"/>
              <a:sym typeface="Times New Roman"/>
            </a:endParaRPr>
          </a:p>
          <a:p>
            <a:pPr indent="-228600" lvl="0" marL="228600" rtl="0" algn="l">
              <a:lnSpc>
                <a:spcPct val="100000"/>
              </a:lnSpc>
              <a:spcBef>
                <a:spcPts val="1000"/>
              </a:spcBef>
              <a:spcAft>
                <a:spcPts val="0"/>
              </a:spcAft>
              <a:buClr>
                <a:schemeClr val="dk1"/>
              </a:buClr>
              <a:buSzPts val="2800"/>
              <a:buChar char="•"/>
            </a:pPr>
            <a:r>
              <a:rPr lang="en-GB">
                <a:latin typeface="Times New Roman"/>
                <a:ea typeface="Times New Roman"/>
                <a:cs typeface="Times New Roman"/>
                <a:sym typeface="Times New Roman"/>
              </a:rPr>
              <a:t>Keenly listen to the message and the way it has been delivered</a:t>
            </a:r>
            <a:endParaRPr/>
          </a:p>
          <a:p>
            <a:pPr indent="-228600" lvl="0" marL="228600" rtl="0" algn="l">
              <a:lnSpc>
                <a:spcPct val="100000"/>
              </a:lnSpc>
              <a:spcBef>
                <a:spcPts val="1000"/>
              </a:spcBef>
              <a:spcAft>
                <a:spcPts val="0"/>
              </a:spcAft>
              <a:buClr>
                <a:schemeClr val="dk1"/>
              </a:buClr>
              <a:buSzPts val="2800"/>
              <a:buChar char="•"/>
            </a:pPr>
            <a:r>
              <a:rPr lang="en-GB">
                <a:latin typeface="Times New Roman"/>
                <a:ea typeface="Times New Roman"/>
                <a:cs typeface="Times New Roman"/>
                <a:sym typeface="Times New Roman"/>
              </a:rPr>
              <a:t>Involve themselves actively in the communication process.</a:t>
            </a:r>
            <a:endParaRPr/>
          </a:p>
          <a:p>
            <a:pPr indent="-228600" lvl="0" marL="228600" rtl="0" algn="l">
              <a:lnSpc>
                <a:spcPct val="100000"/>
              </a:lnSpc>
              <a:spcBef>
                <a:spcPts val="1000"/>
              </a:spcBef>
              <a:spcAft>
                <a:spcPts val="0"/>
              </a:spcAft>
              <a:buClr>
                <a:schemeClr val="dk1"/>
              </a:buClr>
              <a:buSzPts val="2800"/>
              <a:buChar char="•"/>
            </a:pPr>
            <a:r>
              <a:rPr lang="en-GB">
                <a:latin typeface="Times New Roman"/>
                <a:ea typeface="Times New Roman"/>
                <a:cs typeface="Times New Roman"/>
                <a:sym typeface="Times New Roman"/>
              </a:rPr>
              <a:t>Ignore everything around and make the speaker the center of their universe</a:t>
            </a:r>
            <a:endParaRPr>
              <a:latin typeface="Times New Roman"/>
              <a:ea typeface="Times New Roman"/>
              <a:cs typeface="Times New Roman"/>
              <a:sym typeface="Times New Roman"/>
            </a:endParaRPr>
          </a:p>
          <a:p>
            <a:pPr indent="-50800" lvl="0" marL="228600" rtl="0" algn="l">
              <a:lnSpc>
                <a:spcPct val="100000"/>
              </a:lnSpc>
              <a:spcBef>
                <a:spcPts val="1000"/>
              </a:spcBef>
              <a:spcAft>
                <a:spcPts val="0"/>
              </a:spcAft>
              <a:buClr>
                <a:schemeClr val="dk1"/>
              </a:buClr>
              <a:buSzPts val="2800"/>
              <a:buNone/>
            </a:pPr>
            <a:r>
              <a:t/>
            </a:r>
            <a:endParaRPr>
              <a:latin typeface="Times New Roman"/>
              <a:ea typeface="Times New Roman"/>
              <a:cs typeface="Times New Roman"/>
              <a:sym typeface="Times New Roman"/>
            </a:endParaRPr>
          </a:p>
          <a:p>
            <a:pPr indent="-50800" lvl="0" marL="228600" rtl="0" algn="l">
              <a:lnSpc>
                <a:spcPct val="100000"/>
              </a:lnSpc>
              <a:spcBef>
                <a:spcPts val="1000"/>
              </a:spcBef>
              <a:spcAft>
                <a:spcPts val="0"/>
              </a:spcAft>
              <a:buClr>
                <a:schemeClr val="dk1"/>
              </a:buClr>
              <a:buSzPts val="2800"/>
              <a:buNone/>
            </a:pPr>
            <a:r>
              <a:t/>
            </a:r>
            <a:endParaRPr>
              <a:latin typeface="Times New Roman"/>
              <a:ea typeface="Times New Roman"/>
              <a:cs typeface="Times New Roman"/>
              <a:sym typeface="Times New Roman"/>
            </a:endParaRPr>
          </a:p>
          <a:p>
            <a:pPr indent="-50800" lvl="0" marL="228600" rtl="0" algn="l">
              <a:lnSpc>
                <a:spcPct val="100000"/>
              </a:lnSpc>
              <a:spcBef>
                <a:spcPts val="1000"/>
              </a:spcBef>
              <a:spcAft>
                <a:spcPts val="0"/>
              </a:spcAft>
              <a:buClr>
                <a:schemeClr val="dk1"/>
              </a:buClr>
              <a:buSzPts val="2800"/>
              <a:buNone/>
            </a:pPr>
            <a:r>
              <a:t/>
            </a:r>
            <a:endParaRPr>
              <a:latin typeface="Times New Roman"/>
              <a:ea typeface="Times New Roman"/>
              <a:cs typeface="Times New Roman"/>
              <a:sym typeface="Times New Roman"/>
            </a:endParaRPr>
          </a:p>
          <a:p>
            <a:pPr indent="0" lvl="0" marL="0" rtl="0" algn="l">
              <a:lnSpc>
                <a:spcPct val="100000"/>
              </a:lnSpc>
              <a:spcBef>
                <a:spcPts val="1000"/>
              </a:spcBef>
              <a:spcAft>
                <a:spcPts val="0"/>
              </a:spcAft>
              <a:buClr>
                <a:schemeClr val="dk1"/>
              </a:buClr>
              <a:buSzPts val="2800"/>
              <a:buNone/>
            </a:pPr>
            <a:r>
              <a:t/>
            </a:r>
            <a:endParaRPr>
              <a:latin typeface="Times New Roman"/>
              <a:ea typeface="Times New Roman"/>
              <a:cs typeface="Times New Roman"/>
              <a:sym typeface="Times New Roman"/>
            </a:endParaRPr>
          </a:p>
        </p:txBody>
      </p:sp>
      <p:pic>
        <p:nvPicPr>
          <p:cNvPr descr="focused-clipart-5.png" id="399" name="Google Shape;399;p38"/>
          <p:cNvPicPr preferRelativeResize="0"/>
          <p:nvPr/>
        </p:nvPicPr>
        <p:blipFill rotWithShape="1">
          <a:blip r:embed="rId3">
            <a:alphaModFix/>
          </a:blip>
          <a:srcRect b="0" l="0" r="0" t="0"/>
          <a:stretch/>
        </p:blipFill>
        <p:spPr>
          <a:xfrm>
            <a:off x="7549500" y="0"/>
            <a:ext cx="4642500" cy="2602520"/>
          </a:xfrm>
          <a:prstGeom prst="rect">
            <a:avLst/>
          </a:prstGeom>
          <a:noFill/>
          <a:ln>
            <a:noFill/>
          </a:ln>
        </p:spPr>
      </p:pic>
      <p:sp>
        <p:nvSpPr>
          <p:cNvPr id="400" name="Google Shape;400;p3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9"/>
                                        </p:tgtEl>
                                        <p:attrNameLst>
                                          <p:attrName>style.visibility</p:attrName>
                                        </p:attrNameLst>
                                      </p:cBhvr>
                                      <p:to>
                                        <p:strVal val="visible"/>
                                      </p:to>
                                    </p:set>
                                    <p:animEffect filter="fade" transition="in">
                                      <p:cBhvr>
                                        <p:cTn dur="500"/>
                                        <p:tgtEl>
                                          <p:spTgt spid="3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8">
                                            <p:txEl>
                                              <p:pRg end="0" st="0"/>
                                            </p:txEl>
                                          </p:spTgt>
                                        </p:tgtEl>
                                        <p:attrNameLst>
                                          <p:attrName>style.visibility</p:attrName>
                                        </p:attrNameLst>
                                      </p:cBhvr>
                                      <p:to>
                                        <p:strVal val="visible"/>
                                      </p:to>
                                    </p:set>
                                    <p:animEffect filter="fade" transition="in">
                                      <p:cBhvr>
                                        <p:cTn dur="500"/>
                                        <p:tgtEl>
                                          <p:spTgt spid="39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8">
                                            <p:txEl>
                                              <p:pRg end="1" st="1"/>
                                            </p:txEl>
                                          </p:spTgt>
                                        </p:tgtEl>
                                        <p:attrNameLst>
                                          <p:attrName>style.visibility</p:attrName>
                                        </p:attrNameLst>
                                      </p:cBhvr>
                                      <p:to>
                                        <p:strVal val="visible"/>
                                      </p:to>
                                    </p:set>
                                    <p:animEffect filter="fade" transition="in">
                                      <p:cBhvr>
                                        <p:cTn dur="500"/>
                                        <p:tgtEl>
                                          <p:spTgt spid="39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8">
                                            <p:txEl>
                                              <p:pRg end="2" st="2"/>
                                            </p:txEl>
                                          </p:spTgt>
                                        </p:tgtEl>
                                        <p:attrNameLst>
                                          <p:attrName>style.visibility</p:attrName>
                                        </p:attrNameLst>
                                      </p:cBhvr>
                                      <p:to>
                                        <p:strVal val="visible"/>
                                      </p:to>
                                    </p:set>
                                    <p:animEffect filter="fade" transition="in">
                                      <p:cBhvr>
                                        <p:cTn dur="500"/>
                                        <p:tgtEl>
                                          <p:spTgt spid="39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8">
                                            <p:txEl>
                                              <p:pRg end="3" st="3"/>
                                            </p:txEl>
                                          </p:spTgt>
                                        </p:tgtEl>
                                        <p:attrNameLst>
                                          <p:attrName>style.visibility</p:attrName>
                                        </p:attrNameLst>
                                      </p:cBhvr>
                                      <p:to>
                                        <p:strVal val="visible"/>
                                      </p:to>
                                    </p:set>
                                    <p:animEffect filter="fade" transition="in">
                                      <p:cBhvr>
                                        <p:cTn dur="500"/>
                                        <p:tgtEl>
                                          <p:spTgt spid="39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8">
                                            <p:txEl>
                                              <p:pRg end="4" st="4"/>
                                            </p:txEl>
                                          </p:spTgt>
                                        </p:tgtEl>
                                        <p:attrNameLst>
                                          <p:attrName>style.visibility</p:attrName>
                                        </p:attrNameLst>
                                      </p:cBhvr>
                                      <p:to>
                                        <p:strVal val="visible"/>
                                      </p:to>
                                    </p:set>
                                    <p:animEffect filter="fade" transition="in">
                                      <p:cBhvr>
                                        <p:cTn dur="500"/>
                                        <p:tgtEl>
                                          <p:spTgt spid="39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8">
                                            <p:txEl>
                                              <p:pRg end="5" st="5"/>
                                            </p:txEl>
                                          </p:spTgt>
                                        </p:tgtEl>
                                        <p:attrNameLst>
                                          <p:attrName>style.visibility</p:attrName>
                                        </p:attrNameLst>
                                      </p:cBhvr>
                                      <p:to>
                                        <p:strVal val="visible"/>
                                      </p:to>
                                    </p:set>
                                    <p:animEffect filter="fade" transition="in">
                                      <p:cBhvr>
                                        <p:cTn dur="500"/>
                                        <p:tgtEl>
                                          <p:spTgt spid="39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8">
                                            <p:txEl>
                                              <p:pRg end="6" st="6"/>
                                            </p:txEl>
                                          </p:spTgt>
                                        </p:tgtEl>
                                        <p:attrNameLst>
                                          <p:attrName>style.visibility</p:attrName>
                                        </p:attrNameLst>
                                      </p:cBhvr>
                                      <p:to>
                                        <p:strVal val="visible"/>
                                      </p:to>
                                    </p:set>
                                    <p:animEffect filter="fade" transition="in">
                                      <p:cBhvr>
                                        <p:cTn dur="500"/>
                                        <p:tgtEl>
                                          <p:spTgt spid="398">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8">
                                            <p:txEl>
                                              <p:pRg end="7" st="7"/>
                                            </p:txEl>
                                          </p:spTgt>
                                        </p:tgtEl>
                                        <p:attrNameLst>
                                          <p:attrName>style.visibility</p:attrName>
                                        </p:attrNameLst>
                                      </p:cBhvr>
                                      <p:to>
                                        <p:strVal val="visible"/>
                                      </p:to>
                                    </p:set>
                                    <p:animEffect filter="fade" transition="in">
                                      <p:cBhvr>
                                        <p:cTn dur="500"/>
                                        <p:tgtEl>
                                          <p:spTgt spid="398">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8">
                                            <p:txEl>
                                              <p:pRg end="8" st="8"/>
                                            </p:txEl>
                                          </p:spTgt>
                                        </p:tgtEl>
                                        <p:attrNameLst>
                                          <p:attrName>style.visibility</p:attrName>
                                        </p:attrNameLst>
                                      </p:cBhvr>
                                      <p:to>
                                        <p:strVal val="visible"/>
                                      </p:to>
                                    </p:set>
                                    <p:animEffect filter="fade" transition="in">
                                      <p:cBhvr>
                                        <p:cTn dur="500"/>
                                        <p:tgtEl>
                                          <p:spTgt spid="398">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8">
                                            <p:txEl>
                                              <p:pRg end="9" st="9"/>
                                            </p:txEl>
                                          </p:spTgt>
                                        </p:tgtEl>
                                        <p:attrNameLst>
                                          <p:attrName>style.visibility</p:attrName>
                                        </p:attrNameLst>
                                      </p:cBhvr>
                                      <p:to>
                                        <p:strVal val="visible"/>
                                      </p:to>
                                    </p:set>
                                    <p:animEffect filter="fade" transition="in">
                                      <p:cBhvr>
                                        <p:cTn dur="500"/>
                                        <p:tgtEl>
                                          <p:spTgt spid="398">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39"/>
          <p:cNvSpPr txBox="1"/>
          <p:nvPr>
            <p:ph idx="1" type="body"/>
          </p:nvPr>
        </p:nvSpPr>
        <p:spPr>
          <a:xfrm>
            <a:off x="529127" y="996491"/>
            <a:ext cx="11076421" cy="2778717"/>
          </a:xfrm>
          <a:prstGeom prst="rect">
            <a:avLst/>
          </a:prstGeom>
          <a:noFill/>
          <a:ln>
            <a:noFill/>
          </a:ln>
        </p:spPr>
        <p:txBody>
          <a:bodyPr anchorCtr="0" anchor="t" bIns="45700" lIns="91425" spcFirstLastPara="1" rIns="91425" wrap="square" tIns="45700">
            <a:normAutofit/>
          </a:bodyPr>
          <a:lstStyle/>
          <a:p>
            <a:pPr indent="0" lvl="0" marL="0" rtl="0" algn="ctr">
              <a:lnSpc>
                <a:spcPct val="120000"/>
              </a:lnSpc>
              <a:spcBef>
                <a:spcPts val="0"/>
              </a:spcBef>
              <a:spcAft>
                <a:spcPts val="0"/>
              </a:spcAft>
              <a:buClr>
                <a:schemeClr val="dk1"/>
              </a:buClr>
              <a:buSzPts val="3600"/>
              <a:buNone/>
            </a:pPr>
            <a:r>
              <a:rPr lang="en-GB" sz="3600">
                <a:latin typeface="Times New Roman"/>
                <a:ea typeface="Times New Roman"/>
                <a:cs typeface="Times New Roman"/>
                <a:sym typeface="Times New Roman"/>
              </a:rPr>
              <a:t>Now you may wonder which type you should aspire to become. Obviously, you should become an </a:t>
            </a:r>
            <a:r>
              <a:rPr b="1" lang="en-GB" sz="3600">
                <a:solidFill>
                  <a:srgbClr val="800000"/>
                </a:solidFill>
                <a:latin typeface="Times New Roman"/>
                <a:ea typeface="Times New Roman"/>
                <a:cs typeface="Times New Roman"/>
                <a:sym typeface="Times New Roman"/>
              </a:rPr>
              <a:t>active listener</a:t>
            </a:r>
            <a:r>
              <a:rPr lang="en-GB" sz="3600">
                <a:solidFill>
                  <a:srgbClr val="800000"/>
                </a:solidFill>
                <a:latin typeface="Times New Roman"/>
                <a:ea typeface="Times New Roman"/>
                <a:cs typeface="Times New Roman"/>
                <a:sym typeface="Times New Roman"/>
              </a:rPr>
              <a:t>, </a:t>
            </a:r>
            <a:r>
              <a:rPr lang="en-GB" sz="3600">
                <a:solidFill>
                  <a:srgbClr val="000000"/>
                </a:solidFill>
                <a:latin typeface="Times New Roman"/>
                <a:ea typeface="Times New Roman"/>
                <a:cs typeface="Times New Roman"/>
                <a:sym typeface="Times New Roman"/>
              </a:rPr>
              <a:t>thus an </a:t>
            </a:r>
            <a:r>
              <a:rPr b="1" lang="en-GB" sz="3600">
                <a:solidFill>
                  <a:srgbClr val="800000"/>
                </a:solidFill>
                <a:latin typeface="Times New Roman"/>
                <a:ea typeface="Times New Roman"/>
                <a:cs typeface="Times New Roman"/>
                <a:sym typeface="Times New Roman"/>
              </a:rPr>
              <a:t>effective</a:t>
            </a:r>
            <a:r>
              <a:rPr lang="en-GB" sz="3600">
                <a:solidFill>
                  <a:srgbClr val="800000"/>
                </a:solidFill>
                <a:latin typeface="Times New Roman"/>
                <a:ea typeface="Times New Roman"/>
                <a:cs typeface="Times New Roman"/>
                <a:sym typeface="Times New Roman"/>
              </a:rPr>
              <a:t> </a:t>
            </a:r>
            <a:r>
              <a:rPr lang="en-GB" sz="3600">
                <a:solidFill>
                  <a:srgbClr val="000000"/>
                </a:solidFill>
                <a:latin typeface="Times New Roman"/>
                <a:ea typeface="Times New Roman"/>
                <a:cs typeface="Times New Roman"/>
                <a:sym typeface="Times New Roman"/>
              </a:rPr>
              <a:t>communicator</a:t>
            </a:r>
            <a:r>
              <a:rPr lang="en-GB" sz="3600">
                <a:solidFill>
                  <a:srgbClr val="800000"/>
                </a:solidFill>
                <a:latin typeface="Times New Roman"/>
                <a:ea typeface="Times New Roman"/>
                <a:cs typeface="Times New Roman"/>
                <a:sym typeface="Times New Roman"/>
              </a:rPr>
              <a:t>.</a:t>
            </a:r>
            <a:endParaRPr sz="3600"/>
          </a:p>
        </p:txBody>
      </p:sp>
      <p:pic>
        <p:nvPicPr>
          <p:cNvPr descr="Screen Shot 2020-04-14 at 6.46.56 PM.png" id="407" name="Google Shape;407;p39"/>
          <p:cNvPicPr preferRelativeResize="0"/>
          <p:nvPr/>
        </p:nvPicPr>
        <p:blipFill rotWithShape="1">
          <a:blip r:embed="rId3">
            <a:alphaModFix/>
          </a:blip>
          <a:srcRect b="9056" l="0" r="0" t="9058"/>
          <a:stretch/>
        </p:blipFill>
        <p:spPr>
          <a:xfrm>
            <a:off x="1993049" y="3393249"/>
            <a:ext cx="8373043" cy="3464751"/>
          </a:xfrm>
          <a:prstGeom prst="rect">
            <a:avLst/>
          </a:prstGeom>
          <a:noFill/>
          <a:ln>
            <a:noFill/>
          </a:ln>
        </p:spPr>
      </p:pic>
      <p:sp>
        <p:nvSpPr>
          <p:cNvPr id="408" name="Google Shape;408;p3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6">
                                            <p:txEl>
                                              <p:pRg end="0" st="0"/>
                                            </p:txEl>
                                          </p:spTgt>
                                        </p:tgtEl>
                                        <p:attrNameLst>
                                          <p:attrName>style.visibility</p:attrName>
                                        </p:attrNameLst>
                                      </p:cBhvr>
                                      <p:to>
                                        <p:strVal val="visible"/>
                                      </p:to>
                                    </p:set>
                                    <p:animEffect filter="fade" transition="in">
                                      <p:cBhvr>
                                        <p:cTn dur="500"/>
                                        <p:tgtEl>
                                          <p:spTgt spid="406">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40"/>
          <p:cNvSpPr txBox="1"/>
          <p:nvPr>
            <p:ph type="title"/>
          </p:nvPr>
        </p:nvSpPr>
        <p:spPr>
          <a:xfrm>
            <a:off x="1269908" y="365126"/>
            <a:ext cx="7901651" cy="111673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800000"/>
              </a:buClr>
              <a:buSzPts val="4200"/>
              <a:buFont typeface="Times New Roman"/>
              <a:buNone/>
            </a:pPr>
            <a:r>
              <a:rPr b="1" lang="en-GB" sz="4200">
                <a:solidFill>
                  <a:srgbClr val="800000"/>
                </a:solidFill>
                <a:latin typeface="Times New Roman"/>
                <a:ea typeface="Times New Roman"/>
                <a:cs typeface="Times New Roman"/>
                <a:sym typeface="Times New Roman"/>
              </a:rPr>
              <a:t>Example Scenarios </a:t>
            </a:r>
            <a:endParaRPr b="1" sz="4200">
              <a:solidFill>
                <a:srgbClr val="800000"/>
              </a:solidFill>
              <a:latin typeface="Times New Roman"/>
              <a:ea typeface="Times New Roman"/>
              <a:cs typeface="Times New Roman"/>
              <a:sym typeface="Times New Roman"/>
            </a:endParaRPr>
          </a:p>
        </p:txBody>
      </p:sp>
      <p:sp>
        <p:nvSpPr>
          <p:cNvPr id="414" name="Google Shape;414;p40"/>
          <p:cNvSpPr txBox="1"/>
          <p:nvPr>
            <p:ph idx="1" type="body"/>
          </p:nvPr>
        </p:nvSpPr>
        <p:spPr>
          <a:xfrm>
            <a:off x="582042" y="1825625"/>
            <a:ext cx="9559586" cy="679419"/>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700"/>
              <a:buChar char="•"/>
            </a:pPr>
            <a:r>
              <a:rPr lang="en-GB" sz="2700">
                <a:latin typeface="Times New Roman"/>
                <a:ea typeface="Times New Roman"/>
                <a:cs typeface="Times New Roman"/>
                <a:sym typeface="Times New Roman"/>
              </a:rPr>
              <a:t>I repeat points back during a meeting to clarify my understanding.</a:t>
            </a:r>
            <a:endParaRPr sz="2700">
              <a:latin typeface="Times New Roman"/>
              <a:ea typeface="Times New Roman"/>
              <a:cs typeface="Times New Roman"/>
              <a:sym typeface="Times New Roman"/>
            </a:endParaRPr>
          </a:p>
        </p:txBody>
      </p:sp>
      <p:sp>
        <p:nvSpPr>
          <p:cNvPr id="415" name="Google Shape;415;p40"/>
          <p:cNvSpPr txBox="1"/>
          <p:nvPr/>
        </p:nvSpPr>
        <p:spPr>
          <a:xfrm>
            <a:off x="582041" y="2630748"/>
            <a:ext cx="11746651" cy="679419"/>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chemeClr val="dk1"/>
              </a:buClr>
              <a:buSzPts val="2700"/>
              <a:buFont typeface="Arial"/>
              <a:buChar char="•"/>
            </a:pPr>
            <a:r>
              <a:rPr b="0" i="0" lang="en-GB" sz="2700" u="none" cap="none" strike="noStrike">
                <a:solidFill>
                  <a:schemeClr val="dk1"/>
                </a:solidFill>
                <a:latin typeface="Times New Roman"/>
                <a:ea typeface="Times New Roman"/>
                <a:cs typeface="Times New Roman"/>
                <a:sym typeface="Times New Roman"/>
              </a:rPr>
              <a:t>When people talk to me about sensitive subjects, I do my best to put them at ease. </a:t>
            </a:r>
            <a:endParaRPr b="0" i="0" sz="2700" u="none" cap="none" strike="noStrike">
              <a:solidFill>
                <a:schemeClr val="dk1"/>
              </a:solidFill>
              <a:latin typeface="Times New Roman"/>
              <a:ea typeface="Times New Roman"/>
              <a:cs typeface="Times New Roman"/>
              <a:sym typeface="Times New Roman"/>
            </a:endParaRPr>
          </a:p>
        </p:txBody>
      </p:sp>
      <p:sp>
        <p:nvSpPr>
          <p:cNvPr id="416" name="Google Shape;416;p40"/>
          <p:cNvSpPr txBox="1"/>
          <p:nvPr/>
        </p:nvSpPr>
        <p:spPr>
          <a:xfrm>
            <a:off x="493853" y="3424600"/>
            <a:ext cx="10893707" cy="679419"/>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90000"/>
              </a:lnSpc>
              <a:spcBef>
                <a:spcPts val="0"/>
              </a:spcBef>
              <a:spcAft>
                <a:spcPts val="0"/>
              </a:spcAft>
              <a:buClr>
                <a:schemeClr val="dk1"/>
              </a:buClr>
              <a:buSzPts val="2700"/>
              <a:buFont typeface="Arial"/>
              <a:buChar char="•"/>
            </a:pPr>
            <a:r>
              <a:rPr b="0" i="0" lang="en-GB" sz="2700" u="none" cap="none" strike="noStrike">
                <a:solidFill>
                  <a:schemeClr val="dk1"/>
                </a:solidFill>
                <a:latin typeface="Times New Roman"/>
                <a:ea typeface="Times New Roman"/>
                <a:cs typeface="Times New Roman"/>
                <a:sym typeface="Times New Roman"/>
              </a:rPr>
              <a:t>I feel uncomfortable with silence during conversations. </a:t>
            </a:r>
            <a:endParaRPr b="0" i="0" sz="2700" u="none" cap="none" strike="noStrike">
              <a:solidFill>
                <a:schemeClr val="dk1"/>
              </a:solidFill>
              <a:latin typeface="Times New Roman"/>
              <a:ea typeface="Times New Roman"/>
              <a:cs typeface="Times New Roman"/>
              <a:sym typeface="Times New Roman"/>
            </a:endParaRPr>
          </a:p>
        </p:txBody>
      </p:sp>
      <p:sp>
        <p:nvSpPr>
          <p:cNvPr id="417" name="Google Shape;417;p40"/>
          <p:cNvSpPr txBox="1"/>
          <p:nvPr/>
        </p:nvSpPr>
        <p:spPr>
          <a:xfrm>
            <a:off x="493854" y="4112605"/>
            <a:ext cx="8942269" cy="679419"/>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90000"/>
              </a:lnSpc>
              <a:spcBef>
                <a:spcPts val="0"/>
              </a:spcBef>
              <a:spcAft>
                <a:spcPts val="0"/>
              </a:spcAft>
              <a:buClr>
                <a:schemeClr val="dk1"/>
              </a:buClr>
              <a:buSzPts val="2700"/>
              <a:buFont typeface="Arial"/>
              <a:buChar char="•"/>
            </a:pPr>
            <a:r>
              <a:rPr b="0" i="0" lang="en-GB" sz="2700" u="none" cap="none" strike="noStrike">
                <a:solidFill>
                  <a:schemeClr val="dk1"/>
                </a:solidFill>
                <a:latin typeface="Times New Roman"/>
                <a:ea typeface="Times New Roman"/>
                <a:cs typeface="Times New Roman"/>
                <a:sym typeface="Times New Roman"/>
              </a:rPr>
              <a:t>To get people elaborate on their point, I ask open questions.</a:t>
            </a:r>
            <a:endParaRPr b="0" i="0" sz="2700" u="none" cap="none" strike="noStrike">
              <a:solidFill>
                <a:schemeClr val="dk1"/>
              </a:solidFill>
              <a:latin typeface="Times New Roman"/>
              <a:ea typeface="Times New Roman"/>
              <a:cs typeface="Times New Roman"/>
              <a:sym typeface="Times New Roman"/>
            </a:endParaRPr>
          </a:p>
        </p:txBody>
      </p:sp>
      <p:sp>
        <p:nvSpPr>
          <p:cNvPr id="418" name="Google Shape;418;p40"/>
          <p:cNvSpPr txBox="1"/>
          <p:nvPr/>
        </p:nvSpPr>
        <p:spPr>
          <a:xfrm>
            <a:off x="458578" y="4853533"/>
            <a:ext cx="11733421" cy="679419"/>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90000"/>
              </a:lnSpc>
              <a:spcBef>
                <a:spcPts val="0"/>
              </a:spcBef>
              <a:spcAft>
                <a:spcPts val="0"/>
              </a:spcAft>
              <a:buClr>
                <a:schemeClr val="dk1"/>
              </a:buClr>
              <a:buSzPts val="2590"/>
              <a:buFont typeface="Arial"/>
              <a:buChar char="•"/>
            </a:pPr>
            <a:r>
              <a:rPr b="0" i="0" lang="en-GB" sz="2590" u="none" cap="none" strike="noStrike">
                <a:solidFill>
                  <a:schemeClr val="dk1"/>
                </a:solidFill>
                <a:latin typeface="Times New Roman"/>
                <a:ea typeface="Times New Roman"/>
                <a:cs typeface="Times New Roman"/>
                <a:sym typeface="Times New Roman"/>
              </a:rPr>
              <a:t>When someone talks to me, I nod and say things like ‘OK’ and ‘uh-huh’ occasionaly.</a:t>
            </a:r>
            <a:endParaRPr b="0" i="0" sz="2590" u="none" cap="none" strike="noStrike">
              <a:solidFill>
                <a:schemeClr val="dk1"/>
              </a:solidFill>
              <a:latin typeface="Times New Roman"/>
              <a:ea typeface="Times New Roman"/>
              <a:cs typeface="Times New Roman"/>
              <a:sym typeface="Times New Roman"/>
            </a:endParaRPr>
          </a:p>
        </p:txBody>
      </p:sp>
      <p:sp>
        <p:nvSpPr>
          <p:cNvPr id="419" name="Google Shape;419;p40"/>
          <p:cNvSpPr txBox="1"/>
          <p:nvPr/>
        </p:nvSpPr>
        <p:spPr>
          <a:xfrm>
            <a:off x="458578" y="5612104"/>
            <a:ext cx="11733422" cy="679419"/>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90000"/>
              </a:lnSpc>
              <a:spcBef>
                <a:spcPts val="0"/>
              </a:spcBef>
              <a:spcAft>
                <a:spcPts val="0"/>
              </a:spcAft>
              <a:buClr>
                <a:schemeClr val="dk1"/>
              </a:buClr>
              <a:buSzPts val="2590"/>
              <a:buFont typeface="Arial"/>
              <a:buChar char="•"/>
            </a:pPr>
            <a:r>
              <a:rPr b="0" i="0" lang="en-GB" sz="2590" u="none" cap="none" strike="noStrike">
                <a:solidFill>
                  <a:schemeClr val="dk1"/>
                </a:solidFill>
                <a:latin typeface="Times New Roman"/>
                <a:ea typeface="Times New Roman"/>
                <a:cs typeface="Times New Roman"/>
                <a:sym typeface="Times New Roman"/>
              </a:rPr>
              <a:t>If the person is struggling to explain something, I jump in with my own suggestions. </a:t>
            </a:r>
            <a:endParaRPr b="0" i="0" sz="2590" u="none" cap="none" strike="noStrike">
              <a:solidFill>
                <a:schemeClr val="dk1"/>
              </a:solidFill>
              <a:latin typeface="Times New Roman"/>
              <a:ea typeface="Times New Roman"/>
              <a:cs typeface="Times New Roman"/>
              <a:sym typeface="Times New Roman"/>
            </a:endParaRPr>
          </a:p>
        </p:txBody>
      </p:sp>
      <p:sp>
        <p:nvSpPr>
          <p:cNvPr id="420" name="Google Shape;420;p40"/>
          <p:cNvSpPr txBox="1"/>
          <p:nvPr/>
        </p:nvSpPr>
        <p:spPr>
          <a:xfrm>
            <a:off x="0" y="1746475"/>
            <a:ext cx="596287"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0" i="0" lang="en-GB" sz="3600" u="none" cap="none" strike="noStrike">
                <a:solidFill>
                  <a:srgbClr val="008000"/>
                </a:solidFill>
                <a:latin typeface="Noto Sans Symbols"/>
                <a:ea typeface="Noto Sans Symbols"/>
                <a:cs typeface="Noto Sans Symbols"/>
                <a:sym typeface="Noto Sans Symbols"/>
              </a:rPr>
              <a:t>🗹</a:t>
            </a:r>
            <a:endParaRPr b="0" i="0" sz="3600" u="none" cap="none" strike="noStrike">
              <a:solidFill>
                <a:srgbClr val="008000"/>
              </a:solidFill>
              <a:latin typeface="Calibri"/>
              <a:ea typeface="Calibri"/>
              <a:cs typeface="Calibri"/>
              <a:sym typeface="Calibri"/>
            </a:endParaRPr>
          </a:p>
        </p:txBody>
      </p:sp>
      <p:sp>
        <p:nvSpPr>
          <p:cNvPr id="421" name="Google Shape;421;p40"/>
          <p:cNvSpPr txBox="1"/>
          <p:nvPr/>
        </p:nvSpPr>
        <p:spPr>
          <a:xfrm>
            <a:off x="0" y="4075108"/>
            <a:ext cx="596287"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0" i="0" lang="en-GB" sz="3600" u="none" cap="none" strike="noStrike">
                <a:solidFill>
                  <a:srgbClr val="FF0000"/>
                </a:solidFill>
                <a:latin typeface="Noto Sans Symbols"/>
                <a:ea typeface="Noto Sans Symbols"/>
                <a:cs typeface="Noto Sans Symbols"/>
                <a:sym typeface="Noto Sans Symbols"/>
              </a:rPr>
              <a:t>🗷</a:t>
            </a:r>
            <a:endParaRPr b="0" i="0" sz="3600" u="none" cap="none" strike="noStrike">
              <a:solidFill>
                <a:srgbClr val="FF0000"/>
              </a:solidFill>
              <a:latin typeface="Calibri"/>
              <a:ea typeface="Calibri"/>
              <a:cs typeface="Calibri"/>
              <a:sym typeface="Calibri"/>
            </a:endParaRPr>
          </a:p>
        </p:txBody>
      </p:sp>
      <p:sp>
        <p:nvSpPr>
          <p:cNvPr id="422" name="Google Shape;422;p40"/>
          <p:cNvSpPr txBox="1"/>
          <p:nvPr/>
        </p:nvSpPr>
        <p:spPr>
          <a:xfrm>
            <a:off x="0" y="2516315"/>
            <a:ext cx="596287"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0" i="0" lang="en-GB" sz="3600" u="none" cap="none" strike="noStrike">
                <a:solidFill>
                  <a:srgbClr val="008000"/>
                </a:solidFill>
                <a:latin typeface="Noto Sans Symbols"/>
                <a:ea typeface="Noto Sans Symbols"/>
                <a:cs typeface="Noto Sans Symbols"/>
                <a:sym typeface="Noto Sans Symbols"/>
              </a:rPr>
              <a:t>🗹</a:t>
            </a:r>
            <a:endParaRPr b="0" i="0" sz="3600" u="none" cap="none" strike="noStrike">
              <a:solidFill>
                <a:srgbClr val="008000"/>
              </a:solidFill>
              <a:latin typeface="Calibri"/>
              <a:ea typeface="Calibri"/>
              <a:cs typeface="Calibri"/>
              <a:sym typeface="Calibri"/>
            </a:endParaRPr>
          </a:p>
        </p:txBody>
      </p:sp>
      <p:sp>
        <p:nvSpPr>
          <p:cNvPr id="423" name="Google Shape;423;p40"/>
          <p:cNvSpPr txBox="1"/>
          <p:nvPr/>
        </p:nvSpPr>
        <p:spPr>
          <a:xfrm>
            <a:off x="0" y="4816036"/>
            <a:ext cx="599679"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0" i="0" lang="en-GB" sz="3600" u="none" cap="none" strike="noStrike">
                <a:solidFill>
                  <a:srgbClr val="008000"/>
                </a:solidFill>
                <a:latin typeface="Noto Sans Symbols"/>
                <a:ea typeface="Noto Sans Symbols"/>
                <a:cs typeface="Noto Sans Symbols"/>
                <a:sym typeface="Noto Sans Symbols"/>
              </a:rPr>
              <a:t>🗹</a:t>
            </a:r>
            <a:endParaRPr b="0" i="0" sz="3600" u="none" cap="none" strike="noStrike">
              <a:solidFill>
                <a:srgbClr val="008000"/>
              </a:solidFill>
              <a:latin typeface="Calibri"/>
              <a:ea typeface="Calibri"/>
              <a:cs typeface="Calibri"/>
              <a:sym typeface="Calibri"/>
            </a:endParaRPr>
          </a:p>
        </p:txBody>
      </p:sp>
      <p:sp>
        <p:nvSpPr>
          <p:cNvPr id="424" name="Google Shape;424;p40"/>
          <p:cNvSpPr txBox="1"/>
          <p:nvPr/>
        </p:nvSpPr>
        <p:spPr>
          <a:xfrm>
            <a:off x="0" y="5568236"/>
            <a:ext cx="596287"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0" i="0" lang="en-GB" sz="3600" u="none" cap="none" strike="noStrike">
                <a:solidFill>
                  <a:srgbClr val="008000"/>
                </a:solidFill>
                <a:latin typeface="Noto Sans Symbols"/>
                <a:ea typeface="Noto Sans Symbols"/>
                <a:cs typeface="Noto Sans Symbols"/>
                <a:sym typeface="Noto Sans Symbols"/>
              </a:rPr>
              <a:t>🗹</a:t>
            </a:r>
            <a:endParaRPr b="0" i="0" sz="3600" u="none" cap="none" strike="noStrike">
              <a:solidFill>
                <a:srgbClr val="008000"/>
              </a:solidFill>
              <a:latin typeface="Calibri"/>
              <a:ea typeface="Calibri"/>
              <a:cs typeface="Calibri"/>
              <a:sym typeface="Calibri"/>
            </a:endParaRPr>
          </a:p>
        </p:txBody>
      </p:sp>
      <p:sp>
        <p:nvSpPr>
          <p:cNvPr id="425" name="Google Shape;425;p40"/>
          <p:cNvSpPr txBox="1"/>
          <p:nvPr/>
        </p:nvSpPr>
        <p:spPr>
          <a:xfrm>
            <a:off x="0" y="3380732"/>
            <a:ext cx="596287"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0" i="0" lang="en-GB" sz="3600" u="none" cap="none" strike="noStrike">
                <a:solidFill>
                  <a:srgbClr val="FF0000"/>
                </a:solidFill>
                <a:latin typeface="Noto Sans Symbols"/>
                <a:ea typeface="Noto Sans Symbols"/>
                <a:cs typeface="Noto Sans Symbols"/>
                <a:sym typeface="Noto Sans Symbols"/>
              </a:rPr>
              <a:t>🗷</a:t>
            </a:r>
            <a:endParaRPr b="0" i="0" sz="3600" u="none" cap="none" strike="noStrike">
              <a:solidFill>
                <a:srgbClr val="FF0000"/>
              </a:solidFill>
              <a:latin typeface="Calibri"/>
              <a:ea typeface="Calibri"/>
              <a:cs typeface="Calibri"/>
              <a:sym typeface="Calibri"/>
            </a:endParaRPr>
          </a:p>
        </p:txBody>
      </p:sp>
      <p:sp>
        <p:nvSpPr>
          <p:cNvPr id="426" name="Google Shape;426;p4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3"/>
                                        </p:tgtEl>
                                        <p:attrNameLst>
                                          <p:attrName>style.visibility</p:attrName>
                                        </p:attrNameLst>
                                      </p:cBhvr>
                                      <p:to>
                                        <p:strVal val="visible"/>
                                      </p:to>
                                    </p:set>
                                    <p:animEffect filter="fade" transition="in">
                                      <p:cBhvr>
                                        <p:cTn dur="500"/>
                                        <p:tgtEl>
                                          <p:spTgt spid="41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4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pic>
        <p:nvPicPr>
          <p:cNvPr descr="_112970698_qt.jpg" id="432" name="Google Shape;432;p41"/>
          <p:cNvPicPr preferRelativeResize="0"/>
          <p:nvPr/>
        </p:nvPicPr>
        <p:blipFill rotWithShape="1">
          <a:blip r:embed="rId3">
            <a:alphaModFix/>
          </a:blip>
          <a:srcRect b="0" l="0" r="0" t="0"/>
          <a:stretch/>
        </p:blipFill>
        <p:spPr>
          <a:xfrm>
            <a:off x="0" y="0"/>
            <a:ext cx="12192000" cy="685800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42"/>
          <p:cNvSpPr txBox="1"/>
          <p:nvPr>
            <p:ph type="title"/>
          </p:nvPr>
        </p:nvSpPr>
        <p:spPr>
          <a:xfrm>
            <a:off x="1305183" y="382766"/>
            <a:ext cx="8413142" cy="887397"/>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800000"/>
              </a:buClr>
              <a:buSzPts val="4400"/>
              <a:buFont typeface="Times New Roman"/>
              <a:buNone/>
            </a:pPr>
            <a:r>
              <a:rPr b="1" lang="en-GB">
                <a:solidFill>
                  <a:srgbClr val="800000"/>
                </a:solidFill>
                <a:latin typeface="Times New Roman"/>
                <a:ea typeface="Times New Roman"/>
                <a:cs typeface="Times New Roman"/>
                <a:sym typeface="Times New Roman"/>
              </a:rPr>
              <a:t>Active listening quiz </a:t>
            </a:r>
            <a:endParaRPr b="1">
              <a:solidFill>
                <a:srgbClr val="800000"/>
              </a:solidFill>
              <a:latin typeface="Times New Roman"/>
              <a:ea typeface="Times New Roman"/>
              <a:cs typeface="Times New Roman"/>
              <a:sym typeface="Times New Roman"/>
            </a:endParaRPr>
          </a:p>
        </p:txBody>
      </p:sp>
      <p:sp>
        <p:nvSpPr>
          <p:cNvPr id="438" name="Google Shape;438;p42"/>
          <p:cNvSpPr txBox="1"/>
          <p:nvPr>
            <p:ph idx="1" type="body"/>
          </p:nvPr>
        </p:nvSpPr>
        <p:spPr>
          <a:xfrm>
            <a:off x="299839" y="1481858"/>
            <a:ext cx="11053961" cy="5376142"/>
          </a:xfrm>
          <a:prstGeom prst="rect">
            <a:avLst/>
          </a:prstGeom>
          <a:noFill/>
          <a:ln>
            <a:noFill/>
          </a:ln>
        </p:spPr>
        <p:txBody>
          <a:bodyPr anchorCtr="0" anchor="t" bIns="45700" lIns="91425" spcFirstLastPara="1" rIns="91425" wrap="square" tIns="45700">
            <a:normAutofit/>
          </a:bodyPr>
          <a:lstStyle/>
          <a:p>
            <a:pPr indent="0" lvl="0" marL="0" rtl="0" algn="l">
              <a:lnSpc>
                <a:spcPct val="80000"/>
              </a:lnSpc>
              <a:spcBef>
                <a:spcPts val="0"/>
              </a:spcBef>
              <a:spcAft>
                <a:spcPts val="0"/>
              </a:spcAft>
              <a:buClr>
                <a:srgbClr val="800000"/>
              </a:buClr>
              <a:buSzPts val="2800"/>
              <a:buNone/>
            </a:pPr>
            <a:r>
              <a:rPr b="1" lang="en-GB">
                <a:solidFill>
                  <a:srgbClr val="800000"/>
                </a:solidFill>
                <a:latin typeface="Times New Roman"/>
                <a:ea typeface="Times New Roman"/>
                <a:cs typeface="Times New Roman"/>
                <a:sym typeface="Times New Roman"/>
              </a:rPr>
              <a:t>1- Why is it called Active listening?</a:t>
            </a:r>
            <a:endParaRPr/>
          </a:p>
          <a:p>
            <a:pPr indent="0" lvl="0" marL="0" rtl="0" algn="l">
              <a:lnSpc>
                <a:spcPct val="80000"/>
              </a:lnSpc>
              <a:spcBef>
                <a:spcPts val="1000"/>
              </a:spcBef>
              <a:spcAft>
                <a:spcPts val="0"/>
              </a:spcAft>
              <a:buClr>
                <a:schemeClr val="dk1"/>
              </a:buClr>
              <a:buSzPts val="2800"/>
              <a:buNone/>
            </a:pPr>
            <a:r>
              <a:rPr lang="en-GB">
                <a:latin typeface="Times New Roman"/>
                <a:ea typeface="Times New Roman"/>
                <a:cs typeface="Times New Roman"/>
                <a:sym typeface="Times New Roman"/>
              </a:rPr>
              <a:t>a- you stay active rather than sitting around.</a:t>
            </a:r>
            <a:endParaRPr/>
          </a:p>
          <a:p>
            <a:pPr indent="0" lvl="0" marL="0" rtl="0" algn="l">
              <a:lnSpc>
                <a:spcPct val="80000"/>
              </a:lnSpc>
              <a:spcBef>
                <a:spcPts val="1000"/>
              </a:spcBef>
              <a:spcAft>
                <a:spcPts val="0"/>
              </a:spcAft>
              <a:buClr>
                <a:schemeClr val="dk1"/>
              </a:buClr>
              <a:buSzPts val="2800"/>
              <a:buNone/>
            </a:pPr>
            <a:r>
              <a:rPr lang="en-GB">
                <a:latin typeface="Times New Roman"/>
                <a:ea typeface="Times New Roman"/>
                <a:cs typeface="Times New Roman"/>
                <a:sym typeface="Times New Roman"/>
              </a:rPr>
              <a:t>b- it requires a lot of multitasking.</a:t>
            </a:r>
            <a:endParaRPr/>
          </a:p>
          <a:p>
            <a:pPr indent="0" lvl="0" marL="0" rtl="0" algn="l">
              <a:lnSpc>
                <a:spcPct val="80000"/>
              </a:lnSpc>
              <a:spcBef>
                <a:spcPts val="1000"/>
              </a:spcBef>
              <a:spcAft>
                <a:spcPts val="0"/>
              </a:spcAft>
              <a:buClr>
                <a:schemeClr val="dk1"/>
              </a:buClr>
              <a:buSzPts val="2800"/>
              <a:buNone/>
            </a:pPr>
            <a:r>
              <a:rPr lang="en-GB">
                <a:latin typeface="Times New Roman"/>
                <a:ea typeface="Times New Roman"/>
                <a:cs typeface="Times New Roman"/>
                <a:sym typeface="Times New Roman"/>
              </a:rPr>
              <a:t>c- you use your eyes and brain as well as your ears.</a:t>
            </a:r>
            <a:endParaRPr/>
          </a:p>
          <a:p>
            <a:pPr indent="0" lvl="0" marL="0" rtl="0" algn="l">
              <a:lnSpc>
                <a:spcPct val="80000"/>
              </a:lnSpc>
              <a:spcBef>
                <a:spcPts val="1000"/>
              </a:spcBef>
              <a:spcAft>
                <a:spcPts val="0"/>
              </a:spcAft>
              <a:buClr>
                <a:schemeClr val="dk1"/>
              </a:buClr>
              <a:buSzPts val="2800"/>
              <a:buNone/>
            </a:pPr>
            <a:r>
              <a:rPr lang="en-GB">
                <a:latin typeface="Times New Roman"/>
                <a:ea typeface="Times New Roman"/>
                <a:cs typeface="Times New Roman"/>
                <a:sym typeface="Times New Roman"/>
              </a:rPr>
              <a:t>d- you look very focused.</a:t>
            </a:r>
            <a:endParaRPr/>
          </a:p>
          <a:p>
            <a:pPr indent="-50800" lvl="0" marL="228600" rtl="0" algn="l">
              <a:lnSpc>
                <a:spcPct val="80000"/>
              </a:lnSpc>
              <a:spcBef>
                <a:spcPts val="1000"/>
              </a:spcBef>
              <a:spcAft>
                <a:spcPts val="0"/>
              </a:spcAft>
              <a:buClr>
                <a:schemeClr val="dk1"/>
              </a:buClr>
              <a:buSzPts val="2800"/>
              <a:buNone/>
            </a:pPr>
            <a:r>
              <a:t/>
            </a:r>
            <a:endParaRPr>
              <a:latin typeface="Times New Roman"/>
              <a:ea typeface="Times New Roman"/>
              <a:cs typeface="Times New Roman"/>
              <a:sym typeface="Times New Roman"/>
            </a:endParaRPr>
          </a:p>
          <a:p>
            <a:pPr indent="0" lvl="0" marL="0" rtl="0" algn="l">
              <a:lnSpc>
                <a:spcPct val="80000"/>
              </a:lnSpc>
              <a:spcBef>
                <a:spcPts val="1000"/>
              </a:spcBef>
              <a:spcAft>
                <a:spcPts val="0"/>
              </a:spcAft>
              <a:buClr>
                <a:srgbClr val="800000"/>
              </a:buClr>
              <a:buSzPts val="2800"/>
              <a:buNone/>
            </a:pPr>
            <a:r>
              <a:rPr b="1" lang="en-GB">
                <a:solidFill>
                  <a:srgbClr val="800000"/>
                </a:solidFill>
                <a:latin typeface="Times New Roman"/>
                <a:ea typeface="Times New Roman"/>
                <a:cs typeface="Times New Roman"/>
                <a:sym typeface="Times New Roman"/>
              </a:rPr>
              <a:t>2- Which one is NOT part of Active listening?</a:t>
            </a:r>
            <a:endParaRPr/>
          </a:p>
          <a:p>
            <a:pPr indent="0" lvl="0" marL="0" rtl="0" algn="l">
              <a:lnSpc>
                <a:spcPct val="80000"/>
              </a:lnSpc>
              <a:spcBef>
                <a:spcPts val="1000"/>
              </a:spcBef>
              <a:spcAft>
                <a:spcPts val="0"/>
              </a:spcAft>
              <a:buClr>
                <a:schemeClr val="dk1"/>
              </a:buClr>
              <a:buSzPts val="2800"/>
              <a:buNone/>
            </a:pPr>
            <a:r>
              <a:rPr lang="en-GB">
                <a:latin typeface="Times New Roman"/>
                <a:ea typeface="Times New Roman"/>
                <a:cs typeface="Times New Roman"/>
                <a:sym typeface="Times New Roman"/>
              </a:rPr>
              <a:t>a- look at the person.</a:t>
            </a:r>
            <a:endParaRPr>
              <a:latin typeface="Times New Roman"/>
              <a:ea typeface="Times New Roman"/>
              <a:cs typeface="Times New Roman"/>
              <a:sym typeface="Times New Roman"/>
            </a:endParaRPr>
          </a:p>
          <a:p>
            <a:pPr indent="0" lvl="0" marL="0" rtl="0" algn="l">
              <a:lnSpc>
                <a:spcPct val="80000"/>
              </a:lnSpc>
              <a:spcBef>
                <a:spcPts val="1000"/>
              </a:spcBef>
              <a:spcAft>
                <a:spcPts val="0"/>
              </a:spcAft>
              <a:buClr>
                <a:schemeClr val="dk1"/>
              </a:buClr>
              <a:buSzPts val="2800"/>
              <a:buNone/>
            </a:pPr>
            <a:r>
              <a:rPr lang="en-GB">
                <a:latin typeface="Times New Roman"/>
                <a:ea typeface="Times New Roman"/>
                <a:cs typeface="Times New Roman"/>
                <a:sym typeface="Times New Roman"/>
              </a:rPr>
              <a:t>b- encourage the person to talk.</a:t>
            </a:r>
            <a:endParaRPr>
              <a:latin typeface="Times New Roman"/>
              <a:ea typeface="Times New Roman"/>
              <a:cs typeface="Times New Roman"/>
              <a:sym typeface="Times New Roman"/>
            </a:endParaRPr>
          </a:p>
          <a:p>
            <a:pPr indent="0" lvl="0" marL="0" rtl="0" algn="l">
              <a:lnSpc>
                <a:spcPct val="80000"/>
              </a:lnSpc>
              <a:spcBef>
                <a:spcPts val="1000"/>
              </a:spcBef>
              <a:spcAft>
                <a:spcPts val="0"/>
              </a:spcAft>
              <a:buClr>
                <a:schemeClr val="dk1"/>
              </a:buClr>
              <a:buSzPts val="2800"/>
              <a:buNone/>
            </a:pPr>
            <a:r>
              <a:rPr lang="en-GB">
                <a:latin typeface="Times New Roman"/>
                <a:ea typeface="Times New Roman"/>
                <a:cs typeface="Times New Roman"/>
                <a:sym typeface="Times New Roman"/>
              </a:rPr>
              <a:t>c- use empathy.</a:t>
            </a:r>
            <a:endParaRPr>
              <a:latin typeface="Times New Roman"/>
              <a:ea typeface="Times New Roman"/>
              <a:cs typeface="Times New Roman"/>
              <a:sym typeface="Times New Roman"/>
            </a:endParaRPr>
          </a:p>
          <a:p>
            <a:pPr indent="0" lvl="0" marL="0" rtl="0" algn="l">
              <a:lnSpc>
                <a:spcPct val="80000"/>
              </a:lnSpc>
              <a:spcBef>
                <a:spcPts val="1000"/>
              </a:spcBef>
              <a:spcAft>
                <a:spcPts val="0"/>
              </a:spcAft>
              <a:buClr>
                <a:schemeClr val="dk1"/>
              </a:buClr>
              <a:buSzPts val="2800"/>
              <a:buNone/>
            </a:pPr>
            <a:r>
              <a:rPr lang="en-GB">
                <a:latin typeface="Times New Roman"/>
                <a:ea typeface="Times New Roman"/>
                <a:cs typeface="Times New Roman"/>
                <a:sym typeface="Times New Roman"/>
              </a:rPr>
              <a:t>d- give advice.</a:t>
            </a:r>
            <a:endParaRPr>
              <a:latin typeface="Times New Roman"/>
              <a:ea typeface="Times New Roman"/>
              <a:cs typeface="Times New Roman"/>
              <a:sym typeface="Times New Roman"/>
            </a:endParaRPr>
          </a:p>
          <a:p>
            <a:pPr indent="-50800" lvl="0" marL="228600" rtl="0" algn="l">
              <a:lnSpc>
                <a:spcPct val="80000"/>
              </a:lnSpc>
              <a:spcBef>
                <a:spcPts val="1000"/>
              </a:spcBef>
              <a:spcAft>
                <a:spcPts val="0"/>
              </a:spcAft>
              <a:buClr>
                <a:schemeClr val="dk1"/>
              </a:buClr>
              <a:buSzPts val="2800"/>
              <a:buNone/>
            </a:pPr>
            <a:r>
              <a:t/>
            </a:r>
            <a:endParaRPr>
              <a:latin typeface="Times New Roman"/>
              <a:ea typeface="Times New Roman"/>
              <a:cs typeface="Times New Roman"/>
              <a:sym typeface="Times New Roman"/>
            </a:endParaRPr>
          </a:p>
        </p:txBody>
      </p:sp>
      <p:sp>
        <p:nvSpPr>
          <p:cNvPr id="439" name="Google Shape;439;p4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
        <p:nvSpPr>
          <p:cNvPr id="440" name="Google Shape;440;p42"/>
          <p:cNvSpPr txBox="1"/>
          <p:nvPr/>
        </p:nvSpPr>
        <p:spPr>
          <a:xfrm>
            <a:off x="7742907" y="2752021"/>
            <a:ext cx="596287"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0" i="0" lang="en-GB" sz="3600" u="none" cap="none" strike="noStrike">
                <a:solidFill>
                  <a:srgbClr val="008000"/>
                </a:solidFill>
                <a:latin typeface="Noto Sans Symbols"/>
                <a:ea typeface="Noto Sans Symbols"/>
                <a:cs typeface="Noto Sans Symbols"/>
                <a:sym typeface="Noto Sans Symbols"/>
              </a:rPr>
              <a:t>🗹</a:t>
            </a:r>
            <a:endParaRPr b="0" i="0" sz="3600" u="none" cap="none" strike="noStrike">
              <a:solidFill>
                <a:srgbClr val="008000"/>
              </a:solidFill>
              <a:latin typeface="Calibri"/>
              <a:ea typeface="Calibri"/>
              <a:cs typeface="Calibri"/>
              <a:sym typeface="Calibri"/>
            </a:endParaRPr>
          </a:p>
        </p:txBody>
      </p:sp>
      <p:sp>
        <p:nvSpPr>
          <p:cNvPr id="441" name="Google Shape;441;p42"/>
          <p:cNvSpPr txBox="1"/>
          <p:nvPr/>
        </p:nvSpPr>
        <p:spPr>
          <a:xfrm>
            <a:off x="2680915" y="6050917"/>
            <a:ext cx="596287"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0" i="0" lang="en-GB" sz="3600" u="none" cap="none" strike="noStrike">
                <a:solidFill>
                  <a:srgbClr val="008000"/>
                </a:solidFill>
                <a:latin typeface="Noto Sans Symbols"/>
                <a:ea typeface="Noto Sans Symbols"/>
                <a:cs typeface="Noto Sans Symbols"/>
                <a:sym typeface="Noto Sans Symbols"/>
              </a:rPr>
              <a:t>🗹</a:t>
            </a:r>
            <a:endParaRPr b="0" i="0" sz="3600" u="none" cap="none" strike="noStrike">
              <a:solidFill>
                <a:srgbClr val="008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7"/>
                                        </p:tgtEl>
                                        <p:attrNameLst>
                                          <p:attrName>style.visibility</p:attrName>
                                        </p:attrNameLst>
                                      </p:cBhvr>
                                      <p:to>
                                        <p:strVal val="visible"/>
                                      </p:to>
                                    </p:set>
                                    <p:animEffect filter="fade" transition="in">
                                      <p:cBhvr>
                                        <p:cTn dur="500"/>
                                        <p:tgtEl>
                                          <p:spTgt spid="4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8">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8">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8">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8">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43"/>
          <p:cNvSpPr txBox="1"/>
          <p:nvPr>
            <p:ph idx="1" type="body"/>
          </p:nvPr>
        </p:nvSpPr>
        <p:spPr>
          <a:xfrm>
            <a:off x="299839" y="1481858"/>
            <a:ext cx="11053961" cy="5376142"/>
          </a:xfrm>
          <a:prstGeom prst="rect">
            <a:avLst/>
          </a:prstGeom>
          <a:noFill/>
          <a:ln>
            <a:noFill/>
          </a:ln>
        </p:spPr>
        <p:txBody>
          <a:bodyPr anchorCtr="0" anchor="t" bIns="45700" lIns="91425" spcFirstLastPara="1" rIns="91425" wrap="square" tIns="45700">
            <a:normAutofit/>
          </a:bodyPr>
          <a:lstStyle/>
          <a:p>
            <a:pPr indent="0" lvl="0" marL="0" rtl="0" algn="l">
              <a:lnSpc>
                <a:spcPct val="80000"/>
              </a:lnSpc>
              <a:spcBef>
                <a:spcPts val="0"/>
              </a:spcBef>
              <a:spcAft>
                <a:spcPts val="0"/>
              </a:spcAft>
              <a:buClr>
                <a:srgbClr val="800000"/>
              </a:buClr>
              <a:buSzPts val="2800"/>
              <a:buNone/>
            </a:pPr>
            <a:r>
              <a:rPr b="1" lang="en-GB">
                <a:solidFill>
                  <a:srgbClr val="800000"/>
                </a:solidFill>
                <a:latin typeface="Times New Roman"/>
                <a:ea typeface="Times New Roman"/>
                <a:cs typeface="Times New Roman"/>
                <a:sym typeface="Times New Roman"/>
              </a:rPr>
              <a:t>3- Which is NOT a good reason to use Active listening?</a:t>
            </a:r>
            <a:endParaRPr/>
          </a:p>
          <a:p>
            <a:pPr indent="0" lvl="0" marL="0" rtl="0" algn="l">
              <a:lnSpc>
                <a:spcPct val="80000"/>
              </a:lnSpc>
              <a:spcBef>
                <a:spcPts val="1000"/>
              </a:spcBef>
              <a:spcAft>
                <a:spcPts val="0"/>
              </a:spcAft>
              <a:buClr>
                <a:schemeClr val="dk1"/>
              </a:buClr>
              <a:buSzPts val="2800"/>
              <a:buNone/>
            </a:pPr>
            <a:r>
              <a:rPr lang="en-GB">
                <a:latin typeface="Times New Roman"/>
                <a:ea typeface="Times New Roman"/>
                <a:cs typeface="Times New Roman"/>
                <a:sym typeface="Times New Roman"/>
              </a:rPr>
              <a:t>a- to manipulate your friend</a:t>
            </a:r>
            <a:endParaRPr/>
          </a:p>
          <a:p>
            <a:pPr indent="0" lvl="0" marL="0" rtl="0" algn="l">
              <a:lnSpc>
                <a:spcPct val="80000"/>
              </a:lnSpc>
              <a:spcBef>
                <a:spcPts val="1000"/>
              </a:spcBef>
              <a:spcAft>
                <a:spcPts val="0"/>
              </a:spcAft>
              <a:buClr>
                <a:schemeClr val="dk1"/>
              </a:buClr>
              <a:buSzPts val="2800"/>
              <a:buNone/>
            </a:pPr>
            <a:r>
              <a:rPr lang="en-GB">
                <a:latin typeface="Times New Roman"/>
                <a:ea typeface="Times New Roman"/>
                <a:cs typeface="Times New Roman"/>
                <a:sym typeface="Times New Roman"/>
              </a:rPr>
              <a:t>b- to make sure you understand what to do</a:t>
            </a:r>
            <a:endParaRPr/>
          </a:p>
          <a:p>
            <a:pPr indent="0" lvl="0" marL="0" rtl="0" algn="l">
              <a:lnSpc>
                <a:spcPct val="80000"/>
              </a:lnSpc>
              <a:spcBef>
                <a:spcPts val="1000"/>
              </a:spcBef>
              <a:spcAft>
                <a:spcPts val="0"/>
              </a:spcAft>
              <a:buClr>
                <a:schemeClr val="dk1"/>
              </a:buClr>
              <a:buSzPts val="2800"/>
              <a:buNone/>
            </a:pPr>
            <a:r>
              <a:rPr lang="en-GB">
                <a:latin typeface="Times New Roman"/>
                <a:ea typeface="Times New Roman"/>
                <a:cs typeface="Times New Roman"/>
                <a:sym typeface="Times New Roman"/>
              </a:rPr>
              <a:t>c- to have time to think of what you want to say</a:t>
            </a:r>
            <a:endParaRPr/>
          </a:p>
          <a:p>
            <a:pPr indent="0" lvl="0" marL="0" rtl="0" algn="l">
              <a:lnSpc>
                <a:spcPct val="80000"/>
              </a:lnSpc>
              <a:spcBef>
                <a:spcPts val="1000"/>
              </a:spcBef>
              <a:spcAft>
                <a:spcPts val="0"/>
              </a:spcAft>
              <a:buClr>
                <a:schemeClr val="dk1"/>
              </a:buClr>
              <a:buSzPts val="2800"/>
              <a:buNone/>
            </a:pPr>
            <a:r>
              <a:rPr lang="en-GB">
                <a:latin typeface="Times New Roman"/>
                <a:ea typeface="Times New Roman"/>
                <a:cs typeface="Times New Roman"/>
                <a:sym typeface="Times New Roman"/>
              </a:rPr>
              <a:t>d- to get more information</a:t>
            </a:r>
            <a:endParaRPr/>
          </a:p>
          <a:p>
            <a:pPr indent="-50800" lvl="0" marL="228600" rtl="0" algn="l">
              <a:lnSpc>
                <a:spcPct val="80000"/>
              </a:lnSpc>
              <a:spcBef>
                <a:spcPts val="1000"/>
              </a:spcBef>
              <a:spcAft>
                <a:spcPts val="0"/>
              </a:spcAft>
              <a:buClr>
                <a:schemeClr val="dk1"/>
              </a:buClr>
              <a:buSzPts val="2800"/>
              <a:buNone/>
            </a:pPr>
            <a:r>
              <a:t/>
            </a:r>
            <a:endParaRPr>
              <a:latin typeface="Times New Roman"/>
              <a:ea typeface="Times New Roman"/>
              <a:cs typeface="Times New Roman"/>
              <a:sym typeface="Times New Roman"/>
            </a:endParaRPr>
          </a:p>
          <a:p>
            <a:pPr indent="0" lvl="0" marL="0" rtl="0" algn="l">
              <a:lnSpc>
                <a:spcPct val="80000"/>
              </a:lnSpc>
              <a:spcBef>
                <a:spcPts val="1000"/>
              </a:spcBef>
              <a:spcAft>
                <a:spcPts val="0"/>
              </a:spcAft>
              <a:buClr>
                <a:srgbClr val="800000"/>
              </a:buClr>
              <a:buSzPts val="2800"/>
              <a:buNone/>
            </a:pPr>
            <a:r>
              <a:rPr b="1" lang="en-GB">
                <a:solidFill>
                  <a:srgbClr val="800000"/>
                </a:solidFill>
                <a:latin typeface="Times New Roman"/>
                <a:ea typeface="Times New Roman"/>
                <a:cs typeface="Times New Roman"/>
                <a:sym typeface="Times New Roman"/>
              </a:rPr>
              <a:t>4- Why do you need to use your eyes when actively listening?</a:t>
            </a:r>
            <a:endParaRPr/>
          </a:p>
          <a:p>
            <a:pPr indent="0" lvl="0" marL="0" rtl="0" algn="l">
              <a:lnSpc>
                <a:spcPct val="80000"/>
              </a:lnSpc>
              <a:spcBef>
                <a:spcPts val="1000"/>
              </a:spcBef>
              <a:spcAft>
                <a:spcPts val="0"/>
              </a:spcAft>
              <a:buClr>
                <a:schemeClr val="dk1"/>
              </a:buClr>
              <a:buSzPts val="2800"/>
              <a:buNone/>
            </a:pPr>
            <a:r>
              <a:rPr lang="en-GB">
                <a:latin typeface="Times New Roman"/>
                <a:ea typeface="Times New Roman"/>
                <a:cs typeface="Times New Roman"/>
                <a:sym typeface="Times New Roman"/>
              </a:rPr>
              <a:t>a- you don’t</a:t>
            </a:r>
            <a:endParaRPr>
              <a:latin typeface="Times New Roman"/>
              <a:ea typeface="Times New Roman"/>
              <a:cs typeface="Times New Roman"/>
              <a:sym typeface="Times New Roman"/>
            </a:endParaRPr>
          </a:p>
          <a:p>
            <a:pPr indent="0" lvl="0" marL="0" rtl="0" algn="l">
              <a:lnSpc>
                <a:spcPct val="80000"/>
              </a:lnSpc>
              <a:spcBef>
                <a:spcPts val="1000"/>
              </a:spcBef>
              <a:spcAft>
                <a:spcPts val="0"/>
              </a:spcAft>
              <a:buClr>
                <a:schemeClr val="dk1"/>
              </a:buClr>
              <a:buSzPts val="2800"/>
              <a:buNone/>
            </a:pPr>
            <a:r>
              <a:rPr lang="en-GB">
                <a:latin typeface="Times New Roman"/>
                <a:ea typeface="Times New Roman"/>
                <a:cs typeface="Times New Roman"/>
                <a:sym typeface="Times New Roman"/>
              </a:rPr>
              <a:t>b- to make the speaker think you are tuned in</a:t>
            </a:r>
            <a:endParaRPr>
              <a:latin typeface="Times New Roman"/>
              <a:ea typeface="Times New Roman"/>
              <a:cs typeface="Times New Roman"/>
              <a:sym typeface="Times New Roman"/>
            </a:endParaRPr>
          </a:p>
          <a:p>
            <a:pPr indent="0" lvl="0" marL="0" rtl="0" algn="l">
              <a:lnSpc>
                <a:spcPct val="80000"/>
              </a:lnSpc>
              <a:spcBef>
                <a:spcPts val="1000"/>
              </a:spcBef>
              <a:spcAft>
                <a:spcPts val="0"/>
              </a:spcAft>
              <a:buClr>
                <a:schemeClr val="dk1"/>
              </a:buClr>
              <a:buSzPts val="2800"/>
              <a:buNone/>
            </a:pPr>
            <a:r>
              <a:rPr lang="en-GB">
                <a:latin typeface="Times New Roman"/>
                <a:ea typeface="Times New Roman"/>
                <a:cs typeface="Times New Roman"/>
                <a:sym typeface="Times New Roman"/>
              </a:rPr>
              <a:t>c- to observe the speaker’s body language</a:t>
            </a:r>
            <a:endParaRPr>
              <a:latin typeface="Times New Roman"/>
              <a:ea typeface="Times New Roman"/>
              <a:cs typeface="Times New Roman"/>
              <a:sym typeface="Times New Roman"/>
            </a:endParaRPr>
          </a:p>
          <a:p>
            <a:pPr indent="0" lvl="0" marL="0" rtl="0" algn="l">
              <a:lnSpc>
                <a:spcPct val="80000"/>
              </a:lnSpc>
              <a:spcBef>
                <a:spcPts val="1000"/>
              </a:spcBef>
              <a:spcAft>
                <a:spcPts val="0"/>
              </a:spcAft>
              <a:buClr>
                <a:schemeClr val="dk1"/>
              </a:buClr>
              <a:buSzPts val="2800"/>
              <a:buNone/>
            </a:pPr>
            <a:r>
              <a:rPr lang="en-GB">
                <a:latin typeface="Times New Roman"/>
                <a:ea typeface="Times New Roman"/>
                <a:cs typeface="Times New Roman"/>
                <a:sym typeface="Times New Roman"/>
              </a:rPr>
              <a:t>d- none of these</a:t>
            </a:r>
            <a:endParaRPr>
              <a:latin typeface="Times New Roman"/>
              <a:ea typeface="Times New Roman"/>
              <a:cs typeface="Times New Roman"/>
              <a:sym typeface="Times New Roman"/>
            </a:endParaRPr>
          </a:p>
          <a:p>
            <a:pPr indent="-50800" lvl="0" marL="228600" rtl="0" algn="l">
              <a:lnSpc>
                <a:spcPct val="80000"/>
              </a:lnSpc>
              <a:spcBef>
                <a:spcPts val="1000"/>
              </a:spcBef>
              <a:spcAft>
                <a:spcPts val="0"/>
              </a:spcAft>
              <a:buClr>
                <a:schemeClr val="dk1"/>
              </a:buClr>
              <a:buSzPts val="2800"/>
              <a:buNone/>
            </a:pPr>
            <a:r>
              <a:t/>
            </a:r>
            <a:endParaRPr>
              <a:latin typeface="Times New Roman"/>
              <a:ea typeface="Times New Roman"/>
              <a:cs typeface="Times New Roman"/>
              <a:sym typeface="Times New Roman"/>
            </a:endParaRPr>
          </a:p>
        </p:txBody>
      </p:sp>
      <p:sp>
        <p:nvSpPr>
          <p:cNvPr id="447" name="Google Shape;447;p4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
        <p:nvSpPr>
          <p:cNvPr id="448" name="Google Shape;448;p43"/>
          <p:cNvSpPr txBox="1"/>
          <p:nvPr/>
        </p:nvSpPr>
        <p:spPr>
          <a:xfrm>
            <a:off x="4405475" y="1834681"/>
            <a:ext cx="596287"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0" i="0" lang="en-GB" sz="3600" u="none" cap="none" strike="noStrike">
                <a:solidFill>
                  <a:srgbClr val="008000"/>
                </a:solidFill>
                <a:latin typeface="Noto Sans Symbols"/>
                <a:ea typeface="Noto Sans Symbols"/>
                <a:cs typeface="Noto Sans Symbols"/>
                <a:sym typeface="Noto Sans Symbols"/>
              </a:rPr>
              <a:t>🗹</a:t>
            </a:r>
            <a:endParaRPr b="0" i="0" sz="3600" u="none" cap="none" strike="noStrike">
              <a:solidFill>
                <a:srgbClr val="008000"/>
              </a:solidFill>
              <a:latin typeface="Calibri"/>
              <a:ea typeface="Calibri"/>
              <a:cs typeface="Calibri"/>
              <a:sym typeface="Calibri"/>
            </a:endParaRPr>
          </a:p>
        </p:txBody>
      </p:sp>
      <p:sp>
        <p:nvSpPr>
          <p:cNvPr id="449" name="Google Shape;449;p43"/>
          <p:cNvSpPr txBox="1"/>
          <p:nvPr/>
        </p:nvSpPr>
        <p:spPr>
          <a:xfrm>
            <a:off x="6984491" y="5115937"/>
            <a:ext cx="596287"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0" i="0" lang="en-GB" sz="3600" u="none" cap="none" strike="noStrike">
                <a:solidFill>
                  <a:srgbClr val="008000"/>
                </a:solidFill>
                <a:latin typeface="Noto Sans Symbols"/>
                <a:ea typeface="Noto Sans Symbols"/>
                <a:cs typeface="Noto Sans Symbols"/>
                <a:sym typeface="Noto Sans Symbols"/>
              </a:rPr>
              <a:t>🗹</a:t>
            </a:r>
            <a:endParaRPr b="0" i="0" sz="3600" u="none" cap="none" strike="noStrike">
              <a:solidFill>
                <a:srgbClr val="008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6">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6">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6">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6">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6">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6">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44"/>
          <p:cNvSpPr txBox="1"/>
          <p:nvPr>
            <p:ph idx="1" type="body"/>
          </p:nvPr>
        </p:nvSpPr>
        <p:spPr>
          <a:xfrm>
            <a:off x="299839" y="1481858"/>
            <a:ext cx="11053961" cy="5376142"/>
          </a:xfrm>
          <a:prstGeom prst="rect">
            <a:avLst/>
          </a:prstGeom>
          <a:noFill/>
          <a:ln>
            <a:noFill/>
          </a:ln>
        </p:spPr>
        <p:txBody>
          <a:bodyPr anchorCtr="0" anchor="t" bIns="45700" lIns="91425" spcFirstLastPara="1" rIns="91425" wrap="square" tIns="45700">
            <a:normAutofit/>
          </a:bodyPr>
          <a:lstStyle/>
          <a:p>
            <a:pPr indent="0" lvl="0" marL="0" rtl="0" algn="l">
              <a:lnSpc>
                <a:spcPct val="80000"/>
              </a:lnSpc>
              <a:spcBef>
                <a:spcPts val="0"/>
              </a:spcBef>
              <a:spcAft>
                <a:spcPts val="0"/>
              </a:spcAft>
              <a:buClr>
                <a:srgbClr val="800000"/>
              </a:buClr>
              <a:buSzPts val="2800"/>
              <a:buNone/>
            </a:pPr>
            <a:r>
              <a:rPr b="1" lang="en-GB">
                <a:solidFill>
                  <a:srgbClr val="800000"/>
                </a:solidFill>
                <a:latin typeface="Times New Roman"/>
                <a:ea typeface="Times New Roman"/>
                <a:cs typeface="Times New Roman"/>
                <a:sym typeface="Times New Roman"/>
              </a:rPr>
              <a:t>5- Which of the following is a sign of Active listening?</a:t>
            </a:r>
            <a:endParaRPr/>
          </a:p>
          <a:p>
            <a:pPr indent="0" lvl="0" marL="0" rtl="0" algn="l">
              <a:lnSpc>
                <a:spcPct val="80000"/>
              </a:lnSpc>
              <a:spcBef>
                <a:spcPts val="1000"/>
              </a:spcBef>
              <a:spcAft>
                <a:spcPts val="0"/>
              </a:spcAft>
              <a:buClr>
                <a:schemeClr val="dk1"/>
              </a:buClr>
              <a:buSzPts val="2800"/>
              <a:buNone/>
            </a:pPr>
            <a:r>
              <a:rPr lang="en-GB">
                <a:latin typeface="Times New Roman"/>
                <a:ea typeface="Times New Roman"/>
                <a:cs typeface="Times New Roman"/>
                <a:sym typeface="Times New Roman"/>
              </a:rPr>
              <a:t>a- paraphrasing, or summarizing what someone has said</a:t>
            </a:r>
            <a:endParaRPr/>
          </a:p>
          <a:p>
            <a:pPr indent="0" lvl="0" marL="0" rtl="0" algn="l">
              <a:lnSpc>
                <a:spcPct val="80000"/>
              </a:lnSpc>
              <a:spcBef>
                <a:spcPts val="1000"/>
              </a:spcBef>
              <a:spcAft>
                <a:spcPts val="0"/>
              </a:spcAft>
              <a:buClr>
                <a:schemeClr val="dk1"/>
              </a:buClr>
              <a:buSzPts val="2800"/>
              <a:buNone/>
            </a:pPr>
            <a:r>
              <a:rPr lang="en-GB">
                <a:latin typeface="Times New Roman"/>
                <a:ea typeface="Times New Roman"/>
                <a:cs typeface="Times New Roman"/>
                <a:sym typeface="Times New Roman"/>
              </a:rPr>
              <a:t>b- changing the subject</a:t>
            </a:r>
            <a:endParaRPr/>
          </a:p>
          <a:p>
            <a:pPr indent="0" lvl="0" marL="0" rtl="0" algn="l">
              <a:lnSpc>
                <a:spcPct val="80000"/>
              </a:lnSpc>
              <a:spcBef>
                <a:spcPts val="1000"/>
              </a:spcBef>
              <a:spcAft>
                <a:spcPts val="0"/>
              </a:spcAft>
              <a:buClr>
                <a:schemeClr val="dk1"/>
              </a:buClr>
              <a:buSzPts val="2800"/>
              <a:buNone/>
            </a:pPr>
            <a:r>
              <a:rPr lang="en-GB">
                <a:latin typeface="Times New Roman"/>
                <a:ea typeface="Times New Roman"/>
                <a:cs typeface="Times New Roman"/>
                <a:sym typeface="Times New Roman"/>
              </a:rPr>
              <a:t>c- interrupting, or talking over someone</a:t>
            </a:r>
            <a:endParaRPr/>
          </a:p>
          <a:p>
            <a:pPr indent="0" lvl="0" marL="0" rtl="0" algn="l">
              <a:lnSpc>
                <a:spcPct val="80000"/>
              </a:lnSpc>
              <a:spcBef>
                <a:spcPts val="1000"/>
              </a:spcBef>
              <a:spcAft>
                <a:spcPts val="0"/>
              </a:spcAft>
              <a:buClr>
                <a:schemeClr val="dk1"/>
              </a:buClr>
              <a:buSzPts val="2800"/>
              <a:buNone/>
            </a:pPr>
            <a:r>
              <a:rPr lang="en-GB">
                <a:latin typeface="Times New Roman"/>
                <a:ea typeface="Times New Roman"/>
                <a:cs typeface="Times New Roman"/>
                <a:sym typeface="Times New Roman"/>
              </a:rPr>
              <a:t>d- being totally silent while someone else talks</a:t>
            </a:r>
            <a:endParaRPr/>
          </a:p>
          <a:p>
            <a:pPr indent="-50800" lvl="0" marL="228600" rtl="0" algn="l">
              <a:lnSpc>
                <a:spcPct val="80000"/>
              </a:lnSpc>
              <a:spcBef>
                <a:spcPts val="1000"/>
              </a:spcBef>
              <a:spcAft>
                <a:spcPts val="0"/>
              </a:spcAft>
              <a:buClr>
                <a:schemeClr val="dk1"/>
              </a:buClr>
              <a:buSzPts val="2800"/>
              <a:buNone/>
            </a:pPr>
            <a:r>
              <a:t/>
            </a:r>
            <a:endParaRPr>
              <a:latin typeface="Times New Roman"/>
              <a:ea typeface="Times New Roman"/>
              <a:cs typeface="Times New Roman"/>
              <a:sym typeface="Times New Roman"/>
            </a:endParaRPr>
          </a:p>
          <a:p>
            <a:pPr indent="0" lvl="0" marL="0" rtl="0" algn="l">
              <a:lnSpc>
                <a:spcPct val="80000"/>
              </a:lnSpc>
              <a:spcBef>
                <a:spcPts val="1000"/>
              </a:spcBef>
              <a:spcAft>
                <a:spcPts val="0"/>
              </a:spcAft>
              <a:buClr>
                <a:srgbClr val="800000"/>
              </a:buClr>
              <a:buSzPts val="2800"/>
              <a:buNone/>
            </a:pPr>
            <a:r>
              <a:rPr b="1" lang="en-GB">
                <a:solidFill>
                  <a:srgbClr val="800000"/>
                </a:solidFill>
                <a:latin typeface="Times New Roman"/>
                <a:ea typeface="Times New Roman"/>
                <a:cs typeface="Times New Roman"/>
                <a:sym typeface="Times New Roman"/>
              </a:rPr>
              <a:t>6- Why is Active listening a “two-way street”?</a:t>
            </a:r>
            <a:endParaRPr b="1">
              <a:solidFill>
                <a:srgbClr val="800000"/>
              </a:solidFill>
              <a:latin typeface="Times New Roman"/>
              <a:ea typeface="Times New Roman"/>
              <a:cs typeface="Times New Roman"/>
              <a:sym typeface="Times New Roman"/>
            </a:endParaRPr>
          </a:p>
          <a:p>
            <a:pPr indent="0" lvl="0" marL="0" rtl="0" algn="l">
              <a:lnSpc>
                <a:spcPct val="80000"/>
              </a:lnSpc>
              <a:spcBef>
                <a:spcPts val="1000"/>
              </a:spcBef>
              <a:spcAft>
                <a:spcPts val="0"/>
              </a:spcAft>
              <a:buClr>
                <a:schemeClr val="dk1"/>
              </a:buClr>
              <a:buSzPts val="2800"/>
              <a:buNone/>
            </a:pPr>
            <a:r>
              <a:rPr lang="en-GB">
                <a:latin typeface="Times New Roman"/>
                <a:ea typeface="Times New Roman"/>
                <a:cs typeface="Times New Roman"/>
                <a:sym typeface="Times New Roman"/>
              </a:rPr>
              <a:t>a- because if you listen to others, you can force them to listen to you</a:t>
            </a:r>
            <a:endParaRPr>
              <a:latin typeface="Times New Roman"/>
              <a:ea typeface="Times New Roman"/>
              <a:cs typeface="Times New Roman"/>
              <a:sym typeface="Times New Roman"/>
            </a:endParaRPr>
          </a:p>
          <a:p>
            <a:pPr indent="0" lvl="0" marL="0" rtl="0" algn="l">
              <a:lnSpc>
                <a:spcPct val="80000"/>
              </a:lnSpc>
              <a:spcBef>
                <a:spcPts val="1000"/>
              </a:spcBef>
              <a:spcAft>
                <a:spcPts val="0"/>
              </a:spcAft>
              <a:buClr>
                <a:schemeClr val="dk1"/>
              </a:buClr>
              <a:buSzPts val="2800"/>
              <a:buNone/>
            </a:pPr>
            <a:r>
              <a:rPr lang="en-GB">
                <a:latin typeface="Times New Roman"/>
                <a:ea typeface="Times New Roman"/>
                <a:cs typeface="Times New Roman"/>
                <a:sym typeface="Times New Roman"/>
              </a:rPr>
              <a:t>b- because it means you are walking and being active while you listen</a:t>
            </a:r>
            <a:endParaRPr>
              <a:latin typeface="Times New Roman"/>
              <a:ea typeface="Times New Roman"/>
              <a:cs typeface="Times New Roman"/>
              <a:sym typeface="Times New Roman"/>
            </a:endParaRPr>
          </a:p>
          <a:p>
            <a:pPr indent="0" lvl="0" marL="0" rtl="0" algn="l">
              <a:lnSpc>
                <a:spcPct val="80000"/>
              </a:lnSpc>
              <a:spcBef>
                <a:spcPts val="1000"/>
              </a:spcBef>
              <a:spcAft>
                <a:spcPts val="0"/>
              </a:spcAft>
              <a:buClr>
                <a:schemeClr val="dk1"/>
              </a:buClr>
              <a:buSzPts val="2800"/>
              <a:buNone/>
            </a:pPr>
            <a:r>
              <a:rPr lang="en-GB">
                <a:latin typeface="Times New Roman"/>
                <a:ea typeface="Times New Roman"/>
                <a:cs typeface="Times New Roman"/>
                <a:sym typeface="Times New Roman"/>
              </a:rPr>
              <a:t>c- because both the listener and the speaker give and receive something</a:t>
            </a:r>
            <a:endParaRPr>
              <a:latin typeface="Times New Roman"/>
              <a:ea typeface="Times New Roman"/>
              <a:cs typeface="Times New Roman"/>
              <a:sym typeface="Times New Roman"/>
            </a:endParaRPr>
          </a:p>
          <a:p>
            <a:pPr indent="0" lvl="0" marL="0" rtl="0" algn="l">
              <a:lnSpc>
                <a:spcPct val="80000"/>
              </a:lnSpc>
              <a:spcBef>
                <a:spcPts val="1000"/>
              </a:spcBef>
              <a:spcAft>
                <a:spcPts val="0"/>
              </a:spcAft>
              <a:buClr>
                <a:schemeClr val="dk1"/>
              </a:buClr>
              <a:buSzPts val="2800"/>
              <a:buNone/>
            </a:pPr>
            <a:r>
              <a:rPr lang="en-GB">
                <a:latin typeface="Times New Roman"/>
                <a:ea typeface="Times New Roman"/>
                <a:cs typeface="Times New Roman"/>
                <a:sym typeface="Times New Roman"/>
              </a:rPr>
              <a:t>d- because two people are saying the same thing at the same time</a:t>
            </a:r>
            <a:endParaRPr>
              <a:latin typeface="Times New Roman"/>
              <a:ea typeface="Times New Roman"/>
              <a:cs typeface="Times New Roman"/>
              <a:sym typeface="Times New Roman"/>
            </a:endParaRPr>
          </a:p>
          <a:p>
            <a:pPr indent="-50800" lvl="0" marL="228600" rtl="0" algn="l">
              <a:lnSpc>
                <a:spcPct val="80000"/>
              </a:lnSpc>
              <a:spcBef>
                <a:spcPts val="1000"/>
              </a:spcBef>
              <a:spcAft>
                <a:spcPts val="0"/>
              </a:spcAft>
              <a:buClr>
                <a:schemeClr val="dk1"/>
              </a:buClr>
              <a:buSzPts val="2800"/>
              <a:buNone/>
            </a:pPr>
            <a:r>
              <a:t/>
            </a:r>
            <a:endParaRPr>
              <a:latin typeface="Times New Roman"/>
              <a:ea typeface="Times New Roman"/>
              <a:cs typeface="Times New Roman"/>
              <a:sym typeface="Times New Roman"/>
            </a:endParaRPr>
          </a:p>
        </p:txBody>
      </p:sp>
      <p:sp>
        <p:nvSpPr>
          <p:cNvPr id="455" name="Google Shape;455;p4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
        <p:nvSpPr>
          <p:cNvPr id="456" name="Google Shape;456;p44"/>
          <p:cNvSpPr txBox="1"/>
          <p:nvPr/>
        </p:nvSpPr>
        <p:spPr>
          <a:xfrm>
            <a:off x="8501324" y="1834681"/>
            <a:ext cx="596287"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0" i="0" lang="en-GB" sz="3600" u="none" cap="none" strike="noStrike">
                <a:solidFill>
                  <a:srgbClr val="008000"/>
                </a:solidFill>
                <a:latin typeface="Noto Sans Symbols"/>
                <a:ea typeface="Noto Sans Symbols"/>
                <a:cs typeface="Noto Sans Symbols"/>
                <a:sym typeface="Noto Sans Symbols"/>
              </a:rPr>
              <a:t>🗹</a:t>
            </a:r>
            <a:endParaRPr b="0" i="0" sz="3600" u="none" cap="none" strike="noStrike">
              <a:solidFill>
                <a:srgbClr val="008000"/>
              </a:solidFill>
              <a:latin typeface="Calibri"/>
              <a:ea typeface="Calibri"/>
              <a:cs typeface="Calibri"/>
              <a:sym typeface="Calibri"/>
            </a:endParaRPr>
          </a:p>
        </p:txBody>
      </p:sp>
      <p:sp>
        <p:nvSpPr>
          <p:cNvPr id="457" name="Google Shape;457;p44"/>
          <p:cNvSpPr txBox="1"/>
          <p:nvPr/>
        </p:nvSpPr>
        <p:spPr>
          <a:xfrm>
            <a:off x="10600201" y="5574606"/>
            <a:ext cx="596287"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0" i="0" lang="en-GB" sz="3600" u="none" cap="none" strike="noStrike">
                <a:solidFill>
                  <a:srgbClr val="008000"/>
                </a:solidFill>
                <a:latin typeface="Noto Sans Symbols"/>
                <a:ea typeface="Noto Sans Symbols"/>
                <a:cs typeface="Noto Sans Symbols"/>
                <a:sym typeface="Noto Sans Symbols"/>
              </a:rPr>
              <a:t>🗹</a:t>
            </a:r>
            <a:endParaRPr b="0" i="0" sz="3600" u="none" cap="none" strike="noStrike">
              <a:solidFill>
                <a:srgbClr val="008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4">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4">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4">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4">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pic>
        <p:nvPicPr>
          <p:cNvPr descr="Screen Shot 2020-04-15 at 9.42.02 PM.png" id="462" name="Google Shape;462;p45"/>
          <p:cNvPicPr preferRelativeResize="0"/>
          <p:nvPr/>
        </p:nvPicPr>
        <p:blipFill rotWithShape="1">
          <a:blip r:embed="rId3">
            <a:alphaModFix/>
          </a:blip>
          <a:srcRect b="2654" l="2110" r="2671" t="3548"/>
          <a:stretch/>
        </p:blipFill>
        <p:spPr>
          <a:xfrm>
            <a:off x="1164082" y="869566"/>
            <a:ext cx="9268945" cy="5988434"/>
          </a:xfrm>
          <a:prstGeom prst="rect">
            <a:avLst/>
          </a:prstGeom>
          <a:noFill/>
          <a:ln>
            <a:noFill/>
          </a:ln>
        </p:spPr>
      </p:pic>
      <p:sp>
        <p:nvSpPr>
          <p:cNvPr id="463" name="Google Shape;463;p45"/>
          <p:cNvSpPr/>
          <p:nvPr/>
        </p:nvSpPr>
        <p:spPr>
          <a:xfrm>
            <a:off x="4288225" y="4996068"/>
            <a:ext cx="5859822" cy="1323439"/>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0"/>
              <a:buFont typeface="Arial"/>
              <a:buNone/>
            </a:pPr>
            <a:r>
              <a:rPr b="1" i="0" lang="en-GB" sz="8000" u="none" cap="none" strike="noStrike">
                <a:solidFill>
                  <a:srgbClr val="800000"/>
                </a:solidFill>
                <a:latin typeface="Arial"/>
                <a:ea typeface="Arial"/>
                <a:cs typeface="Arial"/>
                <a:sym typeface="Arial"/>
              </a:rPr>
              <a:t>Writing</a:t>
            </a:r>
            <a:endParaRPr b="1" i="0" sz="8000" u="none" cap="none" strike="noStrike">
              <a:solidFill>
                <a:srgbClr val="800000"/>
              </a:solidFill>
              <a:latin typeface="Arial"/>
              <a:ea typeface="Arial"/>
              <a:cs typeface="Arial"/>
              <a:sym typeface="Arial"/>
            </a:endParaRPr>
          </a:p>
        </p:txBody>
      </p:sp>
      <p:sp>
        <p:nvSpPr>
          <p:cNvPr id="464" name="Google Shape;464;p4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
        <p:nvSpPr>
          <p:cNvPr id="465" name="Google Shape;465;p45"/>
          <p:cNvSpPr txBox="1"/>
          <p:nvPr/>
        </p:nvSpPr>
        <p:spPr>
          <a:xfrm>
            <a:off x="1936377" y="6150114"/>
            <a:ext cx="8211670" cy="76944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1" i="0" lang="en-GB" sz="4400" u="none" cap="none" strike="noStrike">
                <a:solidFill>
                  <a:srgbClr val="953734"/>
                </a:solidFill>
                <a:latin typeface="Arial"/>
                <a:ea typeface="Arial"/>
                <a:cs typeface="Arial"/>
                <a:sym typeface="Arial"/>
              </a:rPr>
              <a:t>PERSUASIVE ESSAY</a:t>
            </a:r>
            <a:endParaRPr b="1" i="0" sz="4400" u="none" cap="none" strike="noStrike">
              <a:solidFill>
                <a:srgbClr val="953734"/>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5">
                                            <p:txEl>
                                              <p:pRg end="0" st="0"/>
                                            </p:txEl>
                                          </p:spTgt>
                                        </p:tgtEl>
                                        <p:attrNameLst>
                                          <p:attrName>style.visibility</p:attrName>
                                        </p:attrNameLst>
                                      </p:cBhvr>
                                      <p:to>
                                        <p:strVal val="visible"/>
                                      </p:to>
                                    </p:set>
                                    <p:animEffect filter="fade" transition="in">
                                      <p:cBhvr>
                                        <p:cTn dur="500"/>
                                        <p:tgtEl>
                                          <p:spTgt spid="465">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46"/>
          <p:cNvSpPr txBox="1"/>
          <p:nvPr>
            <p:ph type="title"/>
          </p:nvPr>
        </p:nvSpPr>
        <p:spPr>
          <a:xfrm>
            <a:off x="1120408"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i="1" lang="en-GB">
                <a:solidFill>
                  <a:srgbClr val="FF0000"/>
                </a:solidFill>
              </a:rPr>
              <a:t>Persuasive Essay:</a:t>
            </a:r>
            <a:endParaRPr i="1">
              <a:solidFill>
                <a:srgbClr val="FF0000"/>
              </a:solidFill>
            </a:endParaRPr>
          </a:p>
        </p:txBody>
      </p:sp>
      <p:sp>
        <p:nvSpPr>
          <p:cNvPr id="471" name="Google Shape;471;p4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
        <p:nvSpPr>
          <p:cNvPr id="472" name="Google Shape;472;p4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rPr b="1" lang="en-GB"/>
              <a:t>Definition:</a:t>
            </a:r>
            <a:endParaRPr/>
          </a:p>
          <a:p>
            <a:pPr indent="-342900" lvl="0" marL="457200" rtl="0" algn="l">
              <a:lnSpc>
                <a:spcPct val="90000"/>
              </a:lnSpc>
              <a:spcBef>
                <a:spcPts val="1000"/>
              </a:spcBef>
              <a:spcAft>
                <a:spcPts val="0"/>
              </a:spcAft>
              <a:buClr>
                <a:schemeClr val="dk1"/>
              </a:buClr>
              <a:buSzPts val="1800"/>
              <a:buChar char="•"/>
            </a:pPr>
            <a:r>
              <a:rPr lang="en-GB"/>
              <a:t>A persuasive essay is a type of academic writing where you use </a:t>
            </a:r>
            <a:r>
              <a:rPr lang="en-GB">
                <a:solidFill>
                  <a:srgbClr val="FF0000"/>
                </a:solidFill>
              </a:rPr>
              <a:t>logic</a:t>
            </a:r>
            <a:r>
              <a:rPr lang="en-GB"/>
              <a:t> and </a:t>
            </a:r>
            <a:r>
              <a:rPr lang="en-GB">
                <a:solidFill>
                  <a:srgbClr val="FF0000"/>
                </a:solidFill>
              </a:rPr>
              <a:t>arguments</a:t>
            </a:r>
            <a:r>
              <a:rPr lang="en-GB"/>
              <a:t> to convince readers of your point of view, using solid evidence such as research, stating facts, examples, and quotes from experts.</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pic>
        <p:nvPicPr>
          <p:cNvPr descr="Persuasive-Essay-Structure-by-Bid4Papers.png" id="477" name="Google Shape;477;p47"/>
          <p:cNvPicPr preferRelativeResize="0"/>
          <p:nvPr>
            <p:ph idx="1" type="body"/>
          </p:nvPr>
        </p:nvPicPr>
        <p:blipFill rotWithShape="1">
          <a:blip r:embed="rId3">
            <a:alphaModFix/>
          </a:blip>
          <a:srcRect b="0" l="-47172" r="-47169" t="0"/>
          <a:stretch/>
        </p:blipFill>
        <p:spPr>
          <a:xfrm>
            <a:off x="-246927" y="123490"/>
            <a:ext cx="12438927" cy="6683058"/>
          </a:xfrm>
          <a:prstGeom prst="rect">
            <a:avLst/>
          </a:prstGeom>
          <a:noFill/>
          <a:ln>
            <a:noFill/>
          </a:ln>
        </p:spPr>
      </p:pic>
      <p:sp>
        <p:nvSpPr>
          <p:cNvPr id="478" name="Google Shape;478;p4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
        <p:nvSpPr>
          <p:cNvPr id="479" name="Google Shape;479;p47"/>
          <p:cNvSpPr txBox="1"/>
          <p:nvPr/>
        </p:nvSpPr>
        <p:spPr>
          <a:xfrm>
            <a:off x="529128" y="1058469"/>
            <a:ext cx="18466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0" name="Google Shape;480;p47"/>
          <p:cNvSpPr/>
          <p:nvPr/>
        </p:nvSpPr>
        <p:spPr>
          <a:xfrm>
            <a:off x="1023072" y="442371"/>
            <a:ext cx="2652739" cy="76944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400"/>
              <a:buFont typeface="Arial"/>
              <a:buNone/>
            </a:pPr>
            <a:r>
              <a:rPr b="1" i="0" lang="en-GB" sz="4400" u="none" cap="none" strike="noStrike">
                <a:solidFill>
                  <a:srgbClr val="FF0000"/>
                </a:solidFill>
                <a:latin typeface="Calibri"/>
                <a:ea typeface="Calibri"/>
                <a:cs typeface="Calibri"/>
                <a:sym typeface="Calibri"/>
              </a:rPr>
              <a:t> Structure:</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7"/>
                                        </p:tgtEl>
                                        <p:attrNameLst>
                                          <p:attrName>style.visibility</p:attrName>
                                        </p:attrNameLst>
                                      </p:cBhvr>
                                      <p:to>
                                        <p:strVal val="visible"/>
                                      </p:to>
                                    </p:set>
                                    <p:animEffect filter="fade" transition="in">
                                      <p:cBhvr>
                                        <p:cTn dur="500"/>
                                        <p:tgtEl>
                                          <p:spTgt spid="47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p4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lang="en-GB">
                <a:solidFill>
                  <a:srgbClr val="FF0000"/>
                </a:solidFill>
              </a:rPr>
              <a:t>   Structure:</a:t>
            </a:r>
            <a:endParaRPr b="1">
              <a:solidFill>
                <a:srgbClr val="FF0000"/>
              </a:solidFill>
            </a:endParaRPr>
          </a:p>
        </p:txBody>
      </p:sp>
      <p:sp>
        <p:nvSpPr>
          <p:cNvPr id="486" name="Google Shape;486;p4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1000"/>
              </a:spcBef>
              <a:spcAft>
                <a:spcPts val="0"/>
              </a:spcAft>
              <a:buClr>
                <a:schemeClr val="dk1"/>
              </a:buClr>
              <a:buSzPts val="1800"/>
              <a:buChar char="•"/>
            </a:pPr>
            <a:r>
              <a:rPr b="1" lang="en-GB"/>
              <a:t>Introduction:</a:t>
            </a:r>
            <a:r>
              <a:rPr lang="en-GB"/>
              <a:t> hook, background, thesis.</a:t>
            </a:r>
            <a:endParaRPr/>
          </a:p>
          <a:p>
            <a:pPr indent="-342900" lvl="0" marL="457200" rtl="0" algn="l">
              <a:lnSpc>
                <a:spcPct val="90000"/>
              </a:lnSpc>
              <a:spcBef>
                <a:spcPts val="1000"/>
              </a:spcBef>
              <a:spcAft>
                <a:spcPts val="0"/>
              </a:spcAft>
              <a:buClr>
                <a:schemeClr val="dk1"/>
              </a:buClr>
              <a:buSzPts val="1800"/>
              <a:buChar char="•"/>
            </a:pPr>
            <a:r>
              <a:rPr b="1" lang="en-GB"/>
              <a:t>Body:</a:t>
            </a:r>
            <a:r>
              <a:rPr lang="en-GB"/>
              <a:t> 1-2 paragraphs, each with an argument and supporting evidence.</a:t>
            </a:r>
            <a:endParaRPr/>
          </a:p>
          <a:p>
            <a:pPr indent="-342900" lvl="0" marL="457200" rtl="0" algn="l">
              <a:lnSpc>
                <a:spcPct val="90000"/>
              </a:lnSpc>
              <a:spcBef>
                <a:spcPts val="1000"/>
              </a:spcBef>
              <a:spcAft>
                <a:spcPts val="0"/>
              </a:spcAft>
              <a:buClr>
                <a:schemeClr val="dk1"/>
              </a:buClr>
              <a:buSzPts val="1800"/>
              <a:buChar char="•"/>
            </a:pPr>
            <a:r>
              <a:rPr b="1" lang="en-GB"/>
              <a:t>Body:</a:t>
            </a:r>
            <a:r>
              <a:rPr lang="en-GB"/>
              <a:t> 1 paragraph, with your opponent’s arguments and your counter arguments on why you still disagree.</a:t>
            </a:r>
            <a:endParaRPr/>
          </a:p>
          <a:p>
            <a:pPr indent="-342900" lvl="0" marL="457200" rtl="0" algn="l">
              <a:lnSpc>
                <a:spcPct val="90000"/>
              </a:lnSpc>
              <a:spcBef>
                <a:spcPts val="1000"/>
              </a:spcBef>
              <a:spcAft>
                <a:spcPts val="0"/>
              </a:spcAft>
              <a:buClr>
                <a:schemeClr val="dk1"/>
              </a:buClr>
              <a:buSzPts val="1800"/>
              <a:buChar char="•"/>
            </a:pPr>
            <a:r>
              <a:rPr b="1" lang="en-GB"/>
              <a:t>Conclusion:</a:t>
            </a:r>
            <a:r>
              <a:rPr lang="en-GB"/>
              <a:t> sum up your points, restate your thesis, and leave readers with food for thought.</a:t>
            </a:r>
            <a:endParaRPr/>
          </a:p>
        </p:txBody>
      </p:sp>
      <p:sp>
        <p:nvSpPr>
          <p:cNvPr id="487" name="Google Shape;487;p4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6">
                                            <p:txEl>
                                              <p:pRg end="0" st="0"/>
                                            </p:txEl>
                                          </p:spTgt>
                                        </p:tgtEl>
                                        <p:attrNameLst>
                                          <p:attrName>style.visibility</p:attrName>
                                        </p:attrNameLst>
                                      </p:cBhvr>
                                      <p:to>
                                        <p:strVal val="visible"/>
                                      </p:to>
                                    </p:set>
                                    <p:animEffect filter="fade" transition="in">
                                      <p:cBhvr>
                                        <p:cTn dur="500"/>
                                        <p:tgtEl>
                                          <p:spTgt spid="48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6">
                                            <p:txEl>
                                              <p:pRg end="1" st="1"/>
                                            </p:txEl>
                                          </p:spTgt>
                                        </p:tgtEl>
                                        <p:attrNameLst>
                                          <p:attrName>style.visibility</p:attrName>
                                        </p:attrNameLst>
                                      </p:cBhvr>
                                      <p:to>
                                        <p:strVal val="visible"/>
                                      </p:to>
                                    </p:set>
                                    <p:animEffect filter="fade" transition="in">
                                      <p:cBhvr>
                                        <p:cTn dur="500"/>
                                        <p:tgtEl>
                                          <p:spTgt spid="48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6">
                                            <p:txEl>
                                              <p:pRg end="2" st="2"/>
                                            </p:txEl>
                                          </p:spTgt>
                                        </p:tgtEl>
                                        <p:attrNameLst>
                                          <p:attrName>style.visibility</p:attrName>
                                        </p:attrNameLst>
                                      </p:cBhvr>
                                      <p:to>
                                        <p:strVal val="visible"/>
                                      </p:to>
                                    </p:set>
                                    <p:animEffect filter="fade" transition="in">
                                      <p:cBhvr>
                                        <p:cTn dur="500"/>
                                        <p:tgtEl>
                                          <p:spTgt spid="48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6">
                                            <p:txEl>
                                              <p:pRg end="3" st="3"/>
                                            </p:txEl>
                                          </p:spTgt>
                                        </p:tgtEl>
                                        <p:attrNameLst>
                                          <p:attrName>style.visibility</p:attrName>
                                        </p:attrNameLst>
                                      </p:cBhvr>
                                      <p:to>
                                        <p:strVal val="visible"/>
                                      </p:to>
                                    </p:set>
                                    <p:animEffect filter="fade" transition="in">
                                      <p:cBhvr>
                                        <p:cTn dur="500"/>
                                        <p:tgtEl>
                                          <p:spTgt spid="486">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4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10000"/>
          </a:bodyPr>
          <a:lstStyle/>
          <a:p>
            <a:pPr indent="0" lvl="0" marL="114300" rtl="0" algn="l">
              <a:lnSpc>
                <a:spcPct val="90000"/>
              </a:lnSpc>
              <a:spcBef>
                <a:spcPts val="1000"/>
              </a:spcBef>
              <a:spcAft>
                <a:spcPts val="0"/>
              </a:spcAft>
              <a:buSzPct val="69498"/>
              <a:buNone/>
            </a:pPr>
            <a:r>
              <a:rPr i="1" lang="en-GB" u="sng">
                <a:solidFill>
                  <a:srgbClr val="FF0000"/>
                </a:solidFill>
              </a:rPr>
              <a:t>In the introduction: </a:t>
            </a:r>
            <a:endParaRPr/>
          </a:p>
          <a:p>
            <a:pPr indent="-342900" lvl="0" marL="457200" rtl="0" algn="l">
              <a:lnSpc>
                <a:spcPct val="90000"/>
              </a:lnSpc>
              <a:spcBef>
                <a:spcPts val="1000"/>
              </a:spcBef>
              <a:spcAft>
                <a:spcPts val="0"/>
              </a:spcAft>
              <a:buSzPct val="69498"/>
              <a:buFont typeface="Noto Sans Symbols"/>
              <a:buChar char="✔"/>
            </a:pPr>
            <a:r>
              <a:rPr lang="en-GB"/>
              <a:t>Describe the problem and state the point you’re trying to make. Also, think of a </a:t>
            </a:r>
            <a:r>
              <a:rPr lang="en-GB" u="sng">
                <a:solidFill>
                  <a:schemeClr val="hlink"/>
                </a:solidFill>
                <a:hlinkClick r:id="rId3"/>
              </a:rPr>
              <a:t>strong hook for readers to understand why they should care.</a:t>
            </a:r>
            <a:endParaRPr/>
          </a:p>
          <a:p>
            <a:pPr indent="0" lvl="0" marL="114300" rtl="0" algn="l">
              <a:lnSpc>
                <a:spcPct val="90000"/>
              </a:lnSpc>
              <a:spcBef>
                <a:spcPts val="1000"/>
              </a:spcBef>
              <a:spcAft>
                <a:spcPts val="0"/>
              </a:spcAft>
              <a:buSzPct val="69498"/>
              <a:buNone/>
            </a:pPr>
            <a:r>
              <a:rPr i="1" lang="en-GB" u="sng">
                <a:solidFill>
                  <a:srgbClr val="FF0000"/>
                </a:solidFill>
              </a:rPr>
              <a:t>In body paragraphs:</a:t>
            </a:r>
            <a:endParaRPr/>
          </a:p>
          <a:p>
            <a:pPr indent="-342900" lvl="0" marL="457200" rtl="0" algn="l">
              <a:lnSpc>
                <a:spcPct val="90000"/>
              </a:lnSpc>
              <a:spcBef>
                <a:spcPts val="1000"/>
              </a:spcBef>
              <a:spcAft>
                <a:spcPts val="0"/>
              </a:spcAft>
              <a:buSzPct val="69498"/>
              <a:buFont typeface="Noto Sans Symbols"/>
              <a:buChar char="✔"/>
            </a:pPr>
            <a:r>
              <a:rPr lang="en-GB"/>
              <a:t>Support your thesis with evidence from credible resources. Leave one paragraph for counterargument: what your opponents have to say on the issue and why you still disagree. Use logical arguments and research to </a:t>
            </a:r>
            <a:r>
              <a:rPr lang="en-GB" u="sng">
                <a:solidFill>
                  <a:schemeClr val="hlink"/>
                </a:solidFill>
                <a:hlinkClick r:id="rId4"/>
              </a:rPr>
              <a:t>convince readers.</a:t>
            </a:r>
            <a:endParaRPr/>
          </a:p>
          <a:p>
            <a:pPr indent="0" lvl="0" marL="114300" rtl="0" algn="l">
              <a:lnSpc>
                <a:spcPct val="90000"/>
              </a:lnSpc>
              <a:spcBef>
                <a:spcPts val="1000"/>
              </a:spcBef>
              <a:spcAft>
                <a:spcPts val="0"/>
              </a:spcAft>
              <a:buSzPct val="69498"/>
              <a:buNone/>
            </a:pPr>
            <a:r>
              <a:rPr i="1" lang="en-GB" u="sng">
                <a:solidFill>
                  <a:srgbClr val="FF0000"/>
                </a:solidFill>
              </a:rPr>
              <a:t>In the conclusion:</a:t>
            </a:r>
            <a:endParaRPr/>
          </a:p>
          <a:p>
            <a:pPr indent="-342900" lvl="0" marL="457200" rtl="0" algn="l">
              <a:lnSpc>
                <a:spcPct val="90000"/>
              </a:lnSpc>
              <a:spcBef>
                <a:spcPts val="1000"/>
              </a:spcBef>
              <a:spcAft>
                <a:spcPts val="0"/>
              </a:spcAft>
              <a:buSzPct val="69498"/>
              <a:buFont typeface="Noto Sans Symbols"/>
              <a:buChar char="✔"/>
            </a:pPr>
            <a:r>
              <a:rPr lang="en-GB"/>
              <a:t>Wrap up your persuasive essay by restating your thesis. You may end it with a question for readers to think about.</a:t>
            </a:r>
            <a:endParaRPr/>
          </a:p>
        </p:txBody>
      </p:sp>
      <p:sp>
        <p:nvSpPr>
          <p:cNvPr id="493" name="Google Shape;493;p4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2">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50"/>
          <p:cNvSpPr txBox="1"/>
          <p:nvPr>
            <p:ph type="title"/>
          </p:nvPr>
        </p:nvSpPr>
        <p:spPr>
          <a:xfrm>
            <a:off x="1067494" y="54153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lang="en-GB"/>
              <a:t>How to format a persuasive essay:</a:t>
            </a:r>
            <a:br>
              <a:rPr b="1" lang="en-GB"/>
            </a:br>
            <a:endParaRPr/>
          </a:p>
        </p:txBody>
      </p:sp>
      <p:sp>
        <p:nvSpPr>
          <p:cNvPr id="499" name="Google Shape;499;p5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1000"/>
              </a:spcBef>
              <a:spcAft>
                <a:spcPts val="0"/>
              </a:spcAft>
              <a:buSzPts val="1800"/>
              <a:buFont typeface="Noto Sans Symbols"/>
              <a:buChar char="✔"/>
            </a:pPr>
            <a:r>
              <a:rPr lang="en-GB"/>
              <a:t>Choose a topic and your position about it.</a:t>
            </a:r>
            <a:endParaRPr/>
          </a:p>
          <a:p>
            <a:pPr indent="-342900" lvl="0" marL="457200" rtl="0" algn="l">
              <a:lnSpc>
                <a:spcPct val="90000"/>
              </a:lnSpc>
              <a:spcBef>
                <a:spcPts val="1000"/>
              </a:spcBef>
              <a:spcAft>
                <a:spcPts val="0"/>
              </a:spcAft>
              <a:buSzPts val="1800"/>
              <a:buFont typeface="Noto Sans Symbols"/>
              <a:buChar char="✔"/>
            </a:pPr>
            <a:r>
              <a:rPr lang="en-GB"/>
              <a:t>Think of arguments you’ll use to prove your position.</a:t>
            </a:r>
            <a:endParaRPr/>
          </a:p>
          <a:p>
            <a:pPr indent="-342900" lvl="0" marL="457200" rtl="0" algn="l">
              <a:lnSpc>
                <a:spcPct val="90000"/>
              </a:lnSpc>
              <a:spcBef>
                <a:spcPts val="1000"/>
              </a:spcBef>
              <a:spcAft>
                <a:spcPts val="0"/>
              </a:spcAft>
              <a:buSzPts val="1800"/>
              <a:buFont typeface="Noto Sans Symbols"/>
              <a:buChar char="✔"/>
            </a:pPr>
            <a:r>
              <a:rPr lang="en-GB"/>
              <a:t>Create an outline: write down your thesis, arguments, and evidence.</a:t>
            </a:r>
            <a:endParaRPr/>
          </a:p>
          <a:p>
            <a:pPr indent="-342900" lvl="0" marL="457200" rtl="0" algn="l">
              <a:lnSpc>
                <a:spcPct val="90000"/>
              </a:lnSpc>
              <a:spcBef>
                <a:spcPts val="1000"/>
              </a:spcBef>
              <a:spcAft>
                <a:spcPts val="0"/>
              </a:spcAft>
              <a:buSzPts val="1800"/>
              <a:buFont typeface="Noto Sans Symbols"/>
              <a:buChar char="✔"/>
            </a:pPr>
            <a:r>
              <a:rPr lang="en-GB"/>
              <a:t>Write an introduction.</a:t>
            </a:r>
            <a:endParaRPr/>
          </a:p>
          <a:p>
            <a:pPr indent="-342900" lvl="0" marL="457200" rtl="0" algn="l">
              <a:lnSpc>
                <a:spcPct val="90000"/>
              </a:lnSpc>
              <a:spcBef>
                <a:spcPts val="1000"/>
              </a:spcBef>
              <a:spcAft>
                <a:spcPts val="0"/>
              </a:spcAft>
              <a:buSzPts val="1800"/>
              <a:buFont typeface="Noto Sans Symbols"/>
              <a:buChar char="✔"/>
            </a:pPr>
            <a:r>
              <a:rPr lang="en-GB"/>
              <a:t>Craft body paragraphs of your persuasive essay.</a:t>
            </a:r>
            <a:endParaRPr/>
          </a:p>
          <a:p>
            <a:pPr indent="-342900" lvl="0" marL="457200" rtl="0" algn="l">
              <a:lnSpc>
                <a:spcPct val="90000"/>
              </a:lnSpc>
              <a:spcBef>
                <a:spcPts val="1000"/>
              </a:spcBef>
              <a:spcAft>
                <a:spcPts val="0"/>
              </a:spcAft>
              <a:buSzPts val="1800"/>
              <a:buFont typeface="Noto Sans Symbols"/>
              <a:buChar char="✔"/>
            </a:pPr>
            <a:r>
              <a:rPr lang="en-GB"/>
              <a:t>Write a conclusion.</a:t>
            </a:r>
            <a:endParaRPr/>
          </a:p>
          <a:p>
            <a:pPr indent="-342900" lvl="0" marL="457200" rtl="0" algn="l">
              <a:lnSpc>
                <a:spcPct val="90000"/>
              </a:lnSpc>
              <a:spcBef>
                <a:spcPts val="1000"/>
              </a:spcBef>
              <a:spcAft>
                <a:spcPts val="0"/>
              </a:spcAft>
              <a:buSzPts val="1800"/>
              <a:buFont typeface="Noto Sans Symbols"/>
              <a:buChar char="✔"/>
            </a:pPr>
            <a:r>
              <a:rPr lang="en-GB"/>
              <a:t>Proofread and edit: consider word count, font, alignment.</a:t>
            </a:r>
            <a:endParaRPr/>
          </a:p>
        </p:txBody>
      </p:sp>
      <p:sp>
        <p:nvSpPr>
          <p:cNvPr id="500" name="Google Shape;500;p5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9">
                                            <p:txEl>
                                              <p:pRg end="0" st="0"/>
                                            </p:txEl>
                                          </p:spTgt>
                                        </p:tgtEl>
                                        <p:attrNameLst>
                                          <p:attrName>style.visibility</p:attrName>
                                        </p:attrNameLst>
                                      </p:cBhvr>
                                      <p:to>
                                        <p:strVal val="visible"/>
                                      </p:to>
                                    </p:set>
                                    <p:animEffect filter="fade" transition="in">
                                      <p:cBhvr>
                                        <p:cTn dur="500"/>
                                        <p:tgtEl>
                                          <p:spTgt spid="49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9">
                                            <p:txEl>
                                              <p:pRg end="1" st="1"/>
                                            </p:txEl>
                                          </p:spTgt>
                                        </p:tgtEl>
                                        <p:attrNameLst>
                                          <p:attrName>style.visibility</p:attrName>
                                        </p:attrNameLst>
                                      </p:cBhvr>
                                      <p:to>
                                        <p:strVal val="visible"/>
                                      </p:to>
                                    </p:set>
                                    <p:animEffect filter="fade" transition="in">
                                      <p:cBhvr>
                                        <p:cTn dur="500"/>
                                        <p:tgtEl>
                                          <p:spTgt spid="49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9">
                                            <p:txEl>
                                              <p:pRg end="2" st="2"/>
                                            </p:txEl>
                                          </p:spTgt>
                                        </p:tgtEl>
                                        <p:attrNameLst>
                                          <p:attrName>style.visibility</p:attrName>
                                        </p:attrNameLst>
                                      </p:cBhvr>
                                      <p:to>
                                        <p:strVal val="visible"/>
                                      </p:to>
                                    </p:set>
                                    <p:animEffect filter="fade" transition="in">
                                      <p:cBhvr>
                                        <p:cTn dur="500"/>
                                        <p:tgtEl>
                                          <p:spTgt spid="49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9">
                                            <p:txEl>
                                              <p:pRg end="3" st="3"/>
                                            </p:txEl>
                                          </p:spTgt>
                                        </p:tgtEl>
                                        <p:attrNameLst>
                                          <p:attrName>style.visibility</p:attrName>
                                        </p:attrNameLst>
                                      </p:cBhvr>
                                      <p:to>
                                        <p:strVal val="visible"/>
                                      </p:to>
                                    </p:set>
                                    <p:animEffect filter="fade" transition="in">
                                      <p:cBhvr>
                                        <p:cTn dur="500"/>
                                        <p:tgtEl>
                                          <p:spTgt spid="49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9">
                                            <p:txEl>
                                              <p:pRg end="4" st="4"/>
                                            </p:txEl>
                                          </p:spTgt>
                                        </p:tgtEl>
                                        <p:attrNameLst>
                                          <p:attrName>style.visibility</p:attrName>
                                        </p:attrNameLst>
                                      </p:cBhvr>
                                      <p:to>
                                        <p:strVal val="visible"/>
                                      </p:to>
                                    </p:set>
                                    <p:animEffect filter="fade" transition="in">
                                      <p:cBhvr>
                                        <p:cTn dur="500"/>
                                        <p:tgtEl>
                                          <p:spTgt spid="49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9">
                                            <p:txEl>
                                              <p:pRg end="5" st="5"/>
                                            </p:txEl>
                                          </p:spTgt>
                                        </p:tgtEl>
                                        <p:attrNameLst>
                                          <p:attrName>style.visibility</p:attrName>
                                        </p:attrNameLst>
                                      </p:cBhvr>
                                      <p:to>
                                        <p:strVal val="visible"/>
                                      </p:to>
                                    </p:set>
                                    <p:animEffect filter="fade" transition="in">
                                      <p:cBhvr>
                                        <p:cTn dur="500"/>
                                        <p:tgtEl>
                                          <p:spTgt spid="49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9">
                                            <p:txEl>
                                              <p:pRg end="6" st="6"/>
                                            </p:txEl>
                                          </p:spTgt>
                                        </p:tgtEl>
                                        <p:attrNameLst>
                                          <p:attrName>style.visibility</p:attrName>
                                        </p:attrNameLst>
                                      </p:cBhvr>
                                      <p:to>
                                        <p:strVal val="visible"/>
                                      </p:to>
                                    </p:set>
                                    <p:animEffect filter="fade" transition="in">
                                      <p:cBhvr>
                                        <p:cTn dur="500"/>
                                        <p:tgtEl>
                                          <p:spTgt spid="499">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p51"/>
          <p:cNvSpPr txBox="1"/>
          <p:nvPr>
            <p:ph type="title"/>
          </p:nvPr>
        </p:nvSpPr>
        <p:spPr>
          <a:xfrm>
            <a:off x="908752" y="806150"/>
            <a:ext cx="11561042"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i="1" lang="en-GB" sz="3600"/>
              <a:t>What evidence can you use to support arguments?</a:t>
            </a:r>
            <a:br>
              <a:rPr b="1" i="1" lang="en-GB" sz="3600"/>
            </a:br>
            <a:endParaRPr b="1" i="1" sz="3600"/>
          </a:p>
        </p:txBody>
      </p:sp>
      <p:sp>
        <p:nvSpPr>
          <p:cNvPr id="506" name="Google Shape;506;p5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1000"/>
              </a:spcBef>
              <a:spcAft>
                <a:spcPts val="0"/>
              </a:spcAft>
              <a:buSzPts val="1800"/>
              <a:buFont typeface="Noto Sans Symbols"/>
              <a:buChar char="⮚"/>
            </a:pPr>
            <a:r>
              <a:rPr lang="en-GB"/>
              <a:t>Proven facts</a:t>
            </a:r>
            <a:endParaRPr/>
          </a:p>
          <a:p>
            <a:pPr indent="-342900" lvl="0" marL="457200" rtl="0" algn="l">
              <a:lnSpc>
                <a:spcPct val="90000"/>
              </a:lnSpc>
              <a:spcBef>
                <a:spcPts val="1000"/>
              </a:spcBef>
              <a:spcAft>
                <a:spcPts val="0"/>
              </a:spcAft>
              <a:buSzPts val="1800"/>
              <a:buFont typeface="Noto Sans Symbols"/>
              <a:buChar char="⮚"/>
            </a:pPr>
            <a:r>
              <a:rPr lang="en-GB"/>
              <a:t>Statistics</a:t>
            </a:r>
            <a:endParaRPr/>
          </a:p>
          <a:p>
            <a:pPr indent="-342900" lvl="0" marL="457200" rtl="0" algn="l">
              <a:lnSpc>
                <a:spcPct val="90000"/>
              </a:lnSpc>
              <a:spcBef>
                <a:spcPts val="1000"/>
              </a:spcBef>
              <a:spcAft>
                <a:spcPts val="0"/>
              </a:spcAft>
              <a:buSzPts val="1800"/>
              <a:buFont typeface="Noto Sans Symbols"/>
              <a:buChar char="⮚"/>
            </a:pPr>
            <a:r>
              <a:rPr lang="en-GB"/>
              <a:t>Definitions</a:t>
            </a:r>
            <a:endParaRPr/>
          </a:p>
          <a:p>
            <a:pPr indent="-342900" lvl="0" marL="457200" rtl="0" algn="l">
              <a:lnSpc>
                <a:spcPct val="90000"/>
              </a:lnSpc>
              <a:spcBef>
                <a:spcPts val="1000"/>
              </a:spcBef>
              <a:spcAft>
                <a:spcPts val="0"/>
              </a:spcAft>
              <a:buSzPts val="1800"/>
              <a:buFont typeface="Noto Sans Symbols"/>
              <a:buChar char="⮚"/>
            </a:pPr>
            <a:r>
              <a:rPr lang="en-GB"/>
              <a:t>Research</a:t>
            </a:r>
            <a:endParaRPr/>
          </a:p>
          <a:p>
            <a:pPr indent="-342900" lvl="0" marL="457200" rtl="0" algn="l">
              <a:lnSpc>
                <a:spcPct val="90000"/>
              </a:lnSpc>
              <a:spcBef>
                <a:spcPts val="1000"/>
              </a:spcBef>
              <a:spcAft>
                <a:spcPts val="0"/>
              </a:spcAft>
              <a:buSzPts val="1800"/>
              <a:buFont typeface="Noto Sans Symbols"/>
              <a:buChar char="⮚"/>
            </a:pPr>
            <a:r>
              <a:rPr lang="en-GB"/>
              <a:t>Quotes from experts</a:t>
            </a:r>
            <a:endParaRPr/>
          </a:p>
          <a:p>
            <a:pPr indent="-342900" lvl="0" marL="457200" rtl="0" algn="l">
              <a:lnSpc>
                <a:spcPct val="90000"/>
              </a:lnSpc>
              <a:spcBef>
                <a:spcPts val="1000"/>
              </a:spcBef>
              <a:spcAft>
                <a:spcPts val="0"/>
              </a:spcAft>
              <a:buSzPts val="1800"/>
              <a:buFont typeface="Noto Sans Symbols"/>
              <a:buChar char="⮚"/>
            </a:pPr>
            <a:r>
              <a:rPr lang="en-GB"/>
              <a:t>Examples to illustrate your point of view, including your personal experience</a:t>
            </a:r>
            <a:endParaRPr/>
          </a:p>
          <a:p>
            <a:pPr indent="-228600" lvl="0" marL="457200" rtl="0" algn="l">
              <a:lnSpc>
                <a:spcPct val="90000"/>
              </a:lnSpc>
              <a:spcBef>
                <a:spcPts val="1000"/>
              </a:spcBef>
              <a:spcAft>
                <a:spcPts val="0"/>
              </a:spcAft>
              <a:buClr>
                <a:schemeClr val="dk1"/>
              </a:buClr>
              <a:buSzPts val="1800"/>
              <a:buNone/>
            </a:pPr>
            <a:r>
              <a:t/>
            </a:r>
            <a:endParaRPr/>
          </a:p>
        </p:txBody>
      </p:sp>
      <p:sp>
        <p:nvSpPr>
          <p:cNvPr id="507" name="Google Shape;507;p5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06">
                                            <p:txEl>
                                              <p:pRg end="0" st="0"/>
                                            </p:txEl>
                                          </p:spTgt>
                                        </p:tgtEl>
                                        <p:attrNameLst>
                                          <p:attrName>style.visibility</p:attrName>
                                        </p:attrNameLst>
                                      </p:cBhvr>
                                      <p:to>
                                        <p:strVal val="visible"/>
                                      </p:to>
                                    </p:set>
                                    <p:anim calcmode="lin" valueType="num">
                                      <p:cBhvr additive="base">
                                        <p:cTn dur="500"/>
                                        <p:tgtEl>
                                          <p:spTgt spid="506">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06">
                                            <p:txEl>
                                              <p:pRg end="1" st="1"/>
                                            </p:txEl>
                                          </p:spTgt>
                                        </p:tgtEl>
                                        <p:attrNameLst>
                                          <p:attrName>style.visibility</p:attrName>
                                        </p:attrNameLst>
                                      </p:cBhvr>
                                      <p:to>
                                        <p:strVal val="visible"/>
                                      </p:to>
                                    </p:set>
                                    <p:anim calcmode="lin" valueType="num">
                                      <p:cBhvr additive="base">
                                        <p:cTn dur="500"/>
                                        <p:tgtEl>
                                          <p:spTgt spid="506">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06">
                                            <p:txEl>
                                              <p:pRg end="2" st="2"/>
                                            </p:txEl>
                                          </p:spTgt>
                                        </p:tgtEl>
                                        <p:attrNameLst>
                                          <p:attrName>style.visibility</p:attrName>
                                        </p:attrNameLst>
                                      </p:cBhvr>
                                      <p:to>
                                        <p:strVal val="visible"/>
                                      </p:to>
                                    </p:set>
                                    <p:anim calcmode="lin" valueType="num">
                                      <p:cBhvr additive="base">
                                        <p:cTn dur="500"/>
                                        <p:tgtEl>
                                          <p:spTgt spid="506">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06">
                                            <p:txEl>
                                              <p:pRg end="3" st="3"/>
                                            </p:txEl>
                                          </p:spTgt>
                                        </p:tgtEl>
                                        <p:attrNameLst>
                                          <p:attrName>style.visibility</p:attrName>
                                        </p:attrNameLst>
                                      </p:cBhvr>
                                      <p:to>
                                        <p:strVal val="visible"/>
                                      </p:to>
                                    </p:set>
                                    <p:anim calcmode="lin" valueType="num">
                                      <p:cBhvr additive="base">
                                        <p:cTn dur="500"/>
                                        <p:tgtEl>
                                          <p:spTgt spid="506">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06">
                                            <p:txEl>
                                              <p:pRg end="4" st="4"/>
                                            </p:txEl>
                                          </p:spTgt>
                                        </p:tgtEl>
                                        <p:attrNameLst>
                                          <p:attrName>style.visibility</p:attrName>
                                        </p:attrNameLst>
                                      </p:cBhvr>
                                      <p:to>
                                        <p:strVal val="visible"/>
                                      </p:to>
                                    </p:set>
                                    <p:anim calcmode="lin" valueType="num">
                                      <p:cBhvr additive="base">
                                        <p:cTn dur="500"/>
                                        <p:tgtEl>
                                          <p:spTgt spid="506">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06">
                                            <p:txEl>
                                              <p:pRg end="5" st="5"/>
                                            </p:txEl>
                                          </p:spTgt>
                                        </p:tgtEl>
                                        <p:attrNameLst>
                                          <p:attrName>style.visibility</p:attrName>
                                        </p:attrNameLst>
                                      </p:cBhvr>
                                      <p:to>
                                        <p:strVal val="visible"/>
                                      </p:to>
                                    </p:set>
                                    <p:anim calcmode="lin" valueType="num">
                                      <p:cBhvr additive="base">
                                        <p:cTn dur="500"/>
                                        <p:tgtEl>
                                          <p:spTgt spid="506">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06">
                                            <p:txEl>
                                              <p:pRg end="6" st="6"/>
                                            </p:txEl>
                                          </p:spTgt>
                                        </p:tgtEl>
                                        <p:attrNameLst>
                                          <p:attrName>style.visibility</p:attrName>
                                        </p:attrNameLst>
                                      </p:cBhvr>
                                      <p:to>
                                        <p:strVal val="visible"/>
                                      </p:to>
                                    </p:set>
                                    <p:anim calcmode="lin" valueType="num">
                                      <p:cBhvr additive="base">
                                        <p:cTn dur="500"/>
                                        <p:tgtEl>
                                          <p:spTgt spid="506">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52"/>
          <p:cNvSpPr txBox="1"/>
          <p:nvPr>
            <p:ph type="title"/>
          </p:nvPr>
        </p:nvSpPr>
        <p:spPr>
          <a:xfrm>
            <a:off x="1155684" y="54153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lang="en-GB"/>
              <a:t>Editing Your Essay: Questions to Answer</a:t>
            </a:r>
            <a:br>
              <a:rPr lang="en-GB"/>
            </a:br>
            <a:endParaRPr/>
          </a:p>
        </p:txBody>
      </p:sp>
      <p:sp>
        <p:nvSpPr>
          <p:cNvPr id="513" name="Google Shape;513;p5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1000"/>
              </a:spcBef>
              <a:spcAft>
                <a:spcPts val="0"/>
              </a:spcAft>
              <a:buClr>
                <a:schemeClr val="dk1"/>
              </a:buClr>
              <a:buSzPts val="1800"/>
              <a:buChar char="•"/>
            </a:pPr>
            <a:r>
              <a:rPr i="1" lang="en-GB"/>
              <a:t> </a:t>
            </a:r>
            <a:r>
              <a:rPr lang="en-GB"/>
              <a:t>Did I answer the question given in the assignment?</a:t>
            </a:r>
            <a:endParaRPr/>
          </a:p>
          <a:p>
            <a:pPr indent="-342900" lvl="0" marL="457200" rtl="0" algn="l">
              <a:lnSpc>
                <a:spcPct val="90000"/>
              </a:lnSpc>
              <a:spcBef>
                <a:spcPts val="1000"/>
              </a:spcBef>
              <a:spcAft>
                <a:spcPts val="0"/>
              </a:spcAft>
              <a:buClr>
                <a:schemeClr val="dk1"/>
              </a:buClr>
              <a:buSzPts val="1800"/>
              <a:buChar char="•"/>
            </a:pPr>
            <a:r>
              <a:rPr i="1" lang="en-GB"/>
              <a:t> </a:t>
            </a:r>
            <a:r>
              <a:rPr lang="en-GB"/>
              <a:t>Did I structure my essay right?</a:t>
            </a:r>
            <a:endParaRPr/>
          </a:p>
          <a:p>
            <a:pPr indent="-342900" lvl="0" marL="457200" rtl="0" algn="l">
              <a:lnSpc>
                <a:spcPct val="90000"/>
              </a:lnSpc>
              <a:spcBef>
                <a:spcPts val="1000"/>
              </a:spcBef>
              <a:spcAft>
                <a:spcPts val="0"/>
              </a:spcAft>
              <a:buClr>
                <a:schemeClr val="dk1"/>
              </a:buClr>
              <a:buSzPts val="1800"/>
              <a:buChar char="•"/>
            </a:pPr>
            <a:r>
              <a:rPr i="1" lang="en-GB"/>
              <a:t> </a:t>
            </a:r>
            <a:r>
              <a:rPr lang="en-GB"/>
              <a:t>Did I make all paragraphs clear and coherent?</a:t>
            </a:r>
            <a:endParaRPr/>
          </a:p>
          <a:p>
            <a:pPr indent="-342900" lvl="0" marL="457200" rtl="0" algn="l">
              <a:lnSpc>
                <a:spcPct val="90000"/>
              </a:lnSpc>
              <a:spcBef>
                <a:spcPts val="1000"/>
              </a:spcBef>
              <a:spcAft>
                <a:spcPts val="0"/>
              </a:spcAft>
              <a:buClr>
                <a:schemeClr val="dk1"/>
              </a:buClr>
              <a:buSzPts val="1800"/>
              <a:buChar char="•"/>
            </a:pPr>
            <a:r>
              <a:rPr i="1" lang="en-GB"/>
              <a:t> </a:t>
            </a:r>
            <a:r>
              <a:rPr lang="en-GB"/>
              <a:t>Did I use the appropriate language throughout my essay?</a:t>
            </a:r>
            <a:endParaRPr/>
          </a:p>
          <a:p>
            <a:pPr indent="-342900" lvl="0" marL="457200" rtl="0" algn="l">
              <a:lnSpc>
                <a:spcPct val="90000"/>
              </a:lnSpc>
              <a:spcBef>
                <a:spcPts val="1000"/>
              </a:spcBef>
              <a:spcAft>
                <a:spcPts val="0"/>
              </a:spcAft>
              <a:buClr>
                <a:schemeClr val="dk1"/>
              </a:buClr>
              <a:buSzPts val="1800"/>
              <a:buChar char="•"/>
            </a:pPr>
            <a:r>
              <a:rPr i="1" lang="en-GB"/>
              <a:t> </a:t>
            </a:r>
            <a:r>
              <a:rPr lang="en-GB"/>
              <a:t>Did I cite and reference all resources in the right way?</a:t>
            </a:r>
            <a:endParaRPr/>
          </a:p>
          <a:p>
            <a:pPr indent="-342900" lvl="0" marL="457200" rtl="0" algn="l">
              <a:lnSpc>
                <a:spcPct val="90000"/>
              </a:lnSpc>
              <a:spcBef>
                <a:spcPts val="1000"/>
              </a:spcBef>
              <a:spcAft>
                <a:spcPts val="0"/>
              </a:spcAft>
              <a:buClr>
                <a:schemeClr val="dk1"/>
              </a:buClr>
              <a:buSzPts val="1800"/>
              <a:buChar char="•"/>
            </a:pPr>
            <a:r>
              <a:rPr i="1" lang="en-GB"/>
              <a:t> </a:t>
            </a:r>
            <a:r>
              <a:rPr lang="en-GB"/>
              <a:t>Did I exceed the word limit?</a:t>
            </a:r>
            <a:endParaRPr/>
          </a:p>
          <a:p>
            <a:pPr indent="-342900" lvl="0" marL="457200" rtl="0" algn="l">
              <a:lnSpc>
                <a:spcPct val="90000"/>
              </a:lnSpc>
              <a:spcBef>
                <a:spcPts val="1000"/>
              </a:spcBef>
              <a:spcAft>
                <a:spcPts val="0"/>
              </a:spcAft>
              <a:buClr>
                <a:schemeClr val="dk1"/>
              </a:buClr>
              <a:buSzPts val="1800"/>
              <a:buChar char="•"/>
            </a:pPr>
            <a:r>
              <a:rPr i="1" lang="en-GB"/>
              <a:t> </a:t>
            </a:r>
            <a:r>
              <a:rPr lang="en-GB"/>
              <a:t>Did I proofread my essay for spelling and grammar errors?</a:t>
            </a:r>
            <a:endParaRPr/>
          </a:p>
          <a:p>
            <a:pPr indent="-342900" lvl="0" marL="457200" rtl="0" algn="l">
              <a:lnSpc>
                <a:spcPct val="90000"/>
              </a:lnSpc>
              <a:spcBef>
                <a:spcPts val="1000"/>
              </a:spcBef>
              <a:spcAft>
                <a:spcPts val="0"/>
              </a:spcAft>
              <a:buClr>
                <a:schemeClr val="dk1"/>
              </a:buClr>
              <a:buSzPts val="1800"/>
              <a:buChar char="•"/>
            </a:pPr>
            <a:r>
              <a:rPr i="1" lang="en-GB"/>
              <a:t> </a:t>
            </a:r>
            <a:r>
              <a:rPr lang="en-GB"/>
              <a:t>Did I present the assignment well?</a:t>
            </a:r>
            <a:endParaRPr/>
          </a:p>
        </p:txBody>
      </p:sp>
      <p:sp>
        <p:nvSpPr>
          <p:cNvPr id="514" name="Google Shape;514;p5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3">
                                            <p:txEl>
                                              <p:pRg end="0" st="0"/>
                                            </p:txEl>
                                          </p:spTgt>
                                        </p:tgtEl>
                                        <p:attrNameLst>
                                          <p:attrName>style.visibility</p:attrName>
                                        </p:attrNameLst>
                                      </p:cBhvr>
                                      <p:to>
                                        <p:strVal val="visible"/>
                                      </p:to>
                                    </p:set>
                                    <p:animEffect filter="fade" transition="in">
                                      <p:cBhvr>
                                        <p:cTn dur="1000"/>
                                        <p:tgtEl>
                                          <p:spTgt spid="51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3">
                                            <p:txEl>
                                              <p:pRg end="1" st="1"/>
                                            </p:txEl>
                                          </p:spTgt>
                                        </p:tgtEl>
                                        <p:attrNameLst>
                                          <p:attrName>style.visibility</p:attrName>
                                        </p:attrNameLst>
                                      </p:cBhvr>
                                      <p:to>
                                        <p:strVal val="visible"/>
                                      </p:to>
                                    </p:set>
                                    <p:animEffect filter="fade" transition="in">
                                      <p:cBhvr>
                                        <p:cTn dur="1000"/>
                                        <p:tgtEl>
                                          <p:spTgt spid="51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3">
                                            <p:txEl>
                                              <p:pRg end="2" st="2"/>
                                            </p:txEl>
                                          </p:spTgt>
                                        </p:tgtEl>
                                        <p:attrNameLst>
                                          <p:attrName>style.visibility</p:attrName>
                                        </p:attrNameLst>
                                      </p:cBhvr>
                                      <p:to>
                                        <p:strVal val="visible"/>
                                      </p:to>
                                    </p:set>
                                    <p:animEffect filter="fade" transition="in">
                                      <p:cBhvr>
                                        <p:cTn dur="1000"/>
                                        <p:tgtEl>
                                          <p:spTgt spid="51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3">
                                            <p:txEl>
                                              <p:pRg end="3" st="3"/>
                                            </p:txEl>
                                          </p:spTgt>
                                        </p:tgtEl>
                                        <p:attrNameLst>
                                          <p:attrName>style.visibility</p:attrName>
                                        </p:attrNameLst>
                                      </p:cBhvr>
                                      <p:to>
                                        <p:strVal val="visible"/>
                                      </p:to>
                                    </p:set>
                                    <p:animEffect filter="fade" transition="in">
                                      <p:cBhvr>
                                        <p:cTn dur="1000"/>
                                        <p:tgtEl>
                                          <p:spTgt spid="51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3">
                                            <p:txEl>
                                              <p:pRg end="4" st="4"/>
                                            </p:txEl>
                                          </p:spTgt>
                                        </p:tgtEl>
                                        <p:attrNameLst>
                                          <p:attrName>style.visibility</p:attrName>
                                        </p:attrNameLst>
                                      </p:cBhvr>
                                      <p:to>
                                        <p:strVal val="visible"/>
                                      </p:to>
                                    </p:set>
                                    <p:animEffect filter="fade" transition="in">
                                      <p:cBhvr>
                                        <p:cTn dur="1000"/>
                                        <p:tgtEl>
                                          <p:spTgt spid="51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3">
                                            <p:txEl>
                                              <p:pRg end="5" st="5"/>
                                            </p:txEl>
                                          </p:spTgt>
                                        </p:tgtEl>
                                        <p:attrNameLst>
                                          <p:attrName>style.visibility</p:attrName>
                                        </p:attrNameLst>
                                      </p:cBhvr>
                                      <p:to>
                                        <p:strVal val="visible"/>
                                      </p:to>
                                    </p:set>
                                    <p:animEffect filter="fade" transition="in">
                                      <p:cBhvr>
                                        <p:cTn dur="1000"/>
                                        <p:tgtEl>
                                          <p:spTgt spid="51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3">
                                            <p:txEl>
                                              <p:pRg end="6" st="6"/>
                                            </p:txEl>
                                          </p:spTgt>
                                        </p:tgtEl>
                                        <p:attrNameLst>
                                          <p:attrName>style.visibility</p:attrName>
                                        </p:attrNameLst>
                                      </p:cBhvr>
                                      <p:to>
                                        <p:strVal val="visible"/>
                                      </p:to>
                                    </p:set>
                                    <p:animEffect filter="fade" transition="in">
                                      <p:cBhvr>
                                        <p:cTn dur="1000"/>
                                        <p:tgtEl>
                                          <p:spTgt spid="513">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3">
                                            <p:txEl>
                                              <p:pRg end="7" st="7"/>
                                            </p:txEl>
                                          </p:spTgt>
                                        </p:tgtEl>
                                        <p:attrNameLst>
                                          <p:attrName>style.visibility</p:attrName>
                                        </p:attrNameLst>
                                      </p:cBhvr>
                                      <p:to>
                                        <p:strVal val="visible"/>
                                      </p:to>
                                    </p:set>
                                    <p:animEffect filter="fade" transition="in">
                                      <p:cBhvr>
                                        <p:cTn dur="1000"/>
                                        <p:tgtEl>
                                          <p:spTgt spid="513">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pic>
        <p:nvPicPr>
          <p:cNvPr descr="Screen Shot 2020-04-15 at 9.42.02 PM.png" id="519" name="Google Shape;519;p53"/>
          <p:cNvPicPr preferRelativeResize="0"/>
          <p:nvPr/>
        </p:nvPicPr>
        <p:blipFill rotWithShape="1">
          <a:blip r:embed="rId3">
            <a:alphaModFix/>
          </a:blip>
          <a:srcRect b="2654" l="2110" r="2670" t="3548"/>
          <a:stretch/>
        </p:blipFill>
        <p:spPr>
          <a:xfrm>
            <a:off x="1287547" y="989460"/>
            <a:ext cx="9083370" cy="5868539"/>
          </a:xfrm>
          <a:prstGeom prst="rect">
            <a:avLst/>
          </a:prstGeom>
          <a:noFill/>
          <a:ln>
            <a:noFill/>
          </a:ln>
        </p:spPr>
      </p:pic>
      <p:sp>
        <p:nvSpPr>
          <p:cNvPr id="520" name="Google Shape;520;p53"/>
          <p:cNvSpPr/>
          <p:nvPr/>
        </p:nvSpPr>
        <p:spPr>
          <a:xfrm>
            <a:off x="2081237" y="4766735"/>
            <a:ext cx="7521097" cy="1323439"/>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0"/>
              <a:buFont typeface="Arial"/>
              <a:buNone/>
            </a:pPr>
            <a:r>
              <a:rPr b="1" i="0" lang="en-GB" sz="8000" u="none" cap="none" strike="noStrike">
                <a:solidFill>
                  <a:srgbClr val="800000"/>
                </a:solidFill>
                <a:latin typeface="Calibri"/>
                <a:ea typeface="Calibri"/>
                <a:cs typeface="Calibri"/>
                <a:sym typeface="Calibri"/>
              </a:rPr>
              <a:t>Linking words </a:t>
            </a:r>
            <a:endParaRPr b="1" i="0" sz="8000" u="none" cap="none" strike="noStrike">
              <a:solidFill>
                <a:srgbClr val="800000"/>
              </a:solidFill>
              <a:latin typeface="Calibri"/>
              <a:ea typeface="Calibri"/>
              <a:cs typeface="Calibri"/>
              <a:sym typeface="Calibri"/>
            </a:endParaRPr>
          </a:p>
        </p:txBody>
      </p:sp>
      <p:sp>
        <p:nvSpPr>
          <p:cNvPr id="521" name="Google Shape;521;p5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54"/>
          <p:cNvSpPr txBox="1"/>
          <p:nvPr>
            <p:ph type="title"/>
          </p:nvPr>
        </p:nvSpPr>
        <p:spPr>
          <a:xfrm>
            <a:off x="1199360" y="365125"/>
            <a:ext cx="6208439" cy="113437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800000"/>
              </a:buClr>
              <a:buSzPts val="3700"/>
              <a:buFont typeface="Times New Roman"/>
              <a:buNone/>
            </a:pPr>
            <a:r>
              <a:rPr b="1" lang="en-GB" sz="3700">
                <a:solidFill>
                  <a:srgbClr val="800000"/>
                </a:solidFill>
                <a:latin typeface="Times New Roman"/>
                <a:ea typeface="Times New Roman"/>
                <a:cs typeface="Times New Roman"/>
                <a:sym typeface="Times New Roman"/>
              </a:rPr>
              <a:t>Linking words</a:t>
            </a:r>
            <a:endParaRPr b="1" sz="3700">
              <a:solidFill>
                <a:srgbClr val="800000"/>
              </a:solidFill>
              <a:latin typeface="Times New Roman"/>
              <a:ea typeface="Times New Roman"/>
              <a:cs typeface="Times New Roman"/>
              <a:sym typeface="Times New Roman"/>
            </a:endParaRPr>
          </a:p>
        </p:txBody>
      </p:sp>
      <p:sp>
        <p:nvSpPr>
          <p:cNvPr id="527" name="Google Shape;527;p54"/>
          <p:cNvSpPr txBox="1"/>
          <p:nvPr>
            <p:ph idx="1" type="body"/>
          </p:nvPr>
        </p:nvSpPr>
        <p:spPr>
          <a:xfrm>
            <a:off x="176376" y="1649215"/>
            <a:ext cx="11658462" cy="4348780"/>
          </a:xfrm>
          <a:prstGeom prst="rect">
            <a:avLst/>
          </a:prstGeom>
          <a:noFill/>
          <a:ln>
            <a:noFill/>
          </a:ln>
        </p:spPr>
        <p:txBody>
          <a:bodyPr anchorCtr="0" anchor="t" bIns="45700" lIns="91425" spcFirstLastPara="1" rIns="91425" wrap="square" tIns="45700">
            <a:normAutofit/>
          </a:bodyPr>
          <a:lstStyle/>
          <a:p>
            <a:pPr indent="-228600" lvl="0" marL="228600" rtl="0" algn="l">
              <a:lnSpc>
                <a:spcPct val="200000"/>
              </a:lnSpc>
              <a:spcBef>
                <a:spcPts val="0"/>
              </a:spcBef>
              <a:spcAft>
                <a:spcPts val="0"/>
              </a:spcAft>
              <a:buClr>
                <a:srgbClr val="CC0000"/>
              </a:buClr>
              <a:buSzPts val="2800"/>
              <a:buFont typeface="Noto Sans Symbols"/>
              <a:buChar char="⮚"/>
            </a:pPr>
            <a:r>
              <a:rPr lang="en-GB">
                <a:latin typeface="Times New Roman"/>
                <a:ea typeface="Times New Roman"/>
                <a:cs typeface="Times New Roman"/>
                <a:sym typeface="Times New Roman"/>
              </a:rPr>
              <a:t> also called connecting words, connectives, conjunctions or cohesive devices.</a:t>
            </a:r>
            <a:endParaRPr/>
          </a:p>
          <a:p>
            <a:pPr indent="-228600" lvl="0" marL="228600" rtl="0" algn="l">
              <a:lnSpc>
                <a:spcPct val="200000"/>
              </a:lnSpc>
              <a:spcBef>
                <a:spcPts val="1000"/>
              </a:spcBef>
              <a:spcAft>
                <a:spcPts val="0"/>
              </a:spcAft>
              <a:buClr>
                <a:srgbClr val="CC0000"/>
              </a:buClr>
              <a:buSzPts val="2800"/>
              <a:buFont typeface="Noto Sans Symbols"/>
              <a:buChar char="⮚"/>
            </a:pPr>
            <a:r>
              <a:rPr lang="en-GB">
                <a:latin typeface="Times New Roman"/>
                <a:ea typeface="Times New Roman"/>
                <a:cs typeface="Times New Roman"/>
                <a:sym typeface="Times New Roman"/>
              </a:rPr>
              <a:t> help connect ideas and sentences when we speak or write in English.</a:t>
            </a:r>
            <a:endParaRPr>
              <a:solidFill>
                <a:schemeClr val="dk1"/>
              </a:solidFill>
              <a:latin typeface="Times New Roman"/>
              <a:ea typeface="Times New Roman"/>
              <a:cs typeface="Times New Roman"/>
              <a:sym typeface="Times New Roman"/>
            </a:endParaRPr>
          </a:p>
          <a:p>
            <a:pPr indent="-228600" lvl="0" marL="228600" rtl="0" algn="l">
              <a:lnSpc>
                <a:spcPct val="200000"/>
              </a:lnSpc>
              <a:spcBef>
                <a:spcPts val="1000"/>
              </a:spcBef>
              <a:spcAft>
                <a:spcPts val="0"/>
              </a:spcAft>
              <a:buClr>
                <a:srgbClr val="CC0000"/>
              </a:buClr>
              <a:buSzPts val="2800"/>
              <a:buFont typeface="Noto Sans Symbols"/>
              <a:buChar char="⮚"/>
            </a:pPr>
            <a:r>
              <a:rPr lang="en-GB">
                <a:latin typeface="Times New Roman"/>
                <a:ea typeface="Times New Roman"/>
                <a:cs typeface="Times New Roman"/>
                <a:sym typeface="Times New Roman"/>
              </a:rPr>
              <a:t> ensure that ideas and paragraphs are elegantly connected</a:t>
            </a:r>
            <a:endParaRPr/>
          </a:p>
        </p:txBody>
      </p:sp>
      <p:sp>
        <p:nvSpPr>
          <p:cNvPr id="528" name="Google Shape;528;p5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7">
                                            <p:txEl>
                                              <p:pRg end="0" st="0"/>
                                            </p:txEl>
                                          </p:spTgt>
                                        </p:tgtEl>
                                        <p:attrNameLst>
                                          <p:attrName>style.visibility</p:attrName>
                                        </p:attrNameLst>
                                      </p:cBhvr>
                                      <p:to>
                                        <p:strVal val="visible"/>
                                      </p:to>
                                    </p:set>
                                    <p:animEffect filter="fade" transition="in">
                                      <p:cBhvr>
                                        <p:cTn dur="500"/>
                                        <p:tgtEl>
                                          <p:spTgt spid="52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7">
                                            <p:txEl>
                                              <p:pRg end="1" st="1"/>
                                            </p:txEl>
                                          </p:spTgt>
                                        </p:tgtEl>
                                        <p:attrNameLst>
                                          <p:attrName>style.visibility</p:attrName>
                                        </p:attrNameLst>
                                      </p:cBhvr>
                                      <p:to>
                                        <p:strVal val="visible"/>
                                      </p:to>
                                    </p:set>
                                    <p:animEffect filter="fade" transition="in">
                                      <p:cBhvr>
                                        <p:cTn dur="500"/>
                                        <p:tgtEl>
                                          <p:spTgt spid="52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7">
                                            <p:txEl>
                                              <p:pRg end="2" st="2"/>
                                            </p:txEl>
                                          </p:spTgt>
                                        </p:tgtEl>
                                        <p:attrNameLst>
                                          <p:attrName>style.visibility</p:attrName>
                                        </p:attrNameLst>
                                      </p:cBhvr>
                                      <p:to>
                                        <p:strVal val="visible"/>
                                      </p:to>
                                    </p:set>
                                    <p:animEffect filter="fade" transition="in">
                                      <p:cBhvr>
                                        <p:cTn dur="500"/>
                                        <p:tgtEl>
                                          <p:spTgt spid="527">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55"/>
          <p:cNvSpPr txBox="1"/>
          <p:nvPr>
            <p:ph type="title"/>
          </p:nvPr>
        </p:nvSpPr>
        <p:spPr>
          <a:xfrm>
            <a:off x="97408" y="12304"/>
            <a:ext cx="105156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2800"/>
              <a:buFont typeface="Times New Roman"/>
              <a:buNone/>
            </a:pPr>
            <a:r>
              <a:rPr b="1" lang="en-GB" sz="2800">
                <a:latin typeface="Times New Roman"/>
                <a:ea typeface="Times New Roman"/>
                <a:cs typeface="Times New Roman"/>
                <a:sym typeface="Times New Roman"/>
              </a:rPr>
              <a:t> Words and phrases need to be connected for a variety of reasons</a:t>
            </a:r>
            <a:br>
              <a:rPr b="1" lang="en-GB" sz="2800">
                <a:latin typeface="Times New Roman"/>
                <a:ea typeface="Times New Roman"/>
                <a:cs typeface="Times New Roman"/>
                <a:sym typeface="Times New Roman"/>
              </a:rPr>
            </a:br>
            <a:endParaRPr b="1" sz="2800"/>
          </a:p>
        </p:txBody>
      </p:sp>
      <p:grpSp>
        <p:nvGrpSpPr>
          <p:cNvPr id="534" name="Google Shape;534;p55"/>
          <p:cNvGrpSpPr/>
          <p:nvPr/>
        </p:nvGrpSpPr>
        <p:grpSpPr>
          <a:xfrm>
            <a:off x="3047616" y="956939"/>
            <a:ext cx="5951257" cy="5777664"/>
            <a:chOff x="3047616" y="4316"/>
            <a:chExt cx="5951257" cy="5777664"/>
          </a:xfrm>
        </p:grpSpPr>
        <p:sp>
          <p:nvSpPr>
            <p:cNvPr id="535" name="Google Shape;535;p55"/>
            <p:cNvSpPr/>
            <p:nvPr/>
          </p:nvSpPr>
          <p:spPr>
            <a:xfrm>
              <a:off x="5340234" y="2353342"/>
              <a:ext cx="1302416" cy="1302416"/>
            </a:xfrm>
            <a:prstGeom prst="ellipse">
              <a:avLst/>
            </a:prstGeom>
            <a:gradFill>
              <a:gsLst>
                <a:gs pos="0">
                  <a:srgbClr val="B75F5D"/>
                </a:gs>
                <a:gs pos="50000">
                  <a:srgbClr val="B2403C"/>
                </a:gs>
                <a:gs pos="100000">
                  <a:srgbClr val="A13431"/>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6" name="Google Shape;536;p55"/>
            <p:cNvSpPr txBox="1"/>
            <p:nvPr/>
          </p:nvSpPr>
          <p:spPr>
            <a:xfrm>
              <a:off x="5530968" y="2544076"/>
              <a:ext cx="920948" cy="920948"/>
            </a:xfrm>
            <a:prstGeom prst="rect">
              <a:avLst/>
            </a:prstGeom>
            <a:noFill/>
            <a:ln>
              <a:noFill/>
            </a:ln>
          </p:spPr>
          <p:txBody>
            <a:bodyPr anchorCtr="0" anchor="ctr" bIns="25400" lIns="25400" spcFirstLastPara="1" rIns="25400" wrap="square" tIns="25400">
              <a:noAutofit/>
            </a:bodyPr>
            <a:lstStyle/>
            <a:p>
              <a:pPr indent="0" lvl="0" marL="0" marR="0" rtl="0" algn="ctr">
                <a:lnSpc>
                  <a:spcPct val="90000"/>
                </a:lnSpc>
                <a:spcBef>
                  <a:spcPts val="0"/>
                </a:spcBef>
                <a:spcAft>
                  <a:spcPts val="0"/>
                </a:spcAft>
                <a:buClr>
                  <a:srgbClr val="000000"/>
                </a:buClr>
                <a:buSzPts val="2000"/>
                <a:buFont typeface="Arial"/>
                <a:buNone/>
              </a:pPr>
              <a:r>
                <a:rPr b="1" i="0" lang="en-GB" sz="2000" u="none" cap="none" strike="noStrike">
                  <a:solidFill>
                    <a:schemeClr val="lt1"/>
                  </a:solidFill>
                  <a:latin typeface="Calibri"/>
                  <a:ea typeface="Calibri"/>
                  <a:cs typeface="Calibri"/>
                  <a:sym typeface="Calibri"/>
                </a:rPr>
                <a:t>Linking words</a:t>
              </a:r>
              <a:endParaRPr b="1" i="0" sz="2000" u="none" cap="none" strike="noStrike">
                <a:solidFill>
                  <a:schemeClr val="lt1"/>
                </a:solidFill>
                <a:latin typeface="Calibri"/>
                <a:ea typeface="Calibri"/>
                <a:cs typeface="Calibri"/>
                <a:sym typeface="Calibri"/>
              </a:endParaRPr>
            </a:p>
          </p:txBody>
        </p:sp>
        <p:sp>
          <p:nvSpPr>
            <p:cNvPr id="537" name="Google Shape;537;p55"/>
            <p:cNvSpPr/>
            <p:nvPr/>
          </p:nvSpPr>
          <p:spPr>
            <a:xfrm rot="-5400000">
              <a:off x="5766665" y="1658471"/>
              <a:ext cx="449553" cy="566973"/>
            </a:xfrm>
            <a:prstGeom prst="rightArrow">
              <a:avLst>
                <a:gd fmla="val 60000" name="adj1"/>
                <a:gd fmla="val 50000" name="adj2"/>
              </a:avLst>
            </a:prstGeom>
            <a:gradFill>
              <a:gsLst>
                <a:gs pos="0">
                  <a:srgbClr val="BE6462"/>
                </a:gs>
                <a:gs pos="50000">
                  <a:srgbClr val="BC4542"/>
                </a:gs>
                <a:gs pos="100000">
                  <a:srgbClr val="AB3835"/>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8" name="Google Shape;538;p55"/>
            <p:cNvSpPr txBox="1"/>
            <p:nvPr/>
          </p:nvSpPr>
          <p:spPr>
            <a:xfrm rot="-5400000">
              <a:off x="5834098" y="1839299"/>
              <a:ext cx="314687" cy="340183"/>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600"/>
                <a:buFont typeface="Arial"/>
                <a:buNone/>
              </a:pPr>
              <a:r>
                <a:t/>
              </a:r>
              <a:endParaRPr b="0" i="0" sz="1600" u="none" cap="none" strike="noStrike">
                <a:solidFill>
                  <a:schemeClr val="lt1"/>
                </a:solidFill>
                <a:latin typeface="Calibri"/>
                <a:ea typeface="Calibri"/>
                <a:cs typeface="Calibri"/>
                <a:sym typeface="Calibri"/>
              </a:endParaRPr>
            </a:p>
          </p:txBody>
        </p:sp>
        <p:sp>
          <p:nvSpPr>
            <p:cNvPr id="539" name="Google Shape;539;p55"/>
            <p:cNvSpPr/>
            <p:nvPr/>
          </p:nvSpPr>
          <p:spPr>
            <a:xfrm>
              <a:off x="5119816" y="4316"/>
              <a:ext cx="1743252" cy="1500811"/>
            </a:xfrm>
            <a:prstGeom prst="ellipse">
              <a:avLst/>
            </a:prstGeom>
            <a:solidFill>
              <a:srgbClr val="E5B8B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0" name="Google Shape;540;p55"/>
            <p:cNvSpPr txBox="1"/>
            <p:nvPr/>
          </p:nvSpPr>
          <p:spPr>
            <a:xfrm>
              <a:off x="5375109" y="224105"/>
              <a:ext cx="1232666" cy="1061233"/>
            </a:xfrm>
            <a:prstGeom prst="rect">
              <a:avLst/>
            </a:prstGeom>
            <a:noFill/>
            <a:ln>
              <a:noFill/>
            </a:ln>
          </p:spPr>
          <p:txBody>
            <a:bodyPr anchorCtr="0" anchor="ctr" bIns="20300" lIns="20300" spcFirstLastPara="1" rIns="20300" wrap="square" tIns="20300">
              <a:noAutofit/>
            </a:bodyPr>
            <a:lstStyle/>
            <a:p>
              <a:pPr indent="0" lvl="0" marL="0" marR="0" rtl="0" algn="ctr">
                <a:lnSpc>
                  <a:spcPct val="90000"/>
                </a:lnSpc>
                <a:spcBef>
                  <a:spcPts val="0"/>
                </a:spcBef>
                <a:spcAft>
                  <a:spcPts val="0"/>
                </a:spcAft>
                <a:buClr>
                  <a:srgbClr val="000000"/>
                </a:buClr>
                <a:buSzPts val="1600"/>
                <a:buFont typeface="Arial"/>
                <a:buNone/>
              </a:pPr>
              <a:r>
                <a:rPr b="1" i="0" lang="en-GB" sz="1600" u="none" cap="none" strike="noStrike">
                  <a:solidFill>
                    <a:schemeClr val="lt1"/>
                  </a:solidFill>
                  <a:latin typeface="Calibri"/>
                  <a:ea typeface="Calibri"/>
                  <a:cs typeface="Calibri"/>
                  <a:sym typeface="Calibri"/>
                </a:rPr>
                <a:t>Making comparison</a:t>
              </a:r>
              <a:endParaRPr b="1" i="0" sz="1600" u="none" cap="none" strike="noStrike">
                <a:solidFill>
                  <a:schemeClr val="lt1"/>
                </a:solidFill>
                <a:latin typeface="Calibri"/>
                <a:ea typeface="Calibri"/>
                <a:cs typeface="Calibri"/>
                <a:sym typeface="Calibri"/>
              </a:endParaRPr>
            </a:p>
          </p:txBody>
        </p:sp>
        <p:sp>
          <p:nvSpPr>
            <p:cNvPr id="541" name="Google Shape;541;p55"/>
            <p:cNvSpPr/>
            <p:nvPr/>
          </p:nvSpPr>
          <p:spPr>
            <a:xfrm rot="-2314286">
              <a:off x="6597433" y="2058548"/>
              <a:ext cx="449553" cy="566973"/>
            </a:xfrm>
            <a:prstGeom prst="rightArrow">
              <a:avLst>
                <a:gd fmla="val 60000" name="adj1"/>
                <a:gd fmla="val 50000" name="adj2"/>
              </a:avLst>
            </a:prstGeom>
            <a:gradFill>
              <a:gsLst>
                <a:gs pos="0">
                  <a:srgbClr val="C26D6B"/>
                </a:gs>
                <a:gs pos="50000">
                  <a:srgbClr val="BF5350"/>
                </a:gs>
                <a:gs pos="100000">
                  <a:srgbClr val="AF4341"/>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2" name="Google Shape;542;p55"/>
            <p:cNvSpPr txBox="1"/>
            <p:nvPr/>
          </p:nvSpPr>
          <p:spPr>
            <a:xfrm rot="-2314286">
              <a:off x="6612145" y="2213987"/>
              <a:ext cx="314687" cy="340183"/>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600"/>
                <a:buFont typeface="Arial"/>
                <a:buNone/>
              </a:pPr>
              <a:r>
                <a:t/>
              </a:r>
              <a:endParaRPr b="0" i="0" sz="1600" u="none" cap="none" strike="noStrike">
                <a:solidFill>
                  <a:schemeClr val="lt1"/>
                </a:solidFill>
                <a:latin typeface="Calibri"/>
                <a:ea typeface="Calibri"/>
                <a:cs typeface="Calibri"/>
                <a:sym typeface="Calibri"/>
              </a:endParaRPr>
            </a:p>
          </p:txBody>
        </p:sp>
        <p:sp>
          <p:nvSpPr>
            <p:cNvPr id="543" name="Google Shape;543;p55"/>
            <p:cNvSpPr/>
            <p:nvPr/>
          </p:nvSpPr>
          <p:spPr>
            <a:xfrm>
              <a:off x="7000023" y="851399"/>
              <a:ext cx="1500811" cy="1500811"/>
            </a:xfrm>
            <a:prstGeom prst="ellipse">
              <a:avLst/>
            </a:prstGeom>
            <a:solidFill>
              <a:srgbClr val="E6B9B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4" name="Google Shape;544;p55"/>
            <p:cNvSpPr txBox="1"/>
            <p:nvPr/>
          </p:nvSpPr>
          <p:spPr>
            <a:xfrm>
              <a:off x="7219812" y="1071188"/>
              <a:ext cx="1061233" cy="1061233"/>
            </a:xfrm>
            <a:prstGeom prst="rect">
              <a:avLst/>
            </a:prstGeom>
            <a:noFill/>
            <a:ln>
              <a:noFill/>
            </a:ln>
          </p:spPr>
          <p:txBody>
            <a:bodyPr anchorCtr="0" anchor="ctr" bIns="20300" lIns="20300" spcFirstLastPara="1" rIns="20300" wrap="square" tIns="20300">
              <a:noAutofit/>
            </a:bodyPr>
            <a:lstStyle/>
            <a:p>
              <a:pPr indent="0" lvl="0" marL="0" marR="0" rtl="0" algn="ctr">
                <a:lnSpc>
                  <a:spcPct val="90000"/>
                </a:lnSpc>
                <a:spcBef>
                  <a:spcPts val="0"/>
                </a:spcBef>
                <a:spcAft>
                  <a:spcPts val="0"/>
                </a:spcAft>
                <a:buClr>
                  <a:srgbClr val="000000"/>
                </a:buClr>
                <a:buSzPts val="1600"/>
                <a:buFont typeface="Arial"/>
                <a:buNone/>
              </a:pPr>
              <a:r>
                <a:rPr b="1" i="0" lang="en-GB" sz="1600" u="none" cap="none" strike="noStrike">
                  <a:solidFill>
                    <a:schemeClr val="lt1"/>
                  </a:solidFill>
                  <a:latin typeface="Calibri"/>
                  <a:ea typeface="Calibri"/>
                  <a:cs typeface="Calibri"/>
                  <a:sym typeface="Calibri"/>
                </a:rPr>
                <a:t>Adding information</a:t>
              </a:r>
              <a:endParaRPr b="1" i="0" sz="1600" u="none" cap="none" strike="noStrike">
                <a:solidFill>
                  <a:schemeClr val="lt1"/>
                </a:solidFill>
                <a:latin typeface="Calibri"/>
                <a:ea typeface="Calibri"/>
                <a:cs typeface="Calibri"/>
                <a:sym typeface="Calibri"/>
              </a:endParaRPr>
            </a:p>
          </p:txBody>
        </p:sp>
        <p:sp>
          <p:nvSpPr>
            <p:cNvPr id="545" name="Google Shape;545;p55"/>
            <p:cNvSpPr/>
            <p:nvPr/>
          </p:nvSpPr>
          <p:spPr>
            <a:xfrm rot="771429">
              <a:off x="6789204" y="2950548"/>
              <a:ext cx="415351" cy="566973"/>
            </a:xfrm>
            <a:prstGeom prst="rightArrow">
              <a:avLst>
                <a:gd fmla="val 60000" name="adj1"/>
                <a:gd fmla="val 50000" name="adj2"/>
              </a:avLst>
            </a:prstGeom>
            <a:gradFill>
              <a:gsLst>
                <a:gs pos="0">
                  <a:srgbClr val="C67977"/>
                </a:gs>
                <a:gs pos="50000">
                  <a:srgbClr val="C36260"/>
                </a:gs>
                <a:gs pos="100000">
                  <a:srgbClr val="B2514E"/>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6" name="Google Shape;546;p55"/>
            <p:cNvSpPr txBox="1"/>
            <p:nvPr/>
          </p:nvSpPr>
          <p:spPr>
            <a:xfrm rot="771429">
              <a:off x="6790766" y="3050079"/>
              <a:ext cx="290746" cy="340183"/>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600"/>
                <a:buFont typeface="Arial"/>
                <a:buNone/>
              </a:pPr>
              <a:r>
                <a:t/>
              </a:r>
              <a:endParaRPr b="0" i="0" sz="1600" u="none" cap="none" strike="noStrike">
                <a:solidFill>
                  <a:schemeClr val="lt1"/>
                </a:solidFill>
                <a:latin typeface="Calibri"/>
                <a:ea typeface="Calibri"/>
                <a:cs typeface="Calibri"/>
                <a:sym typeface="Calibri"/>
              </a:endParaRPr>
            </a:p>
          </p:txBody>
        </p:sp>
        <p:sp>
          <p:nvSpPr>
            <p:cNvPr id="547" name="Google Shape;547;p55"/>
            <p:cNvSpPr/>
            <p:nvPr/>
          </p:nvSpPr>
          <p:spPr>
            <a:xfrm>
              <a:off x="7370853" y="2671783"/>
              <a:ext cx="1628020" cy="1666801"/>
            </a:xfrm>
            <a:prstGeom prst="ellipse">
              <a:avLst/>
            </a:prstGeom>
            <a:gradFill>
              <a:gsLst>
                <a:gs pos="0">
                  <a:srgbClr val="C47371"/>
                </a:gs>
                <a:gs pos="50000">
                  <a:srgbClr val="C15A57"/>
                </a:gs>
                <a:gs pos="100000">
                  <a:srgbClr val="AF4B47"/>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8" name="Google Shape;548;p55"/>
            <p:cNvSpPr txBox="1"/>
            <p:nvPr/>
          </p:nvSpPr>
          <p:spPr>
            <a:xfrm>
              <a:off x="7609271" y="2915880"/>
              <a:ext cx="1151184" cy="1178607"/>
            </a:xfrm>
            <a:prstGeom prst="rect">
              <a:avLst/>
            </a:prstGeom>
            <a:noFill/>
            <a:ln>
              <a:noFill/>
            </a:ln>
          </p:spPr>
          <p:txBody>
            <a:bodyPr anchorCtr="0" anchor="ctr" bIns="20300" lIns="20300" spcFirstLastPara="1" rIns="20300" wrap="square" tIns="20300">
              <a:noAutofit/>
            </a:bodyPr>
            <a:lstStyle/>
            <a:p>
              <a:pPr indent="0" lvl="0" marL="0" marR="0" rtl="0" algn="ctr">
                <a:lnSpc>
                  <a:spcPct val="90000"/>
                </a:lnSpc>
                <a:spcBef>
                  <a:spcPts val="0"/>
                </a:spcBef>
                <a:spcAft>
                  <a:spcPts val="0"/>
                </a:spcAft>
                <a:buClr>
                  <a:srgbClr val="000000"/>
                </a:buClr>
                <a:buSzPts val="1600"/>
                <a:buFont typeface="Arial"/>
                <a:buNone/>
              </a:pPr>
              <a:r>
                <a:rPr b="1" i="0" lang="en-GB" sz="1600" u="none" cap="none" strike="noStrike">
                  <a:solidFill>
                    <a:schemeClr val="lt1"/>
                  </a:solidFill>
                  <a:latin typeface="Calibri"/>
                  <a:ea typeface="Calibri"/>
                  <a:cs typeface="Calibri"/>
                  <a:sym typeface="Calibri"/>
                </a:rPr>
                <a:t>Summarising</a:t>
              </a:r>
              <a:endParaRPr b="1" i="0" sz="1600" u="none" cap="none" strike="noStrike">
                <a:solidFill>
                  <a:schemeClr val="lt1"/>
                </a:solidFill>
                <a:latin typeface="Calibri"/>
                <a:ea typeface="Calibri"/>
                <a:cs typeface="Calibri"/>
                <a:sym typeface="Calibri"/>
              </a:endParaRPr>
            </a:p>
          </p:txBody>
        </p:sp>
        <p:sp>
          <p:nvSpPr>
            <p:cNvPr id="549" name="Google Shape;549;p55"/>
            <p:cNvSpPr/>
            <p:nvPr/>
          </p:nvSpPr>
          <p:spPr>
            <a:xfrm rot="3857143">
              <a:off x="6227707" y="3678426"/>
              <a:ext cx="449553" cy="566973"/>
            </a:xfrm>
            <a:prstGeom prst="rightArrow">
              <a:avLst>
                <a:gd fmla="val 60000" name="adj1"/>
                <a:gd fmla="val 50000" name="adj2"/>
              </a:avLst>
            </a:prstGeom>
            <a:gradFill>
              <a:gsLst>
                <a:gs pos="0">
                  <a:srgbClr val="CB8483"/>
                </a:gs>
                <a:gs pos="50000">
                  <a:srgbClr val="C9716F"/>
                </a:gs>
                <a:gs pos="100000">
                  <a:srgbClr val="B65D5C"/>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0" name="Google Shape;550;p55"/>
            <p:cNvSpPr txBox="1"/>
            <p:nvPr/>
          </p:nvSpPr>
          <p:spPr>
            <a:xfrm rot="3857143">
              <a:off x="6265882" y="3731066"/>
              <a:ext cx="314687" cy="340183"/>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600"/>
                <a:buFont typeface="Arial"/>
                <a:buNone/>
              </a:pPr>
              <a:r>
                <a:t/>
              </a:r>
              <a:endParaRPr b="0" i="0" sz="1600" u="none" cap="none" strike="noStrike">
                <a:solidFill>
                  <a:schemeClr val="lt1"/>
                </a:solidFill>
                <a:latin typeface="Calibri"/>
                <a:ea typeface="Calibri"/>
                <a:cs typeface="Calibri"/>
                <a:sym typeface="Calibri"/>
              </a:endParaRPr>
            </a:p>
          </p:txBody>
        </p:sp>
        <p:sp>
          <p:nvSpPr>
            <p:cNvPr id="551" name="Google Shape;551;p55"/>
            <p:cNvSpPr/>
            <p:nvPr/>
          </p:nvSpPr>
          <p:spPr>
            <a:xfrm>
              <a:off x="6217200" y="4281169"/>
              <a:ext cx="1500811" cy="1500811"/>
            </a:xfrm>
            <a:prstGeom prst="ellipse">
              <a:avLst/>
            </a:prstGeom>
            <a:gradFill>
              <a:gsLst>
                <a:gs pos="0">
                  <a:srgbClr val="C9807E"/>
                </a:gs>
                <a:gs pos="50000">
                  <a:srgbClr val="C76B69"/>
                </a:gs>
                <a:gs pos="100000">
                  <a:srgbClr val="B45957"/>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2" name="Google Shape;552;p55"/>
            <p:cNvSpPr txBox="1"/>
            <p:nvPr/>
          </p:nvSpPr>
          <p:spPr>
            <a:xfrm>
              <a:off x="6436989" y="4500958"/>
              <a:ext cx="1061233" cy="1061233"/>
            </a:xfrm>
            <a:prstGeom prst="rect">
              <a:avLst/>
            </a:prstGeom>
            <a:noFill/>
            <a:ln>
              <a:noFill/>
            </a:ln>
          </p:spPr>
          <p:txBody>
            <a:bodyPr anchorCtr="0" anchor="ctr" bIns="20300" lIns="20300" spcFirstLastPara="1" rIns="20300" wrap="square" tIns="20300">
              <a:noAutofit/>
            </a:bodyPr>
            <a:lstStyle/>
            <a:p>
              <a:pPr indent="0" lvl="0" marL="0" marR="0" rtl="0" algn="ctr">
                <a:lnSpc>
                  <a:spcPct val="90000"/>
                </a:lnSpc>
                <a:spcBef>
                  <a:spcPts val="0"/>
                </a:spcBef>
                <a:spcAft>
                  <a:spcPts val="0"/>
                </a:spcAft>
                <a:buClr>
                  <a:srgbClr val="000000"/>
                </a:buClr>
                <a:buSzPts val="1600"/>
                <a:buFont typeface="Arial"/>
                <a:buNone/>
              </a:pPr>
              <a:r>
                <a:rPr b="1" i="0" lang="en-GB" sz="1600" u="none" cap="none" strike="noStrike">
                  <a:solidFill>
                    <a:schemeClr val="lt1"/>
                  </a:solidFill>
                  <a:latin typeface="Calibri"/>
                  <a:ea typeface="Calibri"/>
                  <a:cs typeface="Calibri"/>
                  <a:sym typeface="Calibri"/>
                </a:rPr>
                <a:t>Sequencing ideas</a:t>
              </a:r>
              <a:endParaRPr b="1" i="0" sz="1600" u="none" cap="none" strike="noStrike">
                <a:solidFill>
                  <a:schemeClr val="lt1"/>
                </a:solidFill>
                <a:latin typeface="Calibri"/>
                <a:ea typeface="Calibri"/>
                <a:cs typeface="Calibri"/>
                <a:sym typeface="Calibri"/>
              </a:endParaRPr>
            </a:p>
          </p:txBody>
        </p:sp>
        <p:sp>
          <p:nvSpPr>
            <p:cNvPr id="553" name="Google Shape;553;p55"/>
            <p:cNvSpPr/>
            <p:nvPr/>
          </p:nvSpPr>
          <p:spPr>
            <a:xfrm rot="6942857">
              <a:off x="5305624" y="3678426"/>
              <a:ext cx="449553" cy="566973"/>
            </a:xfrm>
            <a:prstGeom prst="rightArrow">
              <a:avLst>
                <a:gd fmla="val 60000" name="adj1"/>
                <a:gd fmla="val 50000" name="adj2"/>
              </a:avLst>
            </a:prstGeom>
            <a:gradFill>
              <a:gsLst>
                <a:gs pos="0">
                  <a:srgbClr val="CF918F"/>
                </a:gs>
                <a:gs pos="50000">
                  <a:srgbClr val="CD807D"/>
                </a:gs>
                <a:gs pos="100000">
                  <a:srgbClr val="B96C6A"/>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4" name="Google Shape;554;p55"/>
            <p:cNvSpPr txBox="1"/>
            <p:nvPr/>
          </p:nvSpPr>
          <p:spPr>
            <a:xfrm rot="-3857143">
              <a:off x="5402315" y="3731066"/>
              <a:ext cx="314687" cy="340183"/>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600"/>
                <a:buFont typeface="Arial"/>
                <a:buNone/>
              </a:pPr>
              <a:r>
                <a:t/>
              </a:r>
              <a:endParaRPr b="0" i="0" sz="1600" u="none" cap="none" strike="noStrike">
                <a:solidFill>
                  <a:schemeClr val="lt1"/>
                </a:solidFill>
                <a:latin typeface="Calibri"/>
                <a:ea typeface="Calibri"/>
                <a:cs typeface="Calibri"/>
                <a:sym typeface="Calibri"/>
              </a:endParaRPr>
            </a:p>
          </p:txBody>
        </p:sp>
        <p:sp>
          <p:nvSpPr>
            <p:cNvPr id="555" name="Google Shape;555;p55"/>
            <p:cNvSpPr/>
            <p:nvPr/>
          </p:nvSpPr>
          <p:spPr>
            <a:xfrm>
              <a:off x="4264873" y="4281169"/>
              <a:ext cx="1500811" cy="1500811"/>
            </a:xfrm>
            <a:prstGeom prst="ellipse">
              <a:avLst/>
            </a:prstGeom>
            <a:gradFill>
              <a:gsLst>
                <a:gs pos="0">
                  <a:srgbClr val="CE8D8C"/>
                </a:gs>
                <a:gs pos="50000">
                  <a:srgbClr val="CB7B79"/>
                </a:gs>
                <a:gs pos="100000">
                  <a:srgbClr val="B86866"/>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6" name="Google Shape;556;p55"/>
            <p:cNvSpPr txBox="1"/>
            <p:nvPr/>
          </p:nvSpPr>
          <p:spPr>
            <a:xfrm>
              <a:off x="4484662" y="4500958"/>
              <a:ext cx="1061233" cy="1061233"/>
            </a:xfrm>
            <a:prstGeom prst="rect">
              <a:avLst/>
            </a:prstGeom>
            <a:noFill/>
            <a:ln>
              <a:noFill/>
            </a:ln>
          </p:spPr>
          <p:txBody>
            <a:bodyPr anchorCtr="0" anchor="ctr" bIns="20300" lIns="20300" spcFirstLastPara="1" rIns="20300" wrap="square" tIns="20300">
              <a:noAutofit/>
            </a:bodyPr>
            <a:lstStyle/>
            <a:p>
              <a:pPr indent="0" lvl="0" marL="0" marR="0" rtl="0" algn="ctr">
                <a:lnSpc>
                  <a:spcPct val="90000"/>
                </a:lnSpc>
                <a:spcBef>
                  <a:spcPts val="0"/>
                </a:spcBef>
                <a:spcAft>
                  <a:spcPts val="0"/>
                </a:spcAft>
                <a:buClr>
                  <a:srgbClr val="000000"/>
                </a:buClr>
                <a:buSzPts val="1600"/>
                <a:buFont typeface="Arial"/>
                <a:buNone/>
              </a:pPr>
              <a:r>
                <a:rPr b="1" i="0" lang="en-GB" sz="1600" u="none" cap="none" strike="noStrike">
                  <a:solidFill>
                    <a:schemeClr val="lt1"/>
                  </a:solidFill>
                  <a:latin typeface="Calibri"/>
                  <a:ea typeface="Calibri"/>
                  <a:cs typeface="Calibri"/>
                  <a:sym typeface="Calibri"/>
                </a:rPr>
                <a:t>Giving reasons</a:t>
              </a:r>
              <a:endParaRPr b="1" i="0" sz="1600" u="none" cap="none" strike="noStrike">
                <a:solidFill>
                  <a:schemeClr val="lt1"/>
                </a:solidFill>
                <a:latin typeface="Calibri"/>
                <a:ea typeface="Calibri"/>
                <a:cs typeface="Calibri"/>
                <a:sym typeface="Calibri"/>
              </a:endParaRPr>
            </a:p>
          </p:txBody>
        </p:sp>
        <p:sp>
          <p:nvSpPr>
            <p:cNvPr id="557" name="Google Shape;557;p55"/>
            <p:cNvSpPr/>
            <p:nvPr/>
          </p:nvSpPr>
          <p:spPr>
            <a:xfrm rot="10028571">
              <a:off x="4730715" y="2957512"/>
              <a:ext cx="449553" cy="566973"/>
            </a:xfrm>
            <a:prstGeom prst="rightArrow">
              <a:avLst>
                <a:gd fmla="val 60000" name="adj1"/>
                <a:gd fmla="val 50000" name="adj2"/>
              </a:avLst>
            </a:prstGeom>
            <a:gradFill>
              <a:gsLst>
                <a:gs pos="0">
                  <a:srgbClr val="D49E9D"/>
                </a:gs>
                <a:gs pos="50000">
                  <a:srgbClr val="D28E8C"/>
                </a:gs>
                <a:gs pos="100000">
                  <a:srgbClr val="BC7978"/>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8" name="Google Shape;558;p55"/>
            <p:cNvSpPr txBox="1"/>
            <p:nvPr/>
          </p:nvSpPr>
          <p:spPr>
            <a:xfrm rot="-771429">
              <a:off x="4863890" y="3055902"/>
              <a:ext cx="314687" cy="340183"/>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600"/>
                <a:buFont typeface="Arial"/>
                <a:buNone/>
              </a:pPr>
              <a:r>
                <a:t/>
              </a:r>
              <a:endParaRPr b="0" i="0" sz="1600" u="none" cap="none" strike="noStrike">
                <a:solidFill>
                  <a:schemeClr val="lt1"/>
                </a:solidFill>
                <a:latin typeface="Calibri"/>
                <a:ea typeface="Calibri"/>
                <a:cs typeface="Calibri"/>
                <a:sym typeface="Calibri"/>
              </a:endParaRPr>
            </a:p>
          </p:txBody>
        </p:sp>
        <p:sp>
          <p:nvSpPr>
            <p:cNvPr id="559" name="Google Shape;559;p55"/>
            <p:cNvSpPr/>
            <p:nvPr/>
          </p:nvSpPr>
          <p:spPr>
            <a:xfrm>
              <a:off x="3047616" y="2754778"/>
              <a:ext cx="1500811" cy="1500811"/>
            </a:xfrm>
            <a:prstGeom prst="ellipse">
              <a:avLst/>
            </a:prstGeom>
            <a:gradFill>
              <a:gsLst>
                <a:gs pos="0">
                  <a:srgbClr val="D39B9A"/>
                </a:gs>
                <a:gs pos="50000">
                  <a:srgbClr val="D08B8A"/>
                </a:gs>
                <a:gs pos="100000">
                  <a:srgbClr val="BB7675"/>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0" name="Google Shape;560;p55"/>
            <p:cNvSpPr txBox="1"/>
            <p:nvPr/>
          </p:nvSpPr>
          <p:spPr>
            <a:xfrm>
              <a:off x="3267405" y="2974567"/>
              <a:ext cx="1061233" cy="1061233"/>
            </a:xfrm>
            <a:prstGeom prst="rect">
              <a:avLst/>
            </a:prstGeom>
            <a:noFill/>
            <a:ln>
              <a:noFill/>
            </a:ln>
          </p:spPr>
          <p:txBody>
            <a:bodyPr anchorCtr="0" anchor="ctr" bIns="20300" lIns="20300" spcFirstLastPara="1" rIns="20300" wrap="square" tIns="20300">
              <a:noAutofit/>
            </a:bodyPr>
            <a:lstStyle/>
            <a:p>
              <a:pPr indent="0" lvl="0" marL="0" marR="0" rtl="0" algn="ctr">
                <a:lnSpc>
                  <a:spcPct val="90000"/>
                </a:lnSpc>
                <a:spcBef>
                  <a:spcPts val="0"/>
                </a:spcBef>
                <a:spcAft>
                  <a:spcPts val="0"/>
                </a:spcAft>
                <a:buClr>
                  <a:srgbClr val="000000"/>
                </a:buClr>
                <a:buSzPts val="1600"/>
                <a:buFont typeface="Arial"/>
                <a:buNone/>
              </a:pPr>
              <a:r>
                <a:rPr b="1" i="0" lang="en-GB" sz="1600" u="none" cap="none" strike="noStrike">
                  <a:solidFill>
                    <a:srgbClr val="FFFFFF"/>
                  </a:solidFill>
                  <a:latin typeface="Calibri"/>
                  <a:ea typeface="Calibri"/>
                  <a:cs typeface="Calibri"/>
                  <a:sym typeface="Calibri"/>
                </a:rPr>
                <a:t>Giving results</a:t>
              </a:r>
              <a:endParaRPr b="1" i="0" sz="1600" u="none" cap="none" strike="noStrike">
                <a:solidFill>
                  <a:srgbClr val="FFFFFF"/>
                </a:solidFill>
                <a:latin typeface="Calibri"/>
                <a:ea typeface="Calibri"/>
                <a:cs typeface="Calibri"/>
                <a:sym typeface="Calibri"/>
              </a:endParaRPr>
            </a:p>
          </p:txBody>
        </p:sp>
        <p:sp>
          <p:nvSpPr>
            <p:cNvPr id="561" name="Google Shape;561;p55"/>
            <p:cNvSpPr/>
            <p:nvPr/>
          </p:nvSpPr>
          <p:spPr>
            <a:xfrm rot="-8485714">
              <a:off x="4964707" y="2072072"/>
              <a:ext cx="425850" cy="566973"/>
            </a:xfrm>
            <a:prstGeom prst="rightArrow">
              <a:avLst>
                <a:gd fmla="val 60000" name="adj1"/>
                <a:gd fmla="val 50000" name="adj2"/>
              </a:avLst>
            </a:prstGeom>
            <a:gradFill>
              <a:gsLst>
                <a:gs pos="0">
                  <a:srgbClr val="D9AAAA"/>
                </a:gs>
                <a:gs pos="50000">
                  <a:srgbClr val="D69B9C"/>
                </a:gs>
                <a:gs pos="100000">
                  <a:srgbClr val="C08585"/>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2" name="Google Shape;562;p55"/>
            <p:cNvSpPr txBox="1"/>
            <p:nvPr/>
          </p:nvSpPr>
          <p:spPr>
            <a:xfrm rot="2314286">
              <a:off x="5078526" y="2225294"/>
              <a:ext cx="298095" cy="340183"/>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600"/>
                <a:buFont typeface="Arial"/>
                <a:buNone/>
              </a:pPr>
              <a:r>
                <a:t/>
              </a:r>
              <a:endParaRPr b="0" i="0" sz="1600" u="none" cap="none" strike="noStrike">
                <a:solidFill>
                  <a:schemeClr val="lt1"/>
                </a:solidFill>
                <a:latin typeface="Calibri"/>
                <a:ea typeface="Calibri"/>
                <a:cs typeface="Calibri"/>
                <a:sym typeface="Calibri"/>
              </a:endParaRPr>
            </a:p>
          </p:txBody>
        </p:sp>
        <p:sp>
          <p:nvSpPr>
            <p:cNvPr id="563" name="Google Shape;563;p55"/>
            <p:cNvSpPr/>
            <p:nvPr/>
          </p:nvSpPr>
          <p:spPr>
            <a:xfrm>
              <a:off x="3440102" y="802255"/>
              <a:ext cx="1584706" cy="1599099"/>
            </a:xfrm>
            <a:prstGeom prst="ellipse">
              <a:avLst/>
            </a:prstGeom>
            <a:gradFill>
              <a:gsLst>
                <a:gs pos="0">
                  <a:srgbClr val="DAA9A8"/>
                </a:gs>
                <a:gs pos="50000">
                  <a:srgbClr val="D79B9A"/>
                </a:gs>
                <a:gs pos="100000">
                  <a:srgbClr val="C08584"/>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4" name="Google Shape;564;p55"/>
            <p:cNvSpPr txBox="1"/>
            <p:nvPr/>
          </p:nvSpPr>
          <p:spPr>
            <a:xfrm>
              <a:off x="3672177" y="1036438"/>
              <a:ext cx="1120556" cy="1130733"/>
            </a:xfrm>
            <a:prstGeom prst="rect">
              <a:avLst/>
            </a:prstGeom>
            <a:noFill/>
            <a:ln>
              <a:noFill/>
            </a:ln>
          </p:spPr>
          <p:txBody>
            <a:bodyPr anchorCtr="0" anchor="ctr" bIns="20300" lIns="20300" spcFirstLastPara="1" rIns="20300" wrap="square" tIns="20300">
              <a:noAutofit/>
            </a:bodyPr>
            <a:lstStyle/>
            <a:p>
              <a:pPr indent="0" lvl="0" marL="0" marR="0" rtl="0" algn="ctr">
                <a:lnSpc>
                  <a:spcPct val="90000"/>
                </a:lnSpc>
                <a:spcBef>
                  <a:spcPts val="0"/>
                </a:spcBef>
                <a:spcAft>
                  <a:spcPts val="0"/>
                </a:spcAft>
                <a:buClr>
                  <a:srgbClr val="000000"/>
                </a:buClr>
                <a:buSzPts val="1600"/>
                <a:buFont typeface="Arial"/>
                <a:buNone/>
              </a:pPr>
              <a:r>
                <a:rPr b="1" i="0" lang="en-GB" sz="1600" u="none" cap="none" strike="noStrike">
                  <a:solidFill>
                    <a:srgbClr val="FFFFFF"/>
                  </a:solidFill>
                  <a:latin typeface="Calibri"/>
                  <a:ea typeface="Calibri"/>
                  <a:cs typeface="Calibri"/>
                  <a:sym typeface="Calibri"/>
                </a:rPr>
                <a:t>Contrasting ideas</a:t>
              </a:r>
              <a:endParaRPr b="1" i="0" sz="1600" u="none" cap="none" strike="noStrike">
                <a:solidFill>
                  <a:srgbClr val="FFFFFF"/>
                </a:solidFill>
                <a:latin typeface="Calibri"/>
                <a:ea typeface="Calibri"/>
                <a:cs typeface="Calibri"/>
                <a:sym typeface="Calibri"/>
              </a:endParaRPr>
            </a:p>
          </p:txBody>
        </p:sp>
      </p:grpSp>
      <p:sp>
        <p:nvSpPr>
          <p:cNvPr id="565" name="Google Shape;565;p5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0" name="Shape 570"/>
        <p:cNvGrpSpPr/>
        <p:nvPr/>
      </p:nvGrpSpPr>
      <p:grpSpPr>
        <a:xfrm>
          <a:off x="0" y="0"/>
          <a:ext cx="0" cy="0"/>
          <a:chOff x="0" y="0"/>
          <a:chExt cx="0" cy="0"/>
        </a:xfrm>
      </p:grpSpPr>
      <p:graphicFrame>
        <p:nvGraphicFramePr>
          <p:cNvPr id="571" name="Google Shape;571;p56"/>
          <p:cNvGraphicFramePr/>
          <p:nvPr/>
        </p:nvGraphicFramePr>
        <p:xfrm>
          <a:off x="35275" y="88205"/>
          <a:ext cx="3000000" cy="3000000"/>
        </p:xfrm>
        <a:graphic>
          <a:graphicData uri="http://schemas.openxmlformats.org/drawingml/2006/table">
            <a:tbl>
              <a:tblPr bandRow="1" firstRow="1">
                <a:noFill/>
                <a:tableStyleId>{7E63FB25-CDE2-4CD1-AFF7-4FE402F85FBA}</a:tableStyleId>
              </a:tblPr>
              <a:tblGrid>
                <a:gridCol w="2421650"/>
              </a:tblGrid>
              <a:tr h="863075">
                <a:tc>
                  <a:txBody>
                    <a:bodyPr/>
                    <a:lstStyle/>
                    <a:p>
                      <a:pPr indent="0" lvl="1" marL="457200" marR="0" rtl="0" algn="l">
                        <a:lnSpc>
                          <a:spcPct val="100000"/>
                        </a:lnSpc>
                        <a:spcBef>
                          <a:spcPts val="0"/>
                        </a:spcBef>
                        <a:spcAft>
                          <a:spcPts val="0"/>
                        </a:spcAft>
                        <a:buClr>
                          <a:srgbClr val="000000"/>
                        </a:buClr>
                        <a:buSzPts val="2000"/>
                        <a:buFont typeface="Arial"/>
                        <a:buNone/>
                      </a:pPr>
                      <a:r>
                        <a:rPr lang="en-GB" sz="2000" u="none" cap="none" strike="noStrike">
                          <a:solidFill>
                            <a:srgbClr val="800000"/>
                          </a:solidFill>
                        </a:rPr>
                        <a:t>Enumeration</a:t>
                      </a:r>
                      <a:endParaRPr sz="2000" u="none" cap="none" strike="noStrike">
                        <a:solidFill>
                          <a:srgbClr val="800000"/>
                        </a:solidFill>
                      </a:endParaRPr>
                    </a:p>
                  </a:txBody>
                  <a:tcPr marT="45725" marB="45725" marR="91450" marL="91450">
                    <a:solidFill>
                      <a:srgbClr val="D9D9D9"/>
                    </a:solidFill>
                  </a:tcPr>
                </a:tc>
              </a:tr>
              <a:tr h="885225">
                <a:tc>
                  <a:txBody>
                    <a:bodyPr/>
                    <a:lstStyle/>
                    <a:p>
                      <a:pPr indent="0" lvl="0" marL="0" marR="0" rtl="0" algn="ctr">
                        <a:lnSpc>
                          <a:spcPct val="100000"/>
                        </a:lnSpc>
                        <a:spcBef>
                          <a:spcPts val="0"/>
                        </a:spcBef>
                        <a:spcAft>
                          <a:spcPts val="0"/>
                        </a:spcAft>
                        <a:buClr>
                          <a:srgbClr val="000000"/>
                        </a:buClr>
                        <a:buSzPts val="1800"/>
                        <a:buFont typeface="Arial"/>
                        <a:buNone/>
                      </a:pPr>
                      <a:r>
                        <a:rPr b="1" lang="en-GB" sz="1800" u="none" cap="none" strike="noStrike"/>
                        <a:t>First/Firstly</a:t>
                      </a:r>
                      <a:endParaRPr b="1" sz="1800" u="none" cap="none" strike="noStrike"/>
                    </a:p>
                  </a:txBody>
                  <a:tcPr marT="45725" marB="45725" marR="91450" marL="91450"/>
                </a:tc>
              </a:tr>
              <a:tr h="885225">
                <a:tc>
                  <a:txBody>
                    <a:bodyPr/>
                    <a:lstStyle/>
                    <a:p>
                      <a:pPr indent="0" lvl="0" marL="0" marR="0" rtl="0" algn="ctr">
                        <a:lnSpc>
                          <a:spcPct val="100000"/>
                        </a:lnSpc>
                        <a:spcBef>
                          <a:spcPts val="0"/>
                        </a:spcBef>
                        <a:spcAft>
                          <a:spcPts val="0"/>
                        </a:spcAft>
                        <a:buClr>
                          <a:srgbClr val="000000"/>
                        </a:buClr>
                        <a:buSzPts val="1800"/>
                        <a:buFont typeface="Arial"/>
                        <a:buNone/>
                      </a:pPr>
                      <a:r>
                        <a:rPr b="1" lang="en-GB" sz="1800" u="none" cap="none" strike="noStrike">
                          <a:solidFill>
                            <a:schemeClr val="dk1"/>
                          </a:solidFill>
                          <a:latin typeface="Calibri"/>
                          <a:ea typeface="Calibri"/>
                          <a:cs typeface="Calibri"/>
                          <a:sym typeface="Calibri"/>
                        </a:rPr>
                        <a:t>At this time</a:t>
                      </a:r>
                      <a:endParaRPr b="1" sz="1800" u="none" cap="none" strike="noStrike"/>
                    </a:p>
                  </a:txBody>
                  <a:tcPr marT="45725" marB="45725" marR="91450" marL="91450"/>
                </a:tc>
              </a:tr>
              <a:tr h="885225">
                <a:tc>
                  <a:txBody>
                    <a:bodyPr/>
                    <a:lstStyle/>
                    <a:p>
                      <a:pPr indent="0" lvl="0" marL="0" marR="0" rtl="0" algn="ctr">
                        <a:lnSpc>
                          <a:spcPct val="100000"/>
                        </a:lnSpc>
                        <a:spcBef>
                          <a:spcPts val="0"/>
                        </a:spcBef>
                        <a:spcAft>
                          <a:spcPts val="0"/>
                        </a:spcAft>
                        <a:buClr>
                          <a:srgbClr val="000000"/>
                        </a:buClr>
                        <a:buSzPts val="1800"/>
                        <a:buFont typeface="Arial"/>
                        <a:buNone/>
                      </a:pPr>
                      <a:r>
                        <a:rPr b="1" lang="en-GB" sz="1800" u="none" cap="none" strike="noStrike">
                          <a:solidFill>
                            <a:schemeClr val="dk1"/>
                          </a:solidFill>
                          <a:latin typeface="Calibri"/>
                          <a:ea typeface="Calibri"/>
                          <a:cs typeface="Calibri"/>
                          <a:sym typeface="Calibri"/>
                        </a:rPr>
                        <a:t>Previously</a:t>
                      </a:r>
                      <a:endParaRPr b="1" sz="1800" u="none" cap="none" strike="noStrike"/>
                    </a:p>
                  </a:txBody>
                  <a:tcPr marT="45725" marB="45725" marR="91450" marL="91450"/>
                </a:tc>
              </a:tr>
              <a:tr h="885225">
                <a:tc>
                  <a:txBody>
                    <a:bodyPr/>
                    <a:lstStyle/>
                    <a:p>
                      <a:pPr indent="0" lvl="0" marL="0" marR="0" rtl="0" algn="ctr">
                        <a:lnSpc>
                          <a:spcPct val="100000"/>
                        </a:lnSpc>
                        <a:spcBef>
                          <a:spcPts val="0"/>
                        </a:spcBef>
                        <a:spcAft>
                          <a:spcPts val="0"/>
                        </a:spcAft>
                        <a:buClr>
                          <a:srgbClr val="000000"/>
                        </a:buClr>
                        <a:buSzPts val="1800"/>
                        <a:buFont typeface="Arial"/>
                        <a:buNone/>
                      </a:pPr>
                      <a:r>
                        <a:rPr b="1" lang="en-GB" sz="1800" u="none" cap="none" strike="noStrike">
                          <a:solidFill>
                            <a:schemeClr val="dk1"/>
                          </a:solidFill>
                          <a:latin typeface="Calibri"/>
                          <a:ea typeface="Calibri"/>
                          <a:cs typeface="Calibri"/>
                          <a:sym typeface="Calibri"/>
                        </a:rPr>
                        <a:t>Subsequently</a:t>
                      </a:r>
                      <a:endParaRPr b="1" sz="1800" u="none" cap="none" strike="noStrike"/>
                    </a:p>
                  </a:txBody>
                  <a:tcPr marT="45725" marB="45725" marR="91450" marL="91450"/>
                </a:tc>
              </a:tr>
              <a:tr h="885225">
                <a:tc>
                  <a:txBody>
                    <a:bodyPr/>
                    <a:lstStyle/>
                    <a:p>
                      <a:pPr indent="0" lvl="0" marL="0" marR="0" rtl="0" algn="ctr">
                        <a:lnSpc>
                          <a:spcPct val="100000"/>
                        </a:lnSpc>
                        <a:spcBef>
                          <a:spcPts val="0"/>
                        </a:spcBef>
                        <a:spcAft>
                          <a:spcPts val="0"/>
                        </a:spcAft>
                        <a:buClr>
                          <a:srgbClr val="000000"/>
                        </a:buClr>
                        <a:buSzPts val="1800"/>
                        <a:buFont typeface="Arial"/>
                        <a:buNone/>
                      </a:pPr>
                      <a:r>
                        <a:rPr b="1" lang="en-GB" sz="1800" u="none" cap="none" strike="noStrike">
                          <a:solidFill>
                            <a:schemeClr val="dk1"/>
                          </a:solidFill>
                          <a:latin typeface="Calibri"/>
                          <a:ea typeface="Calibri"/>
                          <a:cs typeface="Calibri"/>
                          <a:sym typeface="Calibri"/>
                        </a:rPr>
                        <a:t>Last but not least</a:t>
                      </a:r>
                      <a:endParaRPr b="1" sz="1800" u="none" cap="none" strike="noStrike"/>
                    </a:p>
                  </a:txBody>
                  <a:tcPr marT="45725" marB="45725" marR="91450" marL="91450"/>
                </a:tc>
              </a:tr>
              <a:tr h="885225">
                <a:tc>
                  <a:txBody>
                    <a:bodyPr/>
                    <a:lstStyle/>
                    <a:p>
                      <a:pPr indent="0" lvl="0" marL="0" marR="0" rtl="0" algn="ctr">
                        <a:lnSpc>
                          <a:spcPct val="100000"/>
                        </a:lnSpc>
                        <a:spcBef>
                          <a:spcPts val="0"/>
                        </a:spcBef>
                        <a:spcAft>
                          <a:spcPts val="0"/>
                        </a:spcAft>
                        <a:buClr>
                          <a:schemeClr val="dk1"/>
                        </a:buClr>
                        <a:buSzPts val="1800"/>
                        <a:buFont typeface="Calibri"/>
                        <a:buNone/>
                      </a:pPr>
                      <a:r>
                        <a:rPr b="1" lang="en-GB" sz="1800" u="none" cap="none" strike="noStrike">
                          <a:solidFill>
                            <a:schemeClr val="dk1"/>
                          </a:solidFill>
                          <a:latin typeface="Calibri"/>
                          <a:ea typeface="Calibri"/>
                          <a:cs typeface="Calibri"/>
                          <a:sym typeface="Calibri"/>
                        </a:rPr>
                        <a:t>First and foremost </a:t>
                      </a:r>
                      <a:endParaRPr b="1" sz="1800" u="none" cap="none" strike="noStrike"/>
                    </a:p>
                  </a:txBody>
                  <a:tcPr marT="45725" marB="45725" marR="91450" marL="91450"/>
                </a:tc>
              </a:tr>
            </a:tbl>
          </a:graphicData>
        </a:graphic>
      </p:graphicFrame>
      <p:sp>
        <p:nvSpPr>
          <p:cNvPr id="572" name="Google Shape;572;p5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graphicFrame>
        <p:nvGraphicFramePr>
          <p:cNvPr id="573" name="Google Shape;573;p56"/>
          <p:cNvGraphicFramePr/>
          <p:nvPr/>
        </p:nvGraphicFramePr>
        <p:xfrm>
          <a:off x="7382435" y="100894"/>
          <a:ext cx="3000000" cy="3000000"/>
        </p:xfrm>
        <a:graphic>
          <a:graphicData uri="http://schemas.openxmlformats.org/drawingml/2006/table">
            <a:tbl>
              <a:tblPr bandRow="1" firstRow="1">
                <a:noFill/>
                <a:tableStyleId>{7E63FB25-CDE2-4CD1-AFF7-4FE402F85FBA}</a:tableStyleId>
              </a:tblPr>
              <a:tblGrid>
                <a:gridCol w="2421650"/>
              </a:tblGrid>
              <a:tr h="863075">
                <a:tc>
                  <a:txBody>
                    <a:bodyPr/>
                    <a:lstStyle/>
                    <a:p>
                      <a:pPr indent="0" lvl="0" marL="0" marR="0" rtl="0" algn="ctr">
                        <a:lnSpc>
                          <a:spcPct val="100000"/>
                        </a:lnSpc>
                        <a:spcBef>
                          <a:spcPts val="0"/>
                        </a:spcBef>
                        <a:spcAft>
                          <a:spcPts val="0"/>
                        </a:spcAft>
                        <a:buClr>
                          <a:srgbClr val="000000"/>
                        </a:buClr>
                        <a:buSzPts val="2000"/>
                        <a:buFont typeface="Arial"/>
                        <a:buNone/>
                      </a:pPr>
                      <a:r>
                        <a:rPr b="1" lang="en-GB" sz="2000" u="none" cap="none" strike="noStrike">
                          <a:solidFill>
                            <a:srgbClr val="800000"/>
                          </a:solidFill>
                        </a:rPr>
                        <a:t>Illustration</a:t>
                      </a:r>
                      <a:endParaRPr sz="2000" u="none" cap="none" strike="noStrike">
                        <a:solidFill>
                          <a:srgbClr val="800000"/>
                        </a:solidFill>
                      </a:endParaRPr>
                    </a:p>
                  </a:txBody>
                  <a:tcPr marT="45725" marB="45725" marR="91450" marL="91450">
                    <a:solidFill>
                      <a:srgbClr val="D9D9D9"/>
                    </a:solidFill>
                  </a:tcPr>
                </a:tc>
              </a:tr>
              <a:tr h="885225">
                <a:tc>
                  <a:txBody>
                    <a:bodyPr/>
                    <a:lstStyle/>
                    <a:p>
                      <a:pPr indent="0" lvl="0" marL="0" marR="0" rtl="0" algn="ctr">
                        <a:lnSpc>
                          <a:spcPct val="100000"/>
                        </a:lnSpc>
                        <a:spcBef>
                          <a:spcPts val="0"/>
                        </a:spcBef>
                        <a:spcAft>
                          <a:spcPts val="0"/>
                        </a:spcAft>
                        <a:buClr>
                          <a:srgbClr val="000000"/>
                        </a:buClr>
                        <a:buSzPts val="1800"/>
                        <a:buFont typeface="Arial"/>
                        <a:buNone/>
                      </a:pPr>
                      <a:r>
                        <a:rPr b="1" lang="en-GB" sz="1800" u="none" cap="none" strike="noStrike"/>
                        <a:t>For instance</a:t>
                      </a:r>
                      <a:endParaRPr b="1" sz="1800" u="none" cap="none" strike="noStrike"/>
                    </a:p>
                  </a:txBody>
                  <a:tcPr marT="45725" marB="45725" marR="91450" marL="91450"/>
                </a:tc>
              </a:tr>
              <a:tr h="885225">
                <a:tc>
                  <a:txBody>
                    <a:bodyPr/>
                    <a:lstStyle/>
                    <a:p>
                      <a:pPr indent="0" lvl="0" marL="0" marR="0" rtl="0" algn="ctr">
                        <a:lnSpc>
                          <a:spcPct val="100000"/>
                        </a:lnSpc>
                        <a:spcBef>
                          <a:spcPts val="0"/>
                        </a:spcBef>
                        <a:spcAft>
                          <a:spcPts val="0"/>
                        </a:spcAft>
                        <a:buClr>
                          <a:srgbClr val="000000"/>
                        </a:buClr>
                        <a:buSzPts val="1800"/>
                        <a:buFont typeface="Arial"/>
                        <a:buNone/>
                      </a:pPr>
                      <a:r>
                        <a:rPr b="1" lang="en-GB" sz="1800" u="none" cap="none" strike="noStrike"/>
                        <a:t>Such as</a:t>
                      </a:r>
                      <a:endParaRPr b="1" sz="1800" u="none" cap="none" strike="noStrike"/>
                    </a:p>
                  </a:txBody>
                  <a:tcPr marT="45725" marB="45725" marR="91450" marL="91450"/>
                </a:tc>
              </a:tr>
              <a:tr h="885225">
                <a:tc>
                  <a:txBody>
                    <a:bodyPr/>
                    <a:lstStyle/>
                    <a:p>
                      <a:pPr indent="0" lvl="0" marL="0" marR="0" rtl="0" algn="ctr">
                        <a:lnSpc>
                          <a:spcPct val="100000"/>
                        </a:lnSpc>
                        <a:spcBef>
                          <a:spcPts val="0"/>
                        </a:spcBef>
                        <a:spcAft>
                          <a:spcPts val="0"/>
                        </a:spcAft>
                        <a:buClr>
                          <a:srgbClr val="000000"/>
                        </a:buClr>
                        <a:buSzPts val="1800"/>
                        <a:buFont typeface="Arial"/>
                        <a:buNone/>
                      </a:pPr>
                      <a:r>
                        <a:rPr b="1" lang="en-GB" sz="1800" u="none" cap="none" strike="noStrike"/>
                        <a:t>Including</a:t>
                      </a:r>
                      <a:endParaRPr b="1" sz="1800" u="none" cap="none" strike="noStrike"/>
                    </a:p>
                  </a:txBody>
                  <a:tcPr marT="45725" marB="45725" marR="91450" marL="91450"/>
                </a:tc>
              </a:tr>
              <a:tr h="885225">
                <a:tc>
                  <a:txBody>
                    <a:bodyPr/>
                    <a:lstStyle/>
                    <a:p>
                      <a:pPr indent="0" lvl="0" marL="0" marR="0" rtl="0" algn="ctr">
                        <a:lnSpc>
                          <a:spcPct val="100000"/>
                        </a:lnSpc>
                        <a:spcBef>
                          <a:spcPts val="0"/>
                        </a:spcBef>
                        <a:spcAft>
                          <a:spcPts val="0"/>
                        </a:spcAft>
                        <a:buClr>
                          <a:srgbClr val="000000"/>
                        </a:buClr>
                        <a:buSzPts val="1800"/>
                        <a:buFont typeface="Arial"/>
                        <a:buNone/>
                      </a:pPr>
                      <a:r>
                        <a:rPr b="1" lang="en-GB" sz="1800" u="none" cap="none" strike="noStrike"/>
                        <a:t>Namely</a:t>
                      </a:r>
                      <a:endParaRPr b="1" sz="1800" u="none" cap="none" strike="noStrike"/>
                    </a:p>
                  </a:txBody>
                  <a:tcPr marT="45725" marB="45725" marR="91450" marL="91450"/>
                </a:tc>
              </a:tr>
              <a:tr h="885225">
                <a:tc>
                  <a:txBody>
                    <a:bodyPr/>
                    <a:lstStyle/>
                    <a:p>
                      <a:pPr indent="0" lvl="0" marL="0" marR="0" rtl="0" algn="ctr">
                        <a:lnSpc>
                          <a:spcPct val="100000"/>
                        </a:lnSpc>
                        <a:spcBef>
                          <a:spcPts val="0"/>
                        </a:spcBef>
                        <a:spcAft>
                          <a:spcPts val="0"/>
                        </a:spcAft>
                        <a:buClr>
                          <a:srgbClr val="000000"/>
                        </a:buClr>
                        <a:buSzPts val="1800"/>
                        <a:buFont typeface="Arial"/>
                        <a:buNone/>
                      </a:pPr>
                      <a:r>
                        <a:rPr b="1" lang="en-GB" sz="1800" u="none" cap="none" strike="noStrike"/>
                        <a:t>Proof of this</a:t>
                      </a:r>
                      <a:endParaRPr b="1" sz="1800" u="none" cap="none" strike="noStrike"/>
                    </a:p>
                  </a:txBody>
                  <a:tcPr marT="45725" marB="45725" marR="91450" marL="91450"/>
                </a:tc>
              </a:tr>
              <a:tr h="885225">
                <a:tc>
                  <a:txBody>
                    <a:bodyPr/>
                    <a:lstStyle/>
                    <a:p>
                      <a:pPr indent="0" lvl="0" marL="0" marR="0" rtl="0" algn="ctr">
                        <a:lnSpc>
                          <a:spcPct val="100000"/>
                        </a:lnSpc>
                        <a:spcBef>
                          <a:spcPts val="0"/>
                        </a:spcBef>
                        <a:spcAft>
                          <a:spcPts val="0"/>
                        </a:spcAft>
                        <a:buClr>
                          <a:srgbClr val="000000"/>
                        </a:buClr>
                        <a:buSzPts val="1800"/>
                        <a:buFont typeface="Arial"/>
                        <a:buNone/>
                      </a:pPr>
                      <a:r>
                        <a:rPr b="1" lang="en-GB" sz="1800" u="none" cap="none" strike="noStrike"/>
                        <a:t>To demonstrate/ to clarify</a:t>
                      </a:r>
                      <a:endParaRPr b="1" sz="1800" u="none" cap="none" strike="noStrike"/>
                    </a:p>
                  </a:txBody>
                  <a:tcPr marT="45725" marB="45725" marR="91450" marL="91450"/>
                </a:tc>
              </a:tr>
            </a:tbl>
          </a:graphicData>
        </a:graphic>
      </p:graphicFrame>
      <p:graphicFrame>
        <p:nvGraphicFramePr>
          <p:cNvPr id="574" name="Google Shape;574;p56"/>
          <p:cNvGraphicFramePr/>
          <p:nvPr/>
        </p:nvGraphicFramePr>
        <p:xfrm>
          <a:off x="4902200" y="92449"/>
          <a:ext cx="3000000" cy="3000000"/>
        </p:xfrm>
        <a:graphic>
          <a:graphicData uri="http://schemas.openxmlformats.org/drawingml/2006/table">
            <a:tbl>
              <a:tblPr bandRow="1" firstRow="1">
                <a:noFill/>
                <a:tableStyleId>{7E63FB25-CDE2-4CD1-AFF7-4FE402F85FBA}</a:tableStyleId>
              </a:tblPr>
              <a:tblGrid>
                <a:gridCol w="2421650"/>
              </a:tblGrid>
              <a:tr h="863075">
                <a:tc>
                  <a:txBody>
                    <a:bodyPr/>
                    <a:lstStyle/>
                    <a:p>
                      <a:pPr indent="0" lvl="0" marL="0" marR="0" rtl="0" algn="ctr">
                        <a:lnSpc>
                          <a:spcPct val="100000"/>
                        </a:lnSpc>
                        <a:spcBef>
                          <a:spcPts val="0"/>
                        </a:spcBef>
                        <a:spcAft>
                          <a:spcPts val="0"/>
                        </a:spcAft>
                        <a:buClr>
                          <a:srgbClr val="000000"/>
                        </a:buClr>
                        <a:buSzPts val="2000"/>
                        <a:buFont typeface="Arial"/>
                        <a:buNone/>
                      </a:pPr>
                      <a:r>
                        <a:rPr b="1" lang="en-GB" sz="2000" u="none" cap="none" strike="noStrike">
                          <a:solidFill>
                            <a:srgbClr val="800000"/>
                          </a:solidFill>
                        </a:rPr>
                        <a:t>Contrast</a:t>
                      </a:r>
                      <a:endParaRPr sz="2000" u="none" cap="none" strike="noStrike">
                        <a:solidFill>
                          <a:srgbClr val="800000"/>
                        </a:solidFill>
                      </a:endParaRPr>
                    </a:p>
                  </a:txBody>
                  <a:tcPr marT="45725" marB="45725" marR="91450" marL="91450">
                    <a:solidFill>
                      <a:srgbClr val="D9D9D9"/>
                    </a:solidFill>
                  </a:tcPr>
                </a:tc>
              </a:tr>
              <a:tr h="885225">
                <a:tc>
                  <a:txBody>
                    <a:bodyPr/>
                    <a:lstStyle/>
                    <a:p>
                      <a:pPr indent="0" lvl="0" marL="0" marR="0" rtl="0" algn="ctr">
                        <a:lnSpc>
                          <a:spcPct val="100000"/>
                        </a:lnSpc>
                        <a:spcBef>
                          <a:spcPts val="0"/>
                        </a:spcBef>
                        <a:spcAft>
                          <a:spcPts val="0"/>
                        </a:spcAft>
                        <a:buClr>
                          <a:schemeClr val="dk1"/>
                        </a:buClr>
                        <a:buSzPts val="1800"/>
                        <a:buFont typeface="Calibri"/>
                        <a:buNone/>
                      </a:pPr>
                      <a:r>
                        <a:rPr b="1" lang="en-GB" sz="1800" u="none" cap="none" strike="noStrike"/>
                        <a:t>Nevertheless</a:t>
                      </a:r>
                      <a:endParaRPr b="1" sz="1800" u="none" cap="none" strike="noStrike"/>
                    </a:p>
                  </a:txBody>
                  <a:tcPr marT="45725" marB="45725" marR="91450" marL="91450"/>
                </a:tc>
              </a:tr>
              <a:tr h="885225">
                <a:tc>
                  <a:txBody>
                    <a:bodyPr/>
                    <a:lstStyle/>
                    <a:p>
                      <a:pPr indent="0" lvl="0" marL="0" marR="0" rtl="0" algn="ctr">
                        <a:lnSpc>
                          <a:spcPct val="100000"/>
                        </a:lnSpc>
                        <a:spcBef>
                          <a:spcPts val="0"/>
                        </a:spcBef>
                        <a:spcAft>
                          <a:spcPts val="0"/>
                        </a:spcAft>
                        <a:buClr>
                          <a:schemeClr val="dk1"/>
                        </a:buClr>
                        <a:buSzPts val="1800"/>
                        <a:buFont typeface="Calibri"/>
                        <a:buNone/>
                      </a:pPr>
                      <a:r>
                        <a:rPr b="1" lang="en-GB" sz="1800" u="none" cap="none" strike="noStrike"/>
                        <a:t>On the other hand</a:t>
                      </a:r>
                      <a:endParaRPr b="1" sz="1800" u="none" cap="none" strike="noStrike"/>
                    </a:p>
                  </a:txBody>
                  <a:tcPr marT="45725" marB="45725" marR="91450" marL="91450"/>
                </a:tc>
              </a:tr>
              <a:tr h="885225">
                <a:tc>
                  <a:txBody>
                    <a:bodyPr/>
                    <a:lstStyle/>
                    <a:p>
                      <a:pPr indent="0" lvl="0" marL="0" marR="0" rtl="0" algn="ctr">
                        <a:lnSpc>
                          <a:spcPct val="100000"/>
                        </a:lnSpc>
                        <a:spcBef>
                          <a:spcPts val="0"/>
                        </a:spcBef>
                        <a:spcAft>
                          <a:spcPts val="0"/>
                        </a:spcAft>
                        <a:buClr>
                          <a:srgbClr val="000000"/>
                        </a:buClr>
                        <a:buSzPts val="1800"/>
                        <a:buFont typeface="Arial"/>
                        <a:buNone/>
                      </a:pPr>
                      <a:r>
                        <a:rPr b="1" lang="en-GB" sz="1800" u="none" cap="none" strike="noStrike"/>
                        <a:t>Whereas</a:t>
                      </a:r>
                      <a:endParaRPr b="1" sz="1800" u="none" cap="none" strike="noStrike"/>
                    </a:p>
                  </a:txBody>
                  <a:tcPr marT="45725" marB="45725" marR="91450" marL="91450"/>
                </a:tc>
              </a:tr>
              <a:tr h="885225">
                <a:tc>
                  <a:txBody>
                    <a:bodyPr/>
                    <a:lstStyle/>
                    <a:p>
                      <a:pPr indent="0" lvl="0" marL="0" marR="0" rtl="0" algn="ctr">
                        <a:lnSpc>
                          <a:spcPct val="100000"/>
                        </a:lnSpc>
                        <a:spcBef>
                          <a:spcPts val="0"/>
                        </a:spcBef>
                        <a:spcAft>
                          <a:spcPts val="0"/>
                        </a:spcAft>
                        <a:buClr>
                          <a:srgbClr val="000000"/>
                        </a:buClr>
                        <a:buSzPts val="1800"/>
                        <a:buFont typeface="Arial"/>
                        <a:buNone/>
                      </a:pPr>
                      <a:r>
                        <a:rPr b="1" lang="en-GB" sz="1800" u="none" cap="none" strike="noStrike"/>
                        <a:t>In Spite Of/Despite </a:t>
                      </a:r>
                      <a:endParaRPr b="1" sz="1800" u="none" cap="none" strike="noStrike"/>
                    </a:p>
                  </a:txBody>
                  <a:tcPr marT="45725" marB="45725" marR="91450" marL="91450"/>
                </a:tc>
              </a:tr>
              <a:tr h="885225">
                <a:tc>
                  <a:txBody>
                    <a:bodyPr/>
                    <a:lstStyle/>
                    <a:p>
                      <a:pPr indent="0" lvl="0" marL="0" marR="0" rtl="0" algn="ctr">
                        <a:lnSpc>
                          <a:spcPct val="100000"/>
                        </a:lnSpc>
                        <a:spcBef>
                          <a:spcPts val="0"/>
                        </a:spcBef>
                        <a:spcAft>
                          <a:spcPts val="0"/>
                        </a:spcAft>
                        <a:buClr>
                          <a:schemeClr val="dk1"/>
                        </a:buClr>
                        <a:buSzPts val="1800"/>
                        <a:buFont typeface="Calibri"/>
                        <a:buNone/>
                      </a:pPr>
                      <a:r>
                        <a:rPr b="1" lang="en-GB" sz="1800" u="none" cap="none" strike="noStrike"/>
                        <a:t>Although</a:t>
                      </a:r>
                      <a:endParaRPr b="1" sz="1800" u="none" cap="none" strike="noStrike"/>
                    </a:p>
                  </a:txBody>
                  <a:tcPr marT="45725" marB="45725" marR="91450" marL="91450"/>
                </a:tc>
              </a:tr>
              <a:tr h="885225">
                <a:tc>
                  <a:txBody>
                    <a:bodyPr/>
                    <a:lstStyle/>
                    <a:p>
                      <a:pPr indent="0" lvl="0" marL="0" marR="0" rtl="0" algn="ctr">
                        <a:lnSpc>
                          <a:spcPct val="100000"/>
                        </a:lnSpc>
                        <a:spcBef>
                          <a:spcPts val="0"/>
                        </a:spcBef>
                        <a:spcAft>
                          <a:spcPts val="0"/>
                        </a:spcAft>
                        <a:buClr>
                          <a:schemeClr val="dk1"/>
                        </a:buClr>
                        <a:buSzPts val="1800"/>
                        <a:buFont typeface="Calibri"/>
                        <a:buNone/>
                      </a:pPr>
                      <a:r>
                        <a:rPr b="1" lang="en-GB" sz="1800" u="none" cap="none" strike="noStrike"/>
                        <a:t>Alternatively</a:t>
                      </a:r>
                      <a:endParaRPr b="1" sz="1800" u="none" cap="none" strike="noStrike">
                        <a:latin typeface="Times New Roman"/>
                        <a:ea typeface="Times New Roman"/>
                        <a:cs typeface="Times New Roman"/>
                        <a:sym typeface="Times New Roman"/>
                      </a:endParaRPr>
                    </a:p>
                  </a:txBody>
                  <a:tcPr marT="45725" marB="45725" marR="91450" marL="91450"/>
                </a:tc>
              </a:tr>
            </a:tbl>
          </a:graphicData>
        </a:graphic>
      </p:graphicFrame>
      <p:graphicFrame>
        <p:nvGraphicFramePr>
          <p:cNvPr id="575" name="Google Shape;575;p56"/>
          <p:cNvGraphicFramePr/>
          <p:nvPr/>
        </p:nvGraphicFramePr>
        <p:xfrm>
          <a:off x="2496671" y="89646"/>
          <a:ext cx="3000000" cy="3000000"/>
        </p:xfrm>
        <a:graphic>
          <a:graphicData uri="http://schemas.openxmlformats.org/drawingml/2006/table">
            <a:tbl>
              <a:tblPr bandRow="1" firstRow="1">
                <a:noFill/>
                <a:tableStyleId>{7E63FB25-CDE2-4CD1-AFF7-4FE402F85FBA}</a:tableStyleId>
              </a:tblPr>
              <a:tblGrid>
                <a:gridCol w="2421650"/>
              </a:tblGrid>
              <a:tr h="863075">
                <a:tc>
                  <a:txBody>
                    <a:bodyPr/>
                    <a:lstStyle/>
                    <a:p>
                      <a:pPr indent="0" lvl="0" marL="0" marR="0" rtl="0" algn="ctr">
                        <a:lnSpc>
                          <a:spcPct val="100000"/>
                        </a:lnSpc>
                        <a:spcBef>
                          <a:spcPts val="0"/>
                        </a:spcBef>
                        <a:spcAft>
                          <a:spcPts val="0"/>
                        </a:spcAft>
                        <a:buClr>
                          <a:srgbClr val="000000"/>
                        </a:buClr>
                        <a:buSzPts val="2000"/>
                        <a:buFont typeface="Arial"/>
                        <a:buNone/>
                      </a:pPr>
                      <a:r>
                        <a:rPr lang="en-GB" sz="2000" u="none" cap="none" strike="noStrike">
                          <a:solidFill>
                            <a:srgbClr val="800000"/>
                          </a:solidFill>
                        </a:rPr>
                        <a:t>Reformulation </a:t>
                      </a:r>
                      <a:endParaRPr sz="2000" u="none" cap="none" strike="noStrike">
                        <a:solidFill>
                          <a:srgbClr val="800000"/>
                        </a:solidFill>
                      </a:endParaRPr>
                    </a:p>
                  </a:txBody>
                  <a:tcPr marT="45725" marB="45725" marR="91450" marL="91450">
                    <a:solidFill>
                      <a:srgbClr val="D9D9D9"/>
                    </a:solidFill>
                  </a:tcPr>
                </a:tc>
              </a:tr>
              <a:tr h="885225">
                <a:tc>
                  <a:txBody>
                    <a:bodyPr/>
                    <a:lstStyle/>
                    <a:p>
                      <a:pPr indent="0" lvl="0" marL="0" marR="0" rtl="0" algn="ctr">
                        <a:lnSpc>
                          <a:spcPct val="100000"/>
                        </a:lnSpc>
                        <a:spcBef>
                          <a:spcPts val="0"/>
                        </a:spcBef>
                        <a:spcAft>
                          <a:spcPts val="0"/>
                        </a:spcAft>
                        <a:buClr>
                          <a:srgbClr val="000000"/>
                        </a:buClr>
                        <a:buSzPts val="1800"/>
                        <a:buFont typeface="Arial"/>
                        <a:buNone/>
                      </a:pPr>
                      <a:r>
                        <a:rPr b="1" lang="en-GB" sz="1800" u="none" cap="none" strike="noStrike"/>
                        <a:t>In other words</a:t>
                      </a:r>
                      <a:endParaRPr b="1" sz="1800" u="none" cap="none" strike="noStrike"/>
                    </a:p>
                  </a:txBody>
                  <a:tcPr marT="45725" marB="45725" marR="91450" marL="91450"/>
                </a:tc>
              </a:tr>
              <a:tr h="885225">
                <a:tc>
                  <a:txBody>
                    <a:bodyPr/>
                    <a:lstStyle/>
                    <a:p>
                      <a:pPr indent="0" lvl="0" marL="0" marR="0" rtl="0" algn="ctr">
                        <a:lnSpc>
                          <a:spcPct val="100000"/>
                        </a:lnSpc>
                        <a:spcBef>
                          <a:spcPts val="0"/>
                        </a:spcBef>
                        <a:spcAft>
                          <a:spcPts val="0"/>
                        </a:spcAft>
                        <a:buClr>
                          <a:schemeClr val="dk1"/>
                        </a:buClr>
                        <a:buSzPts val="1800"/>
                        <a:buFont typeface="Calibri"/>
                        <a:buNone/>
                      </a:pPr>
                      <a:r>
                        <a:rPr b="1" lang="en-GB" sz="1800" u="none" cap="none" strike="noStrike"/>
                        <a:t>To put it more simply</a:t>
                      </a:r>
                      <a:endParaRPr b="1" sz="1800" u="none" cap="none" strike="noStrike">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800"/>
                        <a:buFont typeface="Arial"/>
                        <a:buNone/>
                      </a:pPr>
                      <a:r>
                        <a:t/>
                      </a:r>
                      <a:endParaRPr b="1" sz="1800" u="none" cap="none" strike="noStrike"/>
                    </a:p>
                  </a:txBody>
                  <a:tcPr marT="45725" marB="45725" marR="91450" marL="91450"/>
                </a:tc>
              </a:tr>
              <a:tr h="885225">
                <a:tc>
                  <a:txBody>
                    <a:bodyPr/>
                    <a:lstStyle/>
                    <a:p>
                      <a:pPr indent="0" lvl="0" marL="0" marR="0" rtl="0" algn="ctr">
                        <a:lnSpc>
                          <a:spcPct val="100000"/>
                        </a:lnSpc>
                        <a:spcBef>
                          <a:spcPts val="0"/>
                        </a:spcBef>
                        <a:spcAft>
                          <a:spcPts val="0"/>
                        </a:spcAft>
                        <a:buClr>
                          <a:schemeClr val="dk1"/>
                        </a:buClr>
                        <a:buSzPts val="1800"/>
                        <a:buFont typeface="Calibri"/>
                        <a:buNone/>
                      </a:pPr>
                      <a:r>
                        <a:rPr b="1" lang="en-GB" sz="1800" u="none" cap="none" strike="noStrike"/>
                        <a:t>That is to say</a:t>
                      </a:r>
                      <a:endParaRPr sz="1800" u="none" cap="none" strike="noStrike"/>
                    </a:p>
                    <a:p>
                      <a:pPr indent="0" lvl="0" marL="0" marR="0" rtl="0" algn="ctr">
                        <a:lnSpc>
                          <a:spcPct val="100000"/>
                        </a:lnSpc>
                        <a:spcBef>
                          <a:spcPts val="0"/>
                        </a:spcBef>
                        <a:spcAft>
                          <a:spcPts val="0"/>
                        </a:spcAft>
                        <a:buClr>
                          <a:srgbClr val="000000"/>
                        </a:buClr>
                        <a:buSzPts val="1800"/>
                        <a:buFont typeface="Arial"/>
                        <a:buNone/>
                      </a:pPr>
                      <a:r>
                        <a:t/>
                      </a:r>
                      <a:endParaRPr b="1" sz="1800" u="none" cap="none" strike="noStrike"/>
                    </a:p>
                  </a:txBody>
                  <a:tcPr marT="45725" marB="45725" marR="91450" marL="91450"/>
                </a:tc>
              </a:tr>
              <a:tr h="885225">
                <a:tc>
                  <a:txBody>
                    <a:bodyPr/>
                    <a:lstStyle/>
                    <a:p>
                      <a:pPr indent="0" lvl="0" marL="0" marR="0" rtl="0" algn="ctr">
                        <a:lnSpc>
                          <a:spcPct val="100000"/>
                        </a:lnSpc>
                        <a:spcBef>
                          <a:spcPts val="0"/>
                        </a:spcBef>
                        <a:spcAft>
                          <a:spcPts val="0"/>
                        </a:spcAft>
                        <a:buClr>
                          <a:srgbClr val="000000"/>
                        </a:buClr>
                        <a:buSzPts val="1800"/>
                        <a:buFont typeface="Arial"/>
                        <a:buNone/>
                      </a:pPr>
                      <a:r>
                        <a:t/>
                      </a:r>
                      <a:endParaRPr b="1" sz="1800" u="none" cap="none" strike="noStrike"/>
                    </a:p>
                  </a:txBody>
                  <a:tcPr marT="45725" marB="45725" marR="91450" marL="91450"/>
                </a:tc>
              </a:tr>
              <a:tr h="885225">
                <a:tc>
                  <a:txBody>
                    <a:bodyPr/>
                    <a:lstStyle/>
                    <a:p>
                      <a:pPr indent="0" lvl="0" marL="0" marR="0" rtl="0" algn="ctr">
                        <a:lnSpc>
                          <a:spcPct val="100000"/>
                        </a:lnSpc>
                        <a:spcBef>
                          <a:spcPts val="0"/>
                        </a:spcBef>
                        <a:spcAft>
                          <a:spcPts val="0"/>
                        </a:spcAft>
                        <a:buClr>
                          <a:srgbClr val="000000"/>
                        </a:buClr>
                        <a:buSzPts val="1800"/>
                        <a:buFont typeface="Arial"/>
                        <a:buNone/>
                      </a:pPr>
                      <a:r>
                        <a:t/>
                      </a:r>
                      <a:endParaRPr b="1" sz="1800" u="none" cap="none" strike="noStrike"/>
                    </a:p>
                  </a:txBody>
                  <a:tcPr marT="45725" marB="45725" marR="91450" marL="91450"/>
                </a:tc>
              </a:tr>
              <a:tr h="885225">
                <a:tc>
                  <a:txBody>
                    <a:bodyPr/>
                    <a:lstStyle/>
                    <a:p>
                      <a:pPr indent="0" lvl="0" marL="0" marR="0" rtl="0" algn="ctr">
                        <a:lnSpc>
                          <a:spcPct val="100000"/>
                        </a:lnSpc>
                        <a:spcBef>
                          <a:spcPts val="0"/>
                        </a:spcBef>
                        <a:spcAft>
                          <a:spcPts val="0"/>
                        </a:spcAft>
                        <a:buClr>
                          <a:srgbClr val="000000"/>
                        </a:buClr>
                        <a:buSzPts val="1800"/>
                        <a:buFont typeface="Arial"/>
                        <a:buNone/>
                      </a:pPr>
                      <a:r>
                        <a:t/>
                      </a:r>
                      <a:endParaRPr b="1" sz="1800" u="none" cap="none" strike="noStrike"/>
                    </a:p>
                  </a:txBody>
                  <a:tcPr marT="45725" marB="45725" marR="91450" marL="91450"/>
                </a:tc>
              </a:tr>
            </a:tbl>
          </a:graphicData>
        </a:graphic>
      </p:graphicFrame>
      <p:graphicFrame>
        <p:nvGraphicFramePr>
          <p:cNvPr id="576" name="Google Shape;576;p56"/>
          <p:cNvGraphicFramePr/>
          <p:nvPr/>
        </p:nvGraphicFramePr>
        <p:xfrm>
          <a:off x="9504082" y="77509"/>
          <a:ext cx="3000000" cy="3000000"/>
        </p:xfrm>
        <a:graphic>
          <a:graphicData uri="http://schemas.openxmlformats.org/drawingml/2006/table">
            <a:tbl>
              <a:tblPr bandRow="1" firstRow="1">
                <a:noFill/>
                <a:tableStyleId>{7E63FB25-CDE2-4CD1-AFF7-4FE402F85FBA}</a:tableStyleId>
              </a:tblPr>
              <a:tblGrid>
                <a:gridCol w="2845100"/>
              </a:tblGrid>
              <a:tr h="872950">
                <a:tc>
                  <a:txBody>
                    <a:bodyPr/>
                    <a:lstStyle/>
                    <a:p>
                      <a:pPr indent="0" lvl="0" marL="0" marR="0" rtl="0" algn="ctr">
                        <a:lnSpc>
                          <a:spcPct val="100000"/>
                        </a:lnSpc>
                        <a:spcBef>
                          <a:spcPts val="0"/>
                        </a:spcBef>
                        <a:spcAft>
                          <a:spcPts val="0"/>
                        </a:spcAft>
                        <a:buClr>
                          <a:srgbClr val="000000"/>
                        </a:buClr>
                        <a:buSzPts val="2000"/>
                        <a:buFont typeface="Arial"/>
                        <a:buNone/>
                      </a:pPr>
                      <a:r>
                        <a:rPr lang="en-GB" sz="2000" u="none" cap="none" strike="noStrike">
                          <a:solidFill>
                            <a:srgbClr val="800000"/>
                          </a:solidFill>
                        </a:rPr>
                        <a:t>Reason</a:t>
                      </a:r>
                      <a:endParaRPr sz="2000" u="none" cap="none" strike="noStrike">
                        <a:solidFill>
                          <a:srgbClr val="800000"/>
                        </a:solidFill>
                      </a:endParaRPr>
                    </a:p>
                  </a:txBody>
                  <a:tcPr marT="45725" marB="45725" marR="91450" marL="91450">
                    <a:solidFill>
                      <a:srgbClr val="D9D9D9"/>
                    </a:solidFill>
                  </a:tcPr>
                </a:tc>
              </a:tr>
              <a:tr h="895350">
                <a:tc>
                  <a:txBody>
                    <a:bodyPr/>
                    <a:lstStyle/>
                    <a:p>
                      <a:pPr indent="0" lvl="0" marL="0" marR="0" rtl="0" algn="ctr">
                        <a:lnSpc>
                          <a:spcPct val="100000"/>
                        </a:lnSpc>
                        <a:spcBef>
                          <a:spcPts val="0"/>
                        </a:spcBef>
                        <a:spcAft>
                          <a:spcPts val="0"/>
                        </a:spcAft>
                        <a:buClr>
                          <a:srgbClr val="000000"/>
                        </a:buClr>
                        <a:buSzPts val="1800"/>
                        <a:buFont typeface="Arial"/>
                        <a:buNone/>
                      </a:pPr>
                      <a:r>
                        <a:rPr b="1" lang="en-GB" sz="1800" u="none" cap="none" strike="noStrike"/>
                        <a:t>Because of</a:t>
                      </a:r>
                      <a:endParaRPr b="1" sz="1800" u="none" cap="none" strike="noStrike"/>
                    </a:p>
                  </a:txBody>
                  <a:tcPr marT="45725" marB="45725" marR="91450" marL="91450"/>
                </a:tc>
              </a:tr>
              <a:tr h="895350">
                <a:tc>
                  <a:txBody>
                    <a:bodyPr/>
                    <a:lstStyle/>
                    <a:p>
                      <a:pPr indent="0" lvl="0" marL="0" marR="0" rtl="0" algn="ctr">
                        <a:lnSpc>
                          <a:spcPct val="100000"/>
                        </a:lnSpc>
                        <a:spcBef>
                          <a:spcPts val="0"/>
                        </a:spcBef>
                        <a:spcAft>
                          <a:spcPts val="0"/>
                        </a:spcAft>
                        <a:buClr>
                          <a:srgbClr val="000000"/>
                        </a:buClr>
                        <a:buSzPts val="1800"/>
                        <a:buFont typeface="Arial"/>
                        <a:buNone/>
                      </a:pPr>
                      <a:r>
                        <a:rPr b="1" lang="en-GB" sz="1800" u="none" cap="none" strike="noStrike"/>
                        <a:t>With this in mind</a:t>
                      </a:r>
                      <a:endParaRPr b="1" sz="1800" u="none" cap="none" strike="noStrike"/>
                    </a:p>
                  </a:txBody>
                  <a:tcPr marT="45725" marB="45725" marR="91450" marL="91450"/>
                </a:tc>
              </a:tr>
              <a:tr h="895350">
                <a:tc>
                  <a:txBody>
                    <a:bodyPr/>
                    <a:lstStyle/>
                    <a:p>
                      <a:pPr indent="0" lvl="0" marL="0" marR="0" rtl="0" algn="ctr">
                        <a:lnSpc>
                          <a:spcPct val="100000"/>
                        </a:lnSpc>
                        <a:spcBef>
                          <a:spcPts val="0"/>
                        </a:spcBef>
                        <a:spcAft>
                          <a:spcPts val="0"/>
                        </a:spcAft>
                        <a:buClr>
                          <a:srgbClr val="000000"/>
                        </a:buClr>
                        <a:buSzPts val="1800"/>
                        <a:buFont typeface="Arial"/>
                        <a:buNone/>
                      </a:pPr>
                      <a:r>
                        <a:rPr b="1" lang="en-GB" sz="1800" u="none" cap="none" strike="noStrike"/>
                        <a:t>In fact</a:t>
                      </a:r>
                      <a:endParaRPr b="1" sz="1800" u="none" cap="none" strike="noStrike"/>
                    </a:p>
                  </a:txBody>
                  <a:tcPr marT="45725" marB="45725" marR="91450" marL="91450"/>
                </a:tc>
              </a:tr>
              <a:tr h="895350">
                <a:tc>
                  <a:txBody>
                    <a:bodyPr/>
                    <a:lstStyle/>
                    <a:p>
                      <a:pPr indent="0" lvl="0" marL="0" marR="0" rtl="0" algn="ctr">
                        <a:lnSpc>
                          <a:spcPct val="100000"/>
                        </a:lnSpc>
                        <a:spcBef>
                          <a:spcPts val="0"/>
                        </a:spcBef>
                        <a:spcAft>
                          <a:spcPts val="0"/>
                        </a:spcAft>
                        <a:buClr>
                          <a:srgbClr val="000000"/>
                        </a:buClr>
                        <a:buSzPts val="1800"/>
                        <a:buFont typeface="Arial"/>
                        <a:buNone/>
                      </a:pPr>
                      <a:r>
                        <a:rPr b="1" lang="en-GB" sz="1800" u="none" cap="none" strike="noStrike"/>
                        <a:t>Due to</a:t>
                      </a:r>
                      <a:endParaRPr b="1" sz="1800" u="none" cap="none" strike="noStrike"/>
                    </a:p>
                  </a:txBody>
                  <a:tcPr marT="45725" marB="45725" marR="91450" marL="91450"/>
                </a:tc>
              </a:tr>
              <a:tr h="895350">
                <a:tc>
                  <a:txBody>
                    <a:bodyPr/>
                    <a:lstStyle/>
                    <a:p>
                      <a:pPr indent="0" lvl="0" marL="0" marR="0" rtl="0" algn="ctr">
                        <a:lnSpc>
                          <a:spcPct val="100000"/>
                        </a:lnSpc>
                        <a:spcBef>
                          <a:spcPts val="0"/>
                        </a:spcBef>
                        <a:spcAft>
                          <a:spcPts val="0"/>
                        </a:spcAft>
                        <a:buClr>
                          <a:srgbClr val="000000"/>
                        </a:buClr>
                        <a:buSzPts val="1800"/>
                        <a:buFont typeface="Arial"/>
                        <a:buNone/>
                      </a:pPr>
                      <a:r>
                        <a:rPr b="1" lang="en-GB" sz="1800" u="none" cap="none" strike="noStrike"/>
                        <a:t>In order to</a:t>
                      </a:r>
                      <a:endParaRPr b="1" sz="1800" u="none" cap="none" strike="noStrike"/>
                    </a:p>
                  </a:txBody>
                  <a:tcPr marT="45725" marB="45725" marR="91450" marL="91450"/>
                </a:tc>
              </a:tr>
              <a:tr h="895350">
                <a:tc>
                  <a:txBody>
                    <a:bodyPr/>
                    <a:lstStyle/>
                    <a:p>
                      <a:pPr indent="0" lvl="0" marL="0" marR="0" rtl="0" algn="ctr">
                        <a:lnSpc>
                          <a:spcPct val="100000"/>
                        </a:lnSpc>
                        <a:spcBef>
                          <a:spcPts val="0"/>
                        </a:spcBef>
                        <a:spcAft>
                          <a:spcPts val="0"/>
                        </a:spcAft>
                        <a:buClr>
                          <a:srgbClr val="000000"/>
                        </a:buClr>
                        <a:buSzPts val="1800"/>
                        <a:buFont typeface="Arial"/>
                        <a:buNone/>
                      </a:pPr>
                      <a:r>
                        <a:t/>
                      </a:r>
                      <a:endParaRPr b="1" sz="1800" u="none" cap="none" strike="noStrike"/>
                    </a:p>
                  </a:txBody>
                  <a:tcPr marT="45725" marB="45725" marR="91450" marL="91450"/>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1"/>
                                        </p:tgtEl>
                                        <p:attrNameLst>
                                          <p:attrName>style.visibility</p:attrName>
                                        </p:attrNameLst>
                                      </p:cBhvr>
                                      <p:to>
                                        <p:strVal val="visible"/>
                                      </p:to>
                                    </p:set>
                                    <p:animEffect filter="fade" transition="in">
                                      <p:cBhvr>
                                        <p:cTn dur="1200"/>
                                        <p:tgtEl>
                                          <p:spTgt spid="5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sp>
        <p:nvSpPr>
          <p:cNvPr id="582" name="Google Shape;582;p5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graphicFrame>
        <p:nvGraphicFramePr>
          <p:cNvPr id="583" name="Google Shape;583;p57"/>
          <p:cNvGraphicFramePr/>
          <p:nvPr/>
        </p:nvGraphicFramePr>
        <p:xfrm>
          <a:off x="52912" y="88202"/>
          <a:ext cx="3000000" cy="3000000"/>
        </p:xfrm>
        <a:graphic>
          <a:graphicData uri="http://schemas.openxmlformats.org/drawingml/2006/table">
            <a:tbl>
              <a:tblPr bandRow="1" firstRow="1">
                <a:noFill/>
                <a:tableStyleId>{7E63FB25-CDE2-4CD1-AFF7-4FE402F85FBA}</a:tableStyleId>
              </a:tblPr>
              <a:tblGrid>
                <a:gridCol w="3249100"/>
              </a:tblGrid>
              <a:tr h="872950">
                <a:tc>
                  <a:txBody>
                    <a:bodyPr/>
                    <a:lstStyle/>
                    <a:p>
                      <a:pPr indent="0" lvl="0" marL="0" marR="0" rtl="0" algn="ctr">
                        <a:lnSpc>
                          <a:spcPct val="100000"/>
                        </a:lnSpc>
                        <a:spcBef>
                          <a:spcPts val="0"/>
                        </a:spcBef>
                        <a:spcAft>
                          <a:spcPts val="0"/>
                        </a:spcAft>
                        <a:buClr>
                          <a:srgbClr val="800000"/>
                        </a:buClr>
                        <a:buSzPts val="2000"/>
                        <a:buFont typeface="Calibri"/>
                        <a:buNone/>
                      </a:pPr>
                      <a:r>
                        <a:rPr b="1" lang="en-GB" sz="2000" u="none" cap="none" strike="noStrike">
                          <a:solidFill>
                            <a:srgbClr val="800000"/>
                          </a:solidFill>
                        </a:rPr>
                        <a:t>Emphasis</a:t>
                      </a:r>
                      <a:endParaRPr b="1" sz="2000" u="none" cap="none" strike="noStrike">
                        <a:solidFill>
                          <a:srgbClr val="800000"/>
                        </a:solidFill>
                        <a:latin typeface="Calibri"/>
                        <a:ea typeface="Calibri"/>
                        <a:cs typeface="Calibri"/>
                        <a:sym typeface="Calibri"/>
                      </a:endParaRPr>
                    </a:p>
                  </a:txBody>
                  <a:tcPr marT="45725" marB="45725" marR="91450" marL="91450">
                    <a:solidFill>
                      <a:srgbClr val="D9D9D9"/>
                    </a:solidFill>
                  </a:tcPr>
                </a:tc>
              </a:tr>
              <a:tr h="895350">
                <a:tc>
                  <a:txBody>
                    <a:bodyPr/>
                    <a:lstStyle/>
                    <a:p>
                      <a:pPr indent="0" lvl="0" marL="0" marR="0" rtl="0" algn="ctr">
                        <a:lnSpc>
                          <a:spcPct val="100000"/>
                        </a:lnSpc>
                        <a:spcBef>
                          <a:spcPts val="0"/>
                        </a:spcBef>
                        <a:spcAft>
                          <a:spcPts val="0"/>
                        </a:spcAft>
                        <a:buClr>
                          <a:srgbClr val="000000"/>
                        </a:buClr>
                        <a:buSzPts val="1800"/>
                        <a:buFont typeface="Arial"/>
                        <a:buNone/>
                      </a:pPr>
                      <a:r>
                        <a:rPr b="1" lang="en-GB" sz="1800" u="none" cap="none" strike="noStrike"/>
                        <a:t>Undoubtedly </a:t>
                      </a:r>
                      <a:endParaRPr b="1" sz="1800" u="none" cap="none" strike="noStrike"/>
                    </a:p>
                  </a:txBody>
                  <a:tcPr marT="45725" marB="45725" marR="91450" marL="91450"/>
                </a:tc>
              </a:tr>
              <a:tr h="895350">
                <a:tc>
                  <a:txBody>
                    <a:bodyPr/>
                    <a:lstStyle/>
                    <a:p>
                      <a:pPr indent="0" lvl="0" marL="0" marR="0" rtl="0" algn="ctr">
                        <a:lnSpc>
                          <a:spcPct val="100000"/>
                        </a:lnSpc>
                        <a:spcBef>
                          <a:spcPts val="0"/>
                        </a:spcBef>
                        <a:spcAft>
                          <a:spcPts val="0"/>
                        </a:spcAft>
                        <a:buClr>
                          <a:srgbClr val="000000"/>
                        </a:buClr>
                        <a:buSzPts val="1800"/>
                        <a:buFont typeface="Arial"/>
                        <a:buNone/>
                      </a:pPr>
                      <a:r>
                        <a:rPr b="1" lang="en-GB" sz="1800" u="none" cap="none" strike="noStrike"/>
                        <a:t>Indeed</a:t>
                      </a:r>
                      <a:endParaRPr b="1" sz="1800" u="none" cap="none" strike="noStrike"/>
                    </a:p>
                  </a:txBody>
                  <a:tcPr marT="45725" marB="45725" marR="91450" marL="91450"/>
                </a:tc>
              </a:tr>
              <a:tr h="895350">
                <a:tc>
                  <a:txBody>
                    <a:bodyPr/>
                    <a:lstStyle/>
                    <a:p>
                      <a:pPr indent="0" lvl="0" marL="0" marR="0" rtl="0" algn="ctr">
                        <a:lnSpc>
                          <a:spcPct val="100000"/>
                        </a:lnSpc>
                        <a:spcBef>
                          <a:spcPts val="0"/>
                        </a:spcBef>
                        <a:spcAft>
                          <a:spcPts val="0"/>
                        </a:spcAft>
                        <a:buClr>
                          <a:srgbClr val="000000"/>
                        </a:buClr>
                        <a:buSzPts val="1800"/>
                        <a:buFont typeface="Arial"/>
                        <a:buNone/>
                      </a:pPr>
                      <a:r>
                        <a:rPr b="1" lang="en-GB" sz="1800" u="none" cap="none" strike="noStrike"/>
                        <a:t>Obviously</a:t>
                      </a:r>
                      <a:endParaRPr b="1" sz="1800" u="none" cap="none" strike="noStrike"/>
                    </a:p>
                  </a:txBody>
                  <a:tcPr marT="45725" marB="45725" marR="91450" marL="91450"/>
                </a:tc>
              </a:tr>
              <a:tr h="895350">
                <a:tc>
                  <a:txBody>
                    <a:bodyPr/>
                    <a:lstStyle/>
                    <a:p>
                      <a:pPr indent="0" lvl="0" marL="0" marR="0" rtl="0" algn="ctr">
                        <a:lnSpc>
                          <a:spcPct val="100000"/>
                        </a:lnSpc>
                        <a:spcBef>
                          <a:spcPts val="0"/>
                        </a:spcBef>
                        <a:spcAft>
                          <a:spcPts val="0"/>
                        </a:spcAft>
                        <a:buClr>
                          <a:srgbClr val="000000"/>
                        </a:buClr>
                        <a:buSzPts val="1800"/>
                        <a:buFont typeface="Arial"/>
                        <a:buNone/>
                      </a:pPr>
                      <a:r>
                        <a:rPr b="1" lang="en-GB" sz="1800" u="none" cap="none" strike="noStrike"/>
                        <a:t>Particularly</a:t>
                      </a:r>
                      <a:endParaRPr b="1" sz="1800" u="none" cap="none" strike="noStrike"/>
                    </a:p>
                  </a:txBody>
                  <a:tcPr marT="45725" marB="45725" marR="91450" marL="91450"/>
                </a:tc>
              </a:tr>
              <a:tr h="895350">
                <a:tc>
                  <a:txBody>
                    <a:bodyPr/>
                    <a:lstStyle/>
                    <a:p>
                      <a:pPr indent="0" lvl="0" marL="0" marR="0" rtl="0" algn="ctr">
                        <a:lnSpc>
                          <a:spcPct val="100000"/>
                        </a:lnSpc>
                        <a:spcBef>
                          <a:spcPts val="0"/>
                        </a:spcBef>
                        <a:spcAft>
                          <a:spcPts val="0"/>
                        </a:spcAft>
                        <a:buClr>
                          <a:srgbClr val="000000"/>
                        </a:buClr>
                        <a:buSzPts val="1800"/>
                        <a:buFont typeface="Arial"/>
                        <a:buNone/>
                      </a:pPr>
                      <a:r>
                        <a:rPr b="1" lang="en-GB" sz="1800" u="none" cap="none" strike="noStrike"/>
                        <a:t>Clearly</a:t>
                      </a:r>
                      <a:endParaRPr b="1" sz="1800" u="none" cap="none" strike="noStrike"/>
                    </a:p>
                  </a:txBody>
                  <a:tcPr marT="45725" marB="45725" marR="91450" marL="91450"/>
                </a:tc>
              </a:tr>
              <a:tr h="895350">
                <a:tc>
                  <a:txBody>
                    <a:bodyPr/>
                    <a:lstStyle/>
                    <a:p>
                      <a:pPr indent="0" lvl="0" marL="0" marR="0" rtl="0" algn="ctr">
                        <a:lnSpc>
                          <a:spcPct val="100000"/>
                        </a:lnSpc>
                        <a:spcBef>
                          <a:spcPts val="0"/>
                        </a:spcBef>
                        <a:spcAft>
                          <a:spcPts val="0"/>
                        </a:spcAft>
                        <a:buClr>
                          <a:srgbClr val="000000"/>
                        </a:buClr>
                        <a:buSzPts val="1800"/>
                        <a:buFont typeface="Arial"/>
                        <a:buNone/>
                      </a:pPr>
                      <a:r>
                        <a:rPr b="1" lang="en-GB" sz="1800" u="none" cap="none" strike="noStrike"/>
                        <a:t>Importantly</a:t>
                      </a:r>
                      <a:endParaRPr b="1" sz="1800" u="none" cap="none" strike="noStrike"/>
                    </a:p>
                  </a:txBody>
                  <a:tcPr marT="45725" marB="45725" marR="91450" marL="91450"/>
                </a:tc>
              </a:tr>
            </a:tbl>
          </a:graphicData>
        </a:graphic>
      </p:graphicFrame>
      <p:sp>
        <p:nvSpPr>
          <p:cNvPr id="584" name="Google Shape;584;p5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graphicFrame>
        <p:nvGraphicFramePr>
          <p:cNvPr id="585" name="Google Shape;585;p57"/>
          <p:cNvGraphicFramePr/>
          <p:nvPr/>
        </p:nvGraphicFramePr>
        <p:xfrm>
          <a:off x="9398000" y="74707"/>
          <a:ext cx="3000000" cy="3000000"/>
        </p:xfrm>
        <a:graphic>
          <a:graphicData uri="http://schemas.openxmlformats.org/drawingml/2006/table">
            <a:tbl>
              <a:tblPr bandRow="1" firstRow="1">
                <a:noFill/>
                <a:tableStyleId>{7E63FB25-CDE2-4CD1-AFF7-4FE402F85FBA}</a:tableStyleId>
              </a:tblPr>
              <a:tblGrid>
                <a:gridCol w="2794000"/>
              </a:tblGrid>
              <a:tr h="872475">
                <a:tc>
                  <a:txBody>
                    <a:bodyPr/>
                    <a:lstStyle/>
                    <a:p>
                      <a:pPr indent="0" lvl="0" marL="0" marR="0" rtl="0" algn="ctr">
                        <a:lnSpc>
                          <a:spcPct val="100000"/>
                        </a:lnSpc>
                        <a:spcBef>
                          <a:spcPts val="0"/>
                        </a:spcBef>
                        <a:spcAft>
                          <a:spcPts val="0"/>
                        </a:spcAft>
                        <a:buClr>
                          <a:srgbClr val="800000"/>
                        </a:buClr>
                        <a:buSzPts val="2000"/>
                        <a:buFont typeface="Calibri"/>
                        <a:buNone/>
                      </a:pPr>
                      <a:r>
                        <a:rPr b="1" lang="en-GB" sz="2000" u="none" cap="none" strike="noStrike">
                          <a:solidFill>
                            <a:srgbClr val="800000"/>
                          </a:solidFill>
                        </a:rPr>
                        <a:t>Addition</a:t>
                      </a:r>
                      <a:endParaRPr b="1" sz="2000" u="none" cap="none" strike="noStrike">
                        <a:solidFill>
                          <a:srgbClr val="800000"/>
                        </a:solidFill>
                        <a:latin typeface="Calibri"/>
                        <a:ea typeface="Calibri"/>
                        <a:cs typeface="Calibri"/>
                        <a:sym typeface="Calibri"/>
                      </a:endParaRPr>
                    </a:p>
                  </a:txBody>
                  <a:tcPr marT="45725" marB="45725" marR="91450" marL="91450">
                    <a:solidFill>
                      <a:srgbClr val="D9D9D9"/>
                    </a:solidFill>
                  </a:tcPr>
                </a:tc>
              </a:tr>
              <a:tr h="894850">
                <a:tc>
                  <a:txBody>
                    <a:bodyPr/>
                    <a:lstStyle/>
                    <a:p>
                      <a:pPr indent="0" lvl="0" marL="0" marR="0" rtl="0" algn="ctr">
                        <a:lnSpc>
                          <a:spcPct val="100000"/>
                        </a:lnSpc>
                        <a:spcBef>
                          <a:spcPts val="0"/>
                        </a:spcBef>
                        <a:spcAft>
                          <a:spcPts val="0"/>
                        </a:spcAft>
                        <a:buClr>
                          <a:srgbClr val="000000"/>
                        </a:buClr>
                        <a:buSzPts val="1800"/>
                        <a:buFont typeface="Arial"/>
                        <a:buNone/>
                      </a:pPr>
                      <a:r>
                        <a:rPr b="1" lang="en-GB" sz="1800" u="none" cap="none" strike="noStrike"/>
                        <a:t>Additionally</a:t>
                      </a:r>
                      <a:endParaRPr b="1" sz="1800" u="none" cap="none" strike="noStrike"/>
                    </a:p>
                  </a:txBody>
                  <a:tcPr marT="45725" marB="45725" marR="91450" marL="91450"/>
                </a:tc>
              </a:tr>
              <a:tr h="894850">
                <a:tc>
                  <a:txBody>
                    <a:bodyPr/>
                    <a:lstStyle/>
                    <a:p>
                      <a:pPr indent="0" lvl="0" marL="0" marR="0" rtl="0" algn="ctr">
                        <a:lnSpc>
                          <a:spcPct val="100000"/>
                        </a:lnSpc>
                        <a:spcBef>
                          <a:spcPts val="0"/>
                        </a:spcBef>
                        <a:spcAft>
                          <a:spcPts val="0"/>
                        </a:spcAft>
                        <a:buClr>
                          <a:srgbClr val="000000"/>
                        </a:buClr>
                        <a:buSzPts val="1800"/>
                        <a:buFont typeface="Arial"/>
                        <a:buNone/>
                      </a:pPr>
                      <a:r>
                        <a:rPr b="1" lang="en-GB" sz="1800" u="none" cap="none" strike="noStrike"/>
                        <a:t>Furthermore</a:t>
                      </a:r>
                      <a:endParaRPr b="1" sz="1800" u="none" cap="none" strike="noStrike"/>
                    </a:p>
                  </a:txBody>
                  <a:tcPr marT="45725" marB="45725" marR="91450" marL="91450"/>
                </a:tc>
              </a:tr>
              <a:tr h="894850">
                <a:tc>
                  <a:txBody>
                    <a:bodyPr/>
                    <a:lstStyle/>
                    <a:p>
                      <a:pPr indent="0" lvl="0" marL="0" marR="0" rtl="0" algn="ctr">
                        <a:lnSpc>
                          <a:spcPct val="100000"/>
                        </a:lnSpc>
                        <a:spcBef>
                          <a:spcPts val="0"/>
                        </a:spcBef>
                        <a:spcAft>
                          <a:spcPts val="0"/>
                        </a:spcAft>
                        <a:buClr>
                          <a:schemeClr val="dk1"/>
                        </a:buClr>
                        <a:buSzPts val="1800"/>
                        <a:buFont typeface="Calibri"/>
                        <a:buNone/>
                      </a:pPr>
                      <a:r>
                        <a:rPr b="1" lang="en-GB" sz="1800" u="none" cap="none" strike="noStrike"/>
                        <a:t>Also, Too</a:t>
                      </a:r>
                      <a:endParaRPr sz="1400" u="none" cap="none" strike="noStrike"/>
                    </a:p>
                  </a:txBody>
                  <a:tcPr marT="45725" marB="45725" marR="91450" marL="91450"/>
                </a:tc>
              </a:tr>
              <a:tr h="942575">
                <a:tc>
                  <a:txBody>
                    <a:bodyPr/>
                    <a:lstStyle/>
                    <a:p>
                      <a:pPr indent="0" lvl="0" marL="0" marR="0" rtl="0" algn="ctr">
                        <a:lnSpc>
                          <a:spcPct val="100000"/>
                        </a:lnSpc>
                        <a:spcBef>
                          <a:spcPts val="0"/>
                        </a:spcBef>
                        <a:spcAft>
                          <a:spcPts val="0"/>
                        </a:spcAft>
                        <a:buClr>
                          <a:srgbClr val="000000"/>
                        </a:buClr>
                        <a:buSzPts val="1800"/>
                        <a:buFont typeface="Arial"/>
                        <a:buNone/>
                      </a:pPr>
                      <a:r>
                        <a:rPr b="1" lang="en-GB" sz="1800" u="none" cap="none" strike="noStrike"/>
                        <a:t>Apart from this</a:t>
                      </a:r>
                      <a:endParaRPr b="1" sz="1800" u="none" cap="none" strike="noStrike"/>
                    </a:p>
                  </a:txBody>
                  <a:tcPr marT="45725" marB="45725" marR="91450" marL="91450"/>
                </a:tc>
              </a:tr>
              <a:tr h="894850">
                <a:tc>
                  <a:txBody>
                    <a:bodyPr/>
                    <a:lstStyle/>
                    <a:p>
                      <a:pPr indent="0" lvl="0" marL="0" marR="0" rtl="0" algn="ctr">
                        <a:lnSpc>
                          <a:spcPct val="100000"/>
                        </a:lnSpc>
                        <a:spcBef>
                          <a:spcPts val="0"/>
                        </a:spcBef>
                        <a:spcAft>
                          <a:spcPts val="0"/>
                        </a:spcAft>
                        <a:buClr>
                          <a:srgbClr val="000000"/>
                        </a:buClr>
                        <a:buSzPts val="1800"/>
                        <a:buFont typeface="Arial"/>
                        <a:buNone/>
                      </a:pPr>
                      <a:r>
                        <a:rPr b="1" lang="en-GB" sz="1800" u="none" cap="none" strike="noStrike"/>
                        <a:t>Along with</a:t>
                      </a:r>
                      <a:endParaRPr b="1" sz="1800" u="none" cap="none" strike="noStrike"/>
                    </a:p>
                  </a:txBody>
                  <a:tcPr marT="45725" marB="45725" marR="91450" marL="91450"/>
                </a:tc>
              </a:tr>
              <a:tr h="894850">
                <a:tc>
                  <a:txBody>
                    <a:bodyPr/>
                    <a:lstStyle/>
                    <a:p>
                      <a:pPr indent="0" lvl="0" marL="0" marR="0" rtl="0" algn="ctr">
                        <a:lnSpc>
                          <a:spcPct val="100000"/>
                        </a:lnSpc>
                        <a:spcBef>
                          <a:spcPts val="0"/>
                        </a:spcBef>
                        <a:spcAft>
                          <a:spcPts val="0"/>
                        </a:spcAft>
                        <a:buClr>
                          <a:srgbClr val="000000"/>
                        </a:buClr>
                        <a:buSzPts val="1800"/>
                        <a:buFont typeface="Arial"/>
                        <a:buNone/>
                      </a:pPr>
                      <a:r>
                        <a:rPr b="1" lang="en-GB" sz="1800" u="none" cap="none" strike="noStrike"/>
                        <a:t>Not only/ but also</a:t>
                      </a:r>
                      <a:endParaRPr b="1" sz="1800" u="none" cap="none" strike="noStrike"/>
                    </a:p>
                  </a:txBody>
                  <a:tcPr marT="45725" marB="45725" marR="91450" marL="91450"/>
                </a:tc>
              </a:tr>
            </a:tbl>
          </a:graphicData>
        </a:graphic>
      </p:graphicFrame>
      <p:graphicFrame>
        <p:nvGraphicFramePr>
          <p:cNvPr id="586" name="Google Shape;586;p57"/>
          <p:cNvGraphicFramePr/>
          <p:nvPr/>
        </p:nvGraphicFramePr>
        <p:xfrm>
          <a:off x="6261846" y="77508"/>
          <a:ext cx="3000000" cy="3000000"/>
        </p:xfrm>
        <a:graphic>
          <a:graphicData uri="http://schemas.openxmlformats.org/drawingml/2006/table">
            <a:tbl>
              <a:tblPr bandRow="1" firstRow="1">
                <a:noFill/>
                <a:tableStyleId>{7E63FB25-CDE2-4CD1-AFF7-4FE402F85FBA}</a:tableStyleId>
              </a:tblPr>
              <a:tblGrid>
                <a:gridCol w="3104450"/>
              </a:tblGrid>
              <a:tr h="872950">
                <a:tc>
                  <a:txBody>
                    <a:bodyPr/>
                    <a:lstStyle/>
                    <a:p>
                      <a:pPr indent="0" lvl="0" marL="0" marR="0" rtl="0" algn="ctr">
                        <a:lnSpc>
                          <a:spcPct val="100000"/>
                        </a:lnSpc>
                        <a:spcBef>
                          <a:spcPts val="0"/>
                        </a:spcBef>
                        <a:spcAft>
                          <a:spcPts val="0"/>
                        </a:spcAft>
                        <a:buClr>
                          <a:srgbClr val="000000"/>
                        </a:buClr>
                        <a:buSzPts val="2000"/>
                        <a:buFont typeface="Arial"/>
                        <a:buNone/>
                      </a:pPr>
                      <a:r>
                        <a:rPr lang="en-GB" sz="2000" u="none" cap="none" strike="noStrike">
                          <a:solidFill>
                            <a:srgbClr val="800000"/>
                          </a:solidFill>
                        </a:rPr>
                        <a:t>Generalisation</a:t>
                      </a:r>
                      <a:endParaRPr sz="2000" u="none" cap="none" strike="noStrike">
                        <a:solidFill>
                          <a:srgbClr val="800000"/>
                        </a:solidFill>
                      </a:endParaRPr>
                    </a:p>
                  </a:txBody>
                  <a:tcPr marT="45725" marB="45725" marR="91450" marL="91450">
                    <a:solidFill>
                      <a:srgbClr val="D9D9D9"/>
                    </a:solidFill>
                  </a:tcPr>
                </a:tc>
              </a:tr>
              <a:tr h="895350">
                <a:tc>
                  <a:txBody>
                    <a:bodyPr/>
                    <a:lstStyle/>
                    <a:p>
                      <a:pPr indent="0" lvl="0" marL="0" marR="0" rtl="0" algn="ctr">
                        <a:lnSpc>
                          <a:spcPct val="100000"/>
                        </a:lnSpc>
                        <a:spcBef>
                          <a:spcPts val="0"/>
                        </a:spcBef>
                        <a:spcAft>
                          <a:spcPts val="0"/>
                        </a:spcAft>
                        <a:buClr>
                          <a:srgbClr val="000000"/>
                        </a:buClr>
                        <a:buSzPts val="1800"/>
                        <a:buFont typeface="Arial"/>
                        <a:buNone/>
                      </a:pPr>
                      <a:r>
                        <a:rPr b="1" lang="en-GB" sz="1800" u="none" cap="none" strike="noStrike">
                          <a:solidFill>
                            <a:schemeClr val="dk1"/>
                          </a:solidFill>
                          <a:latin typeface="Calibri"/>
                          <a:ea typeface="Calibri"/>
                          <a:cs typeface="Calibri"/>
                          <a:sym typeface="Calibri"/>
                        </a:rPr>
                        <a:t>As a rule</a:t>
                      </a:r>
                      <a:endParaRPr b="1" sz="1800" u="none" cap="none" strike="noStrike"/>
                    </a:p>
                  </a:txBody>
                  <a:tcPr marT="45725" marB="45725" marR="91450" marL="91450"/>
                </a:tc>
              </a:tr>
              <a:tr h="895350">
                <a:tc>
                  <a:txBody>
                    <a:bodyPr/>
                    <a:lstStyle/>
                    <a:p>
                      <a:pPr indent="0" lvl="0" marL="0" marR="0" rtl="0" algn="ctr">
                        <a:lnSpc>
                          <a:spcPct val="100000"/>
                        </a:lnSpc>
                        <a:spcBef>
                          <a:spcPts val="0"/>
                        </a:spcBef>
                        <a:spcAft>
                          <a:spcPts val="0"/>
                        </a:spcAft>
                        <a:buClr>
                          <a:srgbClr val="000000"/>
                        </a:buClr>
                        <a:buSzPts val="1800"/>
                        <a:buFont typeface="Arial"/>
                        <a:buNone/>
                      </a:pPr>
                      <a:r>
                        <a:rPr b="1" lang="en-GB" sz="1800" u="none" cap="none" strike="noStrike">
                          <a:solidFill>
                            <a:schemeClr val="dk1"/>
                          </a:solidFill>
                          <a:latin typeface="Calibri"/>
                          <a:ea typeface="Calibri"/>
                          <a:cs typeface="Calibri"/>
                          <a:sym typeface="Calibri"/>
                        </a:rPr>
                        <a:t>For most part</a:t>
                      </a:r>
                      <a:endParaRPr b="1" sz="1800" u="none" cap="none" strike="noStrike"/>
                    </a:p>
                  </a:txBody>
                  <a:tcPr marT="45725" marB="45725" marR="91450" marL="91450"/>
                </a:tc>
              </a:tr>
              <a:tr h="895350">
                <a:tc>
                  <a:txBody>
                    <a:bodyPr/>
                    <a:lstStyle/>
                    <a:p>
                      <a:pPr indent="0" lvl="0" marL="0" marR="0" rtl="0" algn="ctr">
                        <a:lnSpc>
                          <a:spcPct val="100000"/>
                        </a:lnSpc>
                        <a:spcBef>
                          <a:spcPts val="0"/>
                        </a:spcBef>
                        <a:spcAft>
                          <a:spcPts val="0"/>
                        </a:spcAft>
                        <a:buClr>
                          <a:srgbClr val="000000"/>
                        </a:buClr>
                        <a:buSzPts val="1800"/>
                        <a:buFont typeface="Arial"/>
                        <a:buNone/>
                      </a:pPr>
                      <a:r>
                        <a:rPr b="1" lang="en-GB" sz="1800" u="none" cap="none" strike="noStrike">
                          <a:solidFill>
                            <a:schemeClr val="dk1"/>
                          </a:solidFill>
                          <a:latin typeface="Calibri"/>
                          <a:ea typeface="Calibri"/>
                          <a:cs typeface="Calibri"/>
                          <a:sym typeface="Calibri"/>
                        </a:rPr>
                        <a:t>Generally</a:t>
                      </a:r>
                      <a:endParaRPr b="1" sz="1800" u="none" cap="none" strike="noStrike"/>
                    </a:p>
                  </a:txBody>
                  <a:tcPr marT="45725" marB="45725" marR="91450" marL="91450"/>
                </a:tc>
              </a:tr>
              <a:tr h="895350">
                <a:tc>
                  <a:txBody>
                    <a:bodyPr/>
                    <a:lstStyle/>
                    <a:p>
                      <a:pPr indent="0" lvl="0" marL="0" marR="0" rtl="0" algn="ctr">
                        <a:lnSpc>
                          <a:spcPct val="100000"/>
                        </a:lnSpc>
                        <a:spcBef>
                          <a:spcPts val="0"/>
                        </a:spcBef>
                        <a:spcAft>
                          <a:spcPts val="0"/>
                        </a:spcAft>
                        <a:buClr>
                          <a:srgbClr val="000000"/>
                        </a:buClr>
                        <a:buSzPts val="1800"/>
                        <a:buFont typeface="Arial"/>
                        <a:buNone/>
                      </a:pPr>
                      <a:r>
                        <a:rPr b="1" lang="en-GB" sz="1800" u="none" cap="none" strike="noStrike">
                          <a:solidFill>
                            <a:schemeClr val="dk1"/>
                          </a:solidFill>
                          <a:latin typeface="Calibri"/>
                          <a:ea typeface="Calibri"/>
                          <a:cs typeface="Calibri"/>
                          <a:sym typeface="Calibri"/>
                        </a:rPr>
                        <a:t>On the Whole</a:t>
                      </a:r>
                      <a:endParaRPr b="1" sz="1800" u="none" cap="none" strike="noStrike"/>
                    </a:p>
                  </a:txBody>
                  <a:tcPr marT="45725" marB="45725" marR="91450" marL="91450"/>
                </a:tc>
              </a:tr>
              <a:tr h="895350">
                <a:tc>
                  <a:txBody>
                    <a:bodyPr/>
                    <a:lstStyle/>
                    <a:p>
                      <a:pPr indent="0" lvl="0" marL="0" marR="0" rtl="0" algn="ctr">
                        <a:lnSpc>
                          <a:spcPct val="100000"/>
                        </a:lnSpc>
                        <a:spcBef>
                          <a:spcPts val="0"/>
                        </a:spcBef>
                        <a:spcAft>
                          <a:spcPts val="0"/>
                        </a:spcAft>
                        <a:buClr>
                          <a:srgbClr val="000000"/>
                        </a:buClr>
                        <a:buSzPts val="1800"/>
                        <a:buFont typeface="Arial"/>
                        <a:buNone/>
                      </a:pPr>
                      <a:r>
                        <a:rPr b="1" lang="en-GB" sz="1800" u="none" cap="none" strike="noStrike">
                          <a:solidFill>
                            <a:schemeClr val="dk1"/>
                          </a:solidFill>
                          <a:latin typeface="Calibri"/>
                          <a:ea typeface="Calibri"/>
                          <a:cs typeface="Calibri"/>
                          <a:sym typeface="Calibri"/>
                        </a:rPr>
                        <a:t>Overall</a:t>
                      </a:r>
                      <a:endParaRPr b="1" sz="1800" u="none" cap="none" strike="noStrike"/>
                    </a:p>
                  </a:txBody>
                  <a:tcPr marT="45725" marB="45725" marR="91450" marL="91450"/>
                </a:tc>
              </a:tr>
              <a:tr h="895350">
                <a:tc>
                  <a:txBody>
                    <a:bodyPr/>
                    <a:lstStyle/>
                    <a:p>
                      <a:pPr indent="0" lvl="0" marL="0" marR="0" rtl="0" algn="ctr">
                        <a:lnSpc>
                          <a:spcPct val="100000"/>
                        </a:lnSpc>
                        <a:spcBef>
                          <a:spcPts val="0"/>
                        </a:spcBef>
                        <a:spcAft>
                          <a:spcPts val="0"/>
                        </a:spcAft>
                        <a:buClr>
                          <a:schemeClr val="dk1"/>
                        </a:buClr>
                        <a:buSzPts val="1800"/>
                        <a:buFont typeface="Calibri"/>
                        <a:buNone/>
                      </a:pPr>
                      <a:r>
                        <a:rPr b="1" lang="en-GB" sz="1800" u="none" cap="none" strike="noStrike">
                          <a:solidFill>
                            <a:schemeClr val="dk1"/>
                          </a:solidFill>
                          <a:latin typeface="Calibri"/>
                          <a:ea typeface="Calibri"/>
                          <a:cs typeface="Calibri"/>
                          <a:sym typeface="Calibri"/>
                        </a:rPr>
                        <a:t>In most cases</a:t>
                      </a:r>
                      <a:r>
                        <a:rPr b="1" lang="en-GB" sz="1800" u="none" cap="none" strike="noStrike"/>
                        <a:t> </a:t>
                      </a:r>
                      <a:endParaRPr b="1" sz="1800" u="none" cap="none" strike="noStrike"/>
                    </a:p>
                    <a:p>
                      <a:pPr indent="0" lvl="0" marL="0" marR="0" rtl="0" algn="ctr">
                        <a:lnSpc>
                          <a:spcPct val="100000"/>
                        </a:lnSpc>
                        <a:spcBef>
                          <a:spcPts val="0"/>
                        </a:spcBef>
                        <a:spcAft>
                          <a:spcPts val="0"/>
                        </a:spcAft>
                        <a:buClr>
                          <a:srgbClr val="000000"/>
                        </a:buClr>
                        <a:buSzPts val="1800"/>
                        <a:buFont typeface="Arial"/>
                        <a:buNone/>
                      </a:pPr>
                      <a:r>
                        <a:t/>
                      </a:r>
                      <a:endParaRPr b="1" sz="1800" u="none" cap="none" strike="noStrike"/>
                    </a:p>
                  </a:txBody>
                  <a:tcPr marT="45725" marB="45725" marR="91450" marL="91450"/>
                </a:tc>
              </a:tr>
            </a:tbl>
          </a:graphicData>
        </a:graphic>
      </p:graphicFrame>
      <p:graphicFrame>
        <p:nvGraphicFramePr>
          <p:cNvPr id="587" name="Google Shape;587;p57"/>
          <p:cNvGraphicFramePr/>
          <p:nvPr/>
        </p:nvGraphicFramePr>
        <p:xfrm>
          <a:off x="3228788" y="92449"/>
          <a:ext cx="3000000" cy="3000000"/>
        </p:xfrm>
        <a:graphic>
          <a:graphicData uri="http://schemas.openxmlformats.org/drawingml/2006/table">
            <a:tbl>
              <a:tblPr bandRow="1" firstRow="1">
                <a:noFill/>
                <a:tableStyleId>{7E63FB25-CDE2-4CD1-AFF7-4FE402F85FBA}</a:tableStyleId>
              </a:tblPr>
              <a:tblGrid>
                <a:gridCol w="3010125"/>
              </a:tblGrid>
              <a:tr h="872950">
                <a:tc>
                  <a:txBody>
                    <a:bodyPr/>
                    <a:lstStyle/>
                    <a:p>
                      <a:pPr indent="0" lvl="0" marL="0" marR="0" rtl="0" algn="ctr">
                        <a:lnSpc>
                          <a:spcPct val="100000"/>
                        </a:lnSpc>
                        <a:spcBef>
                          <a:spcPts val="0"/>
                        </a:spcBef>
                        <a:spcAft>
                          <a:spcPts val="0"/>
                        </a:spcAft>
                        <a:buClr>
                          <a:srgbClr val="800000"/>
                        </a:buClr>
                        <a:buSzPts val="2000"/>
                        <a:buFont typeface="Calibri"/>
                        <a:buNone/>
                      </a:pPr>
                      <a:r>
                        <a:rPr b="1" lang="en-GB" sz="2000" u="none" cap="none" strike="noStrike">
                          <a:solidFill>
                            <a:srgbClr val="800000"/>
                          </a:solidFill>
                          <a:latin typeface="Calibri"/>
                          <a:ea typeface="Calibri"/>
                          <a:cs typeface="Calibri"/>
                          <a:sym typeface="Calibri"/>
                        </a:rPr>
                        <a:t>Comparison</a:t>
                      </a:r>
                      <a:endParaRPr b="1" sz="2000" u="none" cap="none" strike="noStrike">
                        <a:solidFill>
                          <a:srgbClr val="800000"/>
                        </a:solidFill>
                        <a:latin typeface="Calibri"/>
                        <a:ea typeface="Calibri"/>
                        <a:cs typeface="Calibri"/>
                        <a:sym typeface="Calibri"/>
                      </a:endParaRPr>
                    </a:p>
                  </a:txBody>
                  <a:tcPr marT="45725" marB="45725" marR="91450" marL="91450">
                    <a:solidFill>
                      <a:srgbClr val="D9D9D9"/>
                    </a:solidFill>
                  </a:tcPr>
                </a:tc>
              </a:tr>
              <a:tr h="895350">
                <a:tc>
                  <a:txBody>
                    <a:bodyPr/>
                    <a:lstStyle/>
                    <a:p>
                      <a:pPr indent="0" lvl="0" marL="0" marR="0" rtl="0" algn="ctr">
                        <a:lnSpc>
                          <a:spcPct val="100000"/>
                        </a:lnSpc>
                        <a:spcBef>
                          <a:spcPts val="0"/>
                        </a:spcBef>
                        <a:spcAft>
                          <a:spcPts val="0"/>
                        </a:spcAft>
                        <a:buClr>
                          <a:srgbClr val="000000"/>
                        </a:buClr>
                        <a:buSzPts val="1800"/>
                        <a:buFont typeface="Arial"/>
                        <a:buNone/>
                      </a:pPr>
                      <a:r>
                        <a:rPr b="1" lang="en-GB" sz="1800" u="none" cap="none" strike="noStrike"/>
                        <a:t>Similarly</a:t>
                      </a:r>
                      <a:endParaRPr b="1" sz="1800" u="none" cap="none" strike="noStrike"/>
                    </a:p>
                  </a:txBody>
                  <a:tcPr marT="45725" marB="45725" marR="91450" marL="91450"/>
                </a:tc>
              </a:tr>
              <a:tr h="895350">
                <a:tc>
                  <a:txBody>
                    <a:bodyPr/>
                    <a:lstStyle/>
                    <a:p>
                      <a:pPr indent="0" lvl="0" marL="0" marR="0" rtl="0" algn="ctr">
                        <a:lnSpc>
                          <a:spcPct val="100000"/>
                        </a:lnSpc>
                        <a:spcBef>
                          <a:spcPts val="0"/>
                        </a:spcBef>
                        <a:spcAft>
                          <a:spcPts val="0"/>
                        </a:spcAft>
                        <a:buClr>
                          <a:srgbClr val="000000"/>
                        </a:buClr>
                        <a:buSzPts val="1800"/>
                        <a:buFont typeface="Arial"/>
                        <a:buNone/>
                      </a:pPr>
                      <a:r>
                        <a:rPr b="1" lang="en-GB" sz="1800" u="none" cap="none" strike="noStrike"/>
                        <a:t>Equally</a:t>
                      </a:r>
                      <a:endParaRPr b="1" sz="1800" u="none" cap="none" strike="noStrike"/>
                    </a:p>
                  </a:txBody>
                  <a:tcPr marT="45725" marB="45725" marR="91450" marL="91450"/>
                </a:tc>
              </a:tr>
              <a:tr h="895350">
                <a:tc>
                  <a:txBody>
                    <a:bodyPr/>
                    <a:lstStyle/>
                    <a:p>
                      <a:pPr indent="0" lvl="0" marL="0" marR="0" rtl="0" algn="ctr">
                        <a:lnSpc>
                          <a:spcPct val="100000"/>
                        </a:lnSpc>
                        <a:spcBef>
                          <a:spcPts val="0"/>
                        </a:spcBef>
                        <a:spcAft>
                          <a:spcPts val="0"/>
                        </a:spcAft>
                        <a:buClr>
                          <a:srgbClr val="000000"/>
                        </a:buClr>
                        <a:buSzPts val="1800"/>
                        <a:buFont typeface="Arial"/>
                        <a:buNone/>
                      </a:pPr>
                      <a:r>
                        <a:rPr b="1" lang="en-GB" sz="1800" u="none" cap="none" strike="noStrike"/>
                        <a:t>Likewise</a:t>
                      </a:r>
                      <a:endParaRPr b="1" sz="1800" u="none" cap="none" strike="noStrike"/>
                    </a:p>
                  </a:txBody>
                  <a:tcPr marT="45725" marB="45725" marR="91450" marL="91450"/>
                </a:tc>
              </a:tr>
              <a:tr h="895350">
                <a:tc>
                  <a:txBody>
                    <a:bodyPr/>
                    <a:lstStyle/>
                    <a:p>
                      <a:pPr indent="0" lvl="0" marL="0" marR="0" rtl="0" algn="ctr">
                        <a:lnSpc>
                          <a:spcPct val="100000"/>
                        </a:lnSpc>
                        <a:spcBef>
                          <a:spcPts val="0"/>
                        </a:spcBef>
                        <a:spcAft>
                          <a:spcPts val="0"/>
                        </a:spcAft>
                        <a:buClr>
                          <a:srgbClr val="000000"/>
                        </a:buClr>
                        <a:buSzPts val="1800"/>
                        <a:buFont typeface="Arial"/>
                        <a:buNone/>
                      </a:pPr>
                      <a:r>
                        <a:rPr b="1" lang="en-GB" sz="1800" u="none" cap="none" strike="noStrike"/>
                        <a:t>In the same way</a:t>
                      </a:r>
                      <a:endParaRPr b="1" sz="1800" u="none" cap="none" strike="noStrike"/>
                    </a:p>
                  </a:txBody>
                  <a:tcPr marT="45725" marB="45725" marR="91450" marL="91450"/>
                </a:tc>
              </a:tr>
              <a:tr h="895350">
                <a:tc>
                  <a:txBody>
                    <a:bodyPr/>
                    <a:lstStyle/>
                    <a:p>
                      <a:pPr indent="0" lvl="0" marL="0" marR="0" rtl="0" algn="ctr">
                        <a:lnSpc>
                          <a:spcPct val="100000"/>
                        </a:lnSpc>
                        <a:spcBef>
                          <a:spcPts val="0"/>
                        </a:spcBef>
                        <a:spcAft>
                          <a:spcPts val="0"/>
                        </a:spcAft>
                        <a:buClr>
                          <a:srgbClr val="000000"/>
                        </a:buClr>
                        <a:buSzPts val="1800"/>
                        <a:buFont typeface="Arial"/>
                        <a:buNone/>
                      </a:pPr>
                      <a:r>
                        <a:rPr b="1" lang="en-GB" sz="1800" u="none" cap="none" strike="noStrike"/>
                        <a:t>Same as</a:t>
                      </a:r>
                      <a:endParaRPr b="1" sz="1800" u="none" cap="none" strike="noStrike"/>
                    </a:p>
                  </a:txBody>
                  <a:tcPr marT="45725" marB="45725" marR="91450" marL="91450"/>
                </a:tc>
              </a:tr>
              <a:tr h="895350">
                <a:tc>
                  <a:txBody>
                    <a:bodyPr/>
                    <a:lstStyle/>
                    <a:p>
                      <a:pPr indent="0" lvl="0" marL="0" marR="0" rtl="0" algn="ctr">
                        <a:lnSpc>
                          <a:spcPct val="100000"/>
                        </a:lnSpc>
                        <a:spcBef>
                          <a:spcPts val="0"/>
                        </a:spcBef>
                        <a:spcAft>
                          <a:spcPts val="0"/>
                        </a:spcAft>
                        <a:buClr>
                          <a:srgbClr val="000000"/>
                        </a:buClr>
                        <a:buSzPts val="1800"/>
                        <a:buFont typeface="Arial"/>
                        <a:buNone/>
                      </a:pPr>
                      <a:r>
                        <a:rPr b="1" lang="en-GB" sz="1800" u="none" cap="none" strike="noStrike"/>
                        <a:t>By the same token</a:t>
                      </a:r>
                      <a:endParaRPr b="1" sz="1800" u="none" cap="none" strike="noStrike"/>
                    </a:p>
                  </a:txBody>
                  <a:tcPr marT="45725" marB="45725" marR="91450" marL="91450"/>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5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graphicFrame>
        <p:nvGraphicFramePr>
          <p:cNvPr id="594" name="Google Shape;594;p58"/>
          <p:cNvGraphicFramePr/>
          <p:nvPr/>
        </p:nvGraphicFramePr>
        <p:xfrm>
          <a:off x="0" y="88205"/>
          <a:ext cx="3000000" cy="3000000"/>
        </p:xfrm>
        <a:graphic>
          <a:graphicData uri="http://schemas.openxmlformats.org/drawingml/2006/table">
            <a:tbl>
              <a:tblPr bandRow="1" firstRow="1">
                <a:noFill/>
                <a:tableStyleId>{7E63FB25-CDE2-4CD1-AFF7-4FE402F85FBA}</a:tableStyleId>
              </a:tblPr>
              <a:tblGrid>
                <a:gridCol w="2438400"/>
              </a:tblGrid>
              <a:tr h="847150">
                <a:tc>
                  <a:txBody>
                    <a:bodyPr/>
                    <a:lstStyle/>
                    <a:p>
                      <a:pPr indent="0" lvl="0" marL="0" marR="0" rtl="0" algn="ctr">
                        <a:lnSpc>
                          <a:spcPct val="100000"/>
                        </a:lnSpc>
                        <a:spcBef>
                          <a:spcPts val="0"/>
                        </a:spcBef>
                        <a:spcAft>
                          <a:spcPts val="0"/>
                        </a:spcAft>
                        <a:buClr>
                          <a:srgbClr val="800000"/>
                        </a:buClr>
                        <a:buSzPts val="2000"/>
                        <a:buFont typeface="Calibri"/>
                        <a:buNone/>
                      </a:pPr>
                      <a:r>
                        <a:rPr b="1" lang="en-GB" sz="2000" u="none" cap="none" strike="noStrike">
                          <a:solidFill>
                            <a:srgbClr val="800000"/>
                          </a:solidFill>
                        </a:rPr>
                        <a:t>Condition </a:t>
                      </a:r>
                      <a:endParaRPr b="1" sz="2000" u="none" cap="none" strike="noStrike">
                        <a:solidFill>
                          <a:srgbClr val="800000"/>
                        </a:solidFill>
                        <a:latin typeface="Calibri"/>
                        <a:ea typeface="Calibri"/>
                        <a:cs typeface="Calibri"/>
                        <a:sym typeface="Calibri"/>
                      </a:endParaRPr>
                    </a:p>
                  </a:txBody>
                  <a:tcPr marT="45725" marB="45725" marR="91450" marL="91450">
                    <a:solidFill>
                      <a:srgbClr val="D9D9D9"/>
                    </a:solidFill>
                  </a:tcPr>
                </a:tc>
              </a:tr>
              <a:tr h="868900">
                <a:tc>
                  <a:txBody>
                    <a:bodyPr/>
                    <a:lstStyle/>
                    <a:p>
                      <a:pPr indent="0" lvl="0" marL="0" marR="0" rtl="0" algn="ctr">
                        <a:lnSpc>
                          <a:spcPct val="100000"/>
                        </a:lnSpc>
                        <a:spcBef>
                          <a:spcPts val="0"/>
                        </a:spcBef>
                        <a:spcAft>
                          <a:spcPts val="0"/>
                        </a:spcAft>
                        <a:buClr>
                          <a:schemeClr val="dk1"/>
                        </a:buClr>
                        <a:buSzPts val="1800"/>
                        <a:buFont typeface="Calibri"/>
                        <a:buNone/>
                      </a:pPr>
                      <a:r>
                        <a:rPr b="1" lang="en-GB" sz="1800" u="none" cap="none" strike="noStrike">
                          <a:solidFill>
                            <a:schemeClr val="dk1"/>
                          </a:solidFill>
                          <a:latin typeface="Calibri"/>
                          <a:ea typeface="Calibri"/>
                          <a:cs typeface="Calibri"/>
                          <a:sym typeface="Calibri"/>
                        </a:rPr>
                        <a:t>If</a:t>
                      </a:r>
                      <a:endParaRPr b="1" sz="1800" u="none" cap="none" strike="noStrike"/>
                    </a:p>
                  </a:txBody>
                  <a:tcPr marT="45725" marB="45725" marR="91450" marL="91450"/>
                </a:tc>
              </a:tr>
              <a:tr h="868900">
                <a:tc>
                  <a:txBody>
                    <a:bodyPr/>
                    <a:lstStyle/>
                    <a:p>
                      <a:pPr indent="0" lvl="0" marL="0" marR="0" rtl="0" algn="ctr">
                        <a:lnSpc>
                          <a:spcPct val="100000"/>
                        </a:lnSpc>
                        <a:spcBef>
                          <a:spcPts val="0"/>
                        </a:spcBef>
                        <a:spcAft>
                          <a:spcPts val="0"/>
                        </a:spcAft>
                        <a:buClr>
                          <a:schemeClr val="dk1"/>
                        </a:buClr>
                        <a:buSzPts val="1800"/>
                        <a:buFont typeface="Calibri"/>
                        <a:buNone/>
                      </a:pPr>
                      <a:r>
                        <a:rPr b="1" lang="en-GB" sz="1800" u="none" cap="none" strike="noStrike">
                          <a:solidFill>
                            <a:schemeClr val="dk1"/>
                          </a:solidFill>
                          <a:latin typeface="Calibri"/>
                          <a:ea typeface="Calibri"/>
                          <a:cs typeface="Calibri"/>
                          <a:sym typeface="Calibri"/>
                        </a:rPr>
                        <a:t>In this case </a:t>
                      </a:r>
                      <a:endParaRPr b="1" sz="1800" u="none" cap="none" strike="noStrike"/>
                    </a:p>
                  </a:txBody>
                  <a:tcPr marT="45725" marB="45725" marR="91450" marL="91450"/>
                </a:tc>
              </a:tr>
              <a:tr h="868900">
                <a:tc>
                  <a:txBody>
                    <a:bodyPr/>
                    <a:lstStyle/>
                    <a:p>
                      <a:pPr indent="0" lvl="0" marL="0" marR="0" rtl="0" algn="ctr">
                        <a:lnSpc>
                          <a:spcPct val="100000"/>
                        </a:lnSpc>
                        <a:spcBef>
                          <a:spcPts val="0"/>
                        </a:spcBef>
                        <a:spcAft>
                          <a:spcPts val="0"/>
                        </a:spcAft>
                        <a:buClr>
                          <a:schemeClr val="dk1"/>
                        </a:buClr>
                        <a:buSzPts val="1800"/>
                        <a:buFont typeface="Calibri"/>
                        <a:buNone/>
                      </a:pPr>
                      <a:r>
                        <a:rPr b="1" lang="en-GB" sz="1800" u="none" cap="none" strike="noStrike">
                          <a:solidFill>
                            <a:schemeClr val="dk1"/>
                          </a:solidFill>
                          <a:latin typeface="Calibri"/>
                          <a:ea typeface="Calibri"/>
                          <a:cs typeface="Calibri"/>
                          <a:sym typeface="Calibri"/>
                        </a:rPr>
                        <a:t>In case</a:t>
                      </a:r>
                      <a:endParaRPr b="1" sz="1800" u="none" cap="none" strike="noStrike"/>
                    </a:p>
                  </a:txBody>
                  <a:tcPr marT="45725" marB="45725" marR="91450" marL="91450"/>
                </a:tc>
              </a:tr>
              <a:tr h="850600">
                <a:tc>
                  <a:txBody>
                    <a:bodyPr/>
                    <a:lstStyle/>
                    <a:p>
                      <a:pPr indent="0" lvl="0" marL="0" marR="0" rtl="0" algn="ctr">
                        <a:lnSpc>
                          <a:spcPct val="100000"/>
                        </a:lnSpc>
                        <a:spcBef>
                          <a:spcPts val="0"/>
                        </a:spcBef>
                        <a:spcAft>
                          <a:spcPts val="0"/>
                        </a:spcAft>
                        <a:buClr>
                          <a:schemeClr val="dk1"/>
                        </a:buClr>
                        <a:buSzPts val="1800"/>
                        <a:buFont typeface="Calibri"/>
                        <a:buNone/>
                      </a:pPr>
                      <a:r>
                        <a:rPr b="1" lang="en-GB" sz="1800" u="none" cap="none" strike="noStrike">
                          <a:solidFill>
                            <a:schemeClr val="dk1"/>
                          </a:solidFill>
                          <a:latin typeface="Calibri"/>
                          <a:ea typeface="Calibri"/>
                          <a:cs typeface="Calibri"/>
                          <a:sym typeface="Calibri"/>
                        </a:rPr>
                        <a:t> Unless</a:t>
                      </a:r>
                      <a:endParaRPr b="1" sz="1800" u="none" cap="none" strike="noStrike">
                        <a:solidFill>
                          <a:schemeClr val="dk1"/>
                        </a:solidFill>
                        <a:latin typeface="Calibri"/>
                        <a:ea typeface="Calibri"/>
                        <a:cs typeface="Calibri"/>
                        <a:sym typeface="Calibri"/>
                      </a:endParaRPr>
                    </a:p>
                  </a:txBody>
                  <a:tcPr marT="45725" marB="45725" marR="91450" marL="91450"/>
                </a:tc>
              </a:tr>
              <a:tr h="868900">
                <a:tc>
                  <a:txBody>
                    <a:bodyPr/>
                    <a:lstStyle/>
                    <a:p>
                      <a:pPr indent="0" lvl="0" marL="0" marR="0" rtl="0" algn="ctr">
                        <a:lnSpc>
                          <a:spcPct val="100000"/>
                        </a:lnSpc>
                        <a:spcBef>
                          <a:spcPts val="0"/>
                        </a:spcBef>
                        <a:spcAft>
                          <a:spcPts val="0"/>
                        </a:spcAft>
                        <a:buClr>
                          <a:srgbClr val="000000"/>
                        </a:buClr>
                        <a:buSzPts val="1800"/>
                        <a:buFont typeface="Arial"/>
                        <a:buNone/>
                      </a:pPr>
                      <a:r>
                        <a:t/>
                      </a:r>
                      <a:endParaRPr b="1" sz="1800" u="none" cap="none" strike="noStrike"/>
                    </a:p>
                  </a:txBody>
                  <a:tcPr marT="45725" marB="45725" marR="91450" marL="91450"/>
                </a:tc>
              </a:tr>
              <a:tr h="868900">
                <a:tc>
                  <a:txBody>
                    <a:bodyPr/>
                    <a:lstStyle/>
                    <a:p>
                      <a:pPr indent="0" lvl="0" marL="0" marR="0" rtl="0" algn="ctr">
                        <a:lnSpc>
                          <a:spcPct val="100000"/>
                        </a:lnSpc>
                        <a:spcBef>
                          <a:spcPts val="0"/>
                        </a:spcBef>
                        <a:spcAft>
                          <a:spcPts val="0"/>
                        </a:spcAft>
                        <a:buClr>
                          <a:srgbClr val="000000"/>
                        </a:buClr>
                        <a:buSzPts val="1800"/>
                        <a:buFont typeface="Arial"/>
                        <a:buNone/>
                      </a:pPr>
                      <a:r>
                        <a:t/>
                      </a:r>
                      <a:endParaRPr b="1" sz="1800" u="none" cap="none" strike="noStrike"/>
                    </a:p>
                  </a:txBody>
                  <a:tcPr marT="45725" marB="45725" marR="91450" marL="91450"/>
                </a:tc>
              </a:tr>
            </a:tbl>
          </a:graphicData>
        </a:graphic>
      </p:graphicFrame>
      <p:sp>
        <p:nvSpPr>
          <p:cNvPr id="595" name="Google Shape;595;p5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graphicFrame>
        <p:nvGraphicFramePr>
          <p:cNvPr id="596" name="Google Shape;596;p58"/>
          <p:cNvGraphicFramePr/>
          <p:nvPr/>
        </p:nvGraphicFramePr>
        <p:xfrm>
          <a:off x="2257612" y="74706"/>
          <a:ext cx="3000000" cy="3000000"/>
        </p:xfrm>
        <a:graphic>
          <a:graphicData uri="http://schemas.openxmlformats.org/drawingml/2006/table">
            <a:tbl>
              <a:tblPr bandRow="1" firstRow="1">
                <a:noFill/>
                <a:tableStyleId>{7E63FB25-CDE2-4CD1-AFF7-4FE402F85FBA}</a:tableStyleId>
              </a:tblPr>
              <a:tblGrid>
                <a:gridCol w="2421650"/>
              </a:tblGrid>
              <a:tr h="847950">
                <a:tc>
                  <a:txBody>
                    <a:bodyPr/>
                    <a:lstStyle/>
                    <a:p>
                      <a:pPr indent="0" lvl="0" marL="0" marR="0" rtl="0" algn="ctr">
                        <a:lnSpc>
                          <a:spcPct val="100000"/>
                        </a:lnSpc>
                        <a:spcBef>
                          <a:spcPts val="0"/>
                        </a:spcBef>
                        <a:spcAft>
                          <a:spcPts val="0"/>
                        </a:spcAft>
                        <a:buClr>
                          <a:srgbClr val="000000"/>
                        </a:buClr>
                        <a:buSzPts val="2000"/>
                        <a:buFont typeface="Arial"/>
                        <a:buNone/>
                      </a:pPr>
                      <a:r>
                        <a:rPr b="1" lang="en-GB" sz="2000" u="none" cap="none" strike="noStrike">
                          <a:solidFill>
                            <a:srgbClr val="800000"/>
                          </a:solidFill>
                        </a:rPr>
                        <a:t>Replacement</a:t>
                      </a:r>
                      <a:endParaRPr sz="2000" u="none" cap="none" strike="noStrike">
                        <a:solidFill>
                          <a:srgbClr val="800000"/>
                        </a:solidFill>
                      </a:endParaRPr>
                    </a:p>
                  </a:txBody>
                  <a:tcPr marT="45725" marB="45725" marR="91450" marL="91450">
                    <a:solidFill>
                      <a:srgbClr val="D9D9D9"/>
                    </a:solidFill>
                  </a:tcPr>
                </a:tc>
              </a:tr>
              <a:tr h="869700">
                <a:tc>
                  <a:txBody>
                    <a:bodyPr/>
                    <a:lstStyle/>
                    <a:p>
                      <a:pPr indent="0" lvl="0" marL="0" marR="0" rtl="0" algn="ctr">
                        <a:lnSpc>
                          <a:spcPct val="100000"/>
                        </a:lnSpc>
                        <a:spcBef>
                          <a:spcPts val="0"/>
                        </a:spcBef>
                        <a:spcAft>
                          <a:spcPts val="0"/>
                        </a:spcAft>
                        <a:buClr>
                          <a:srgbClr val="000000"/>
                        </a:buClr>
                        <a:buSzPts val="1800"/>
                        <a:buFont typeface="Arial"/>
                        <a:buNone/>
                      </a:pPr>
                      <a:r>
                        <a:rPr b="1" lang="en-GB" sz="1800" u="none" cap="none" strike="noStrike"/>
                        <a:t>Better still</a:t>
                      </a:r>
                      <a:endParaRPr b="1" sz="1800" u="none" cap="none" strike="noStrike"/>
                    </a:p>
                  </a:txBody>
                  <a:tcPr marT="45725" marB="45725" marR="91450" marL="91450"/>
                </a:tc>
              </a:tr>
              <a:tr h="869700">
                <a:tc>
                  <a:txBody>
                    <a:bodyPr/>
                    <a:lstStyle/>
                    <a:p>
                      <a:pPr indent="0" lvl="0" marL="0" marR="0" rtl="0" algn="ctr">
                        <a:lnSpc>
                          <a:spcPct val="100000"/>
                        </a:lnSpc>
                        <a:spcBef>
                          <a:spcPts val="0"/>
                        </a:spcBef>
                        <a:spcAft>
                          <a:spcPts val="0"/>
                        </a:spcAft>
                        <a:buClr>
                          <a:srgbClr val="000000"/>
                        </a:buClr>
                        <a:buSzPts val="1800"/>
                        <a:buFont typeface="Arial"/>
                        <a:buNone/>
                      </a:pPr>
                      <a:r>
                        <a:rPr b="1" lang="en-GB" sz="1800" u="none" cap="none" strike="noStrike"/>
                        <a:t>Alternatively</a:t>
                      </a:r>
                      <a:endParaRPr b="1" sz="1800" u="none" cap="none" strike="noStrike"/>
                    </a:p>
                  </a:txBody>
                  <a:tcPr marT="45725" marB="45725" marR="91450" marL="91450"/>
                </a:tc>
              </a:tr>
              <a:tr h="869700">
                <a:tc>
                  <a:txBody>
                    <a:bodyPr/>
                    <a:lstStyle/>
                    <a:p>
                      <a:pPr indent="0" lvl="0" marL="0" marR="0" rtl="0" algn="ctr">
                        <a:lnSpc>
                          <a:spcPct val="100000"/>
                        </a:lnSpc>
                        <a:spcBef>
                          <a:spcPts val="0"/>
                        </a:spcBef>
                        <a:spcAft>
                          <a:spcPts val="0"/>
                        </a:spcAft>
                        <a:buClr>
                          <a:srgbClr val="000000"/>
                        </a:buClr>
                        <a:buSzPts val="1800"/>
                        <a:buFont typeface="Arial"/>
                        <a:buNone/>
                      </a:pPr>
                      <a:r>
                        <a:t/>
                      </a:r>
                      <a:endParaRPr b="1" sz="1800" u="none" cap="none" strike="noStrike"/>
                    </a:p>
                  </a:txBody>
                  <a:tcPr marT="45725" marB="45725" marR="91450" marL="91450"/>
                </a:tc>
              </a:tr>
              <a:tr h="869700">
                <a:tc>
                  <a:txBody>
                    <a:bodyPr/>
                    <a:lstStyle/>
                    <a:p>
                      <a:pPr indent="0" lvl="0" marL="0" marR="0" rtl="0" algn="ctr">
                        <a:lnSpc>
                          <a:spcPct val="100000"/>
                        </a:lnSpc>
                        <a:spcBef>
                          <a:spcPts val="0"/>
                        </a:spcBef>
                        <a:spcAft>
                          <a:spcPts val="0"/>
                        </a:spcAft>
                        <a:buClr>
                          <a:srgbClr val="000000"/>
                        </a:buClr>
                        <a:buSzPts val="1800"/>
                        <a:buFont typeface="Arial"/>
                        <a:buNone/>
                      </a:pPr>
                      <a:r>
                        <a:t/>
                      </a:r>
                      <a:endParaRPr b="1" sz="1800" u="none" cap="none" strike="noStrike"/>
                    </a:p>
                  </a:txBody>
                  <a:tcPr marT="45725" marB="45725" marR="91450" marL="91450"/>
                </a:tc>
              </a:tr>
              <a:tr h="869700">
                <a:tc>
                  <a:txBody>
                    <a:bodyPr/>
                    <a:lstStyle/>
                    <a:p>
                      <a:pPr indent="0" lvl="0" marL="0" marR="0" rtl="0" algn="ctr">
                        <a:lnSpc>
                          <a:spcPct val="100000"/>
                        </a:lnSpc>
                        <a:spcBef>
                          <a:spcPts val="0"/>
                        </a:spcBef>
                        <a:spcAft>
                          <a:spcPts val="0"/>
                        </a:spcAft>
                        <a:buClr>
                          <a:srgbClr val="000000"/>
                        </a:buClr>
                        <a:buSzPts val="1800"/>
                        <a:buFont typeface="Arial"/>
                        <a:buNone/>
                      </a:pPr>
                      <a:r>
                        <a:t/>
                      </a:r>
                      <a:endParaRPr b="1" sz="1800" u="none" cap="none" strike="noStrike"/>
                    </a:p>
                  </a:txBody>
                  <a:tcPr marT="45725" marB="45725" marR="91450" marL="91450"/>
                </a:tc>
              </a:tr>
              <a:tr h="869700">
                <a:tc>
                  <a:txBody>
                    <a:bodyPr/>
                    <a:lstStyle/>
                    <a:p>
                      <a:pPr indent="0" lvl="0" marL="0" marR="0" rtl="0" algn="ctr">
                        <a:lnSpc>
                          <a:spcPct val="100000"/>
                        </a:lnSpc>
                        <a:spcBef>
                          <a:spcPts val="0"/>
                        </a:spcBef>
                        <a:spcAft>
                          <a:spcPts val="0"/>
                        </a:spcAft>
                        <a:buClr>
                          <a:srgbClr val="000000"/>
                        </a:buClr>
                        <a:buSzPts val="1800"/>
                        <a:buFont typeface="Arial"/>
                        <a:buNone/>
                      </a:pPr>
                      <a:r>
                        <a:t/>
                      </a:r>
                      <a:endParaRPr b="1" sz="1800" u="none" cap="none" strike="noStrike"/>
                    </a:p>
                  </a:txBody>
                  <a:tcPr marT="45725" marB="45725" marR="91450" marL="91450"/>
                </a:tc>
              </a:tr>
            </a:tbl>
          </a:graphicData>
        </a:graphic>
      </p:graphicFrame>
      <p:graphicFrame>
        <p:nvGraphicFramePr>
          <p:cNvPr id="597" name="Google Shape;597;p58"/>
          <p:cNvGraphicFramePr/>
          <p:nvPr/>
        </p:nvGraphicFramePr>
        <p:xfrm>
          <a:off x="9663954" y="74705"/>
          <a:ext cx="3000000" cy="3000000"/>
        </p:xfrm>
        <a:graphic>
          <a:graphicData uri="http://schemas.openxmlformats.org/drawingml/2006/table">
            <a:tbl>
              <a:tblPr bandRow="1" firstRow="1">
                <a:noFill/>
                <a:tableStyleId>{7E63FB25-CDE2-4CD1-AFF7-4FE402F85FBA}</a:tableStyleId>
              </a:tblPr>
              <a:tblGrid>
                <a:gridCol w="2438400"/>
              </a:tblGrid>
              <a:tr h="847150">
                <a:tc>
                  <a:txBody>
                    <a:bodyPr/>
                    <a:lstStyle/>
                    <a:p>
                      <a:pPr indent="0" lvl="0" marL="0" marR="0" rtl="0" algn="ctr">
                        <a:lnSpc>
                          <a:spcPct val="100000"/>
                        </a:lnSpc>
                        <a:spcBef>
                          <a:spcPts val="0"/>
                        </a:spcBef>
                        <a:spcAft>
                          <a:spcPts val="0"/>
                        </a:spcAft>
                        <a:buClr>
                          <a:srgbClr val="000000"/>
                        </a:buClr>
                        <a:buSzPts val="2000"/>
                        <a:buFont typeface="Arial"/>
                        <a:buNone/>
                      </a:pPr>
                      <a:r>
                        <a:rPr b="1" lang="en-GB" sz="2000" u="none" cap="none" strike="noStrike">
                          <a:solidFill>
                            <a:srgbClr val="800000"/>
                          </a:solidFill>
                        </a:rPr>
                        <a:t>Summary</a:t>
                      </a:r>
                      <a:endParaRPr sz="2000" u="none" cap="none" strike="noStrike">
                        <a:solidFill>
                          <a:srgbClr val="800000"/>
                        </a:solidFill>
                      </a:endParaRPr>
                    </a:p>
                  </a:txBody>
                  <a:tcPr marT="45725" marB="45725" marR="91450" marL="91450">
                    <a:solidFill>
                      <a:srgbClr val="D9D9D9"/>
                    </a:solidFill>
                  </a:tcPr>
                </a:tc>
              </a:tr>
              <a:tr h="868900">
                <a:tc>
                  <a:txBody>
                    <a:bodyPr/>
                    <a:lstStyle/>
                    <a:p>
                      <a:pPr indent="0" lvl="0" marL="0" marR="0" rtl="0" algn="ctr">
                        <a:lnSpc>
                          <a:spcPct val="100000"/>
                        </a:lnSpc>
                        <a:spcBef>
                          <a:spcPts val="0"/>
                        </a:spcBef>
                        <a:spcAft>
                          <a:spcPts val="0"/>
                        </a:spcAft>
                        <a:buClr>
                          <a:srgbClr val="000000"/>
                        </a:buClr>
                        <a:buSzPts val="1800"/>
                        <a:buFont typeface="Arial"/>
                        <a:buNone/>
                      </a:pPr>
                      <a:r>
                        <a:rPr b="1" lang="en-GB" sz="1800" u="none" cap="none" strike="noStrike"/>
                        <a:t>In conclusion</a:t>
                      </a:r>
                      <a:endParaRPr b="1" sz="1800" u="none" cap="none" strike="noStrike"/>
                    </a:p>
                  </a:txBody>
                  <a:tcPr marT="45725" marB="45725" marR="91450" marL="91450"/>
                </a:tc>
              </a:tr>
              <a:tr h="868900">
                <a:tc>
                  <a:txBody>
                    <a:bodyPr/>
                    <a:lstStyle/>
                    <a:p>
                      <a:pPr indent="0" lvl="0" marL="0" marR="0" rtl="0" algn="ctr">
                        <a:lnSpc>
                          <a:spcPct val="100000"/>
                        </a:lnSpc>
                        <a:spcBef>
                          <a:spcPts val="0"/>
                        </a:spcBef>
                        <a:spcAft>
                          <a:spcPts val="0"/>
                        </a:spcAft>
                        <a:buClr>
                          <a:schemeClr val="dk1"/>
                        </a:buClr>
                        <a:buSzPts val="1800"/>
                        <a:buFont typeface="Calibri"/>
                        <a:buNone/>
                      </a:pPr>
                      <a:r>
                        <a:rPr b="1" lang="en-GB" sz="1800" u="none" cap="none" strike="noStrike"/>
                        <a:t>To sum up</a:t>
                      </a:r>
                      <a:endParaRPr sz="1400" u="none" cap="none" strike="noStrike"/>
                    </a:p>
                  </a:txBody>
                  <a:tcPr marT="45725" marB="45725" marR="91450" marL="91450"/>
                </a:tc>
              </a:tr>
              <a:tr h="868900">
                <a:tc>
                  <a:txBody>
                    <a:bodyPr/>
                    <a:lstStyle/>
                    <a:p>
                      <a:pPr indent="0" lvl="0" marL="0" marR="0" rtl="0" algn="ctr">
                        <a:lnSpc>
                          <a:spcPct val="100000"/>
                        </a:lnSpc>
                        <a:spcBef>
                          <a:spcPts val="0"/>
                        </a:spcBef>
                        <a:spcAft>
                          <a:spcPts val="0"/>
                        </a:spcAft>
                        <a:buClr>
                          <a:srgbClr val="000000"/>
                        </a:buClr>
                        <a:buSzPts val="1800"/>
                        <a:buFont typeface="Arial"/>
                        <a:buNone/>
                      </a:pPr>
                      <a:r>
                        <a:rPr b="1" lang="en-GB" sz="1800" u="none" cap="none" strike="noStrike"/>
                        <a:t>Altogether</a:t>
                      </a:r>
                      <a:endParaRPr b="1" sz="1800" u="none" cap="none" strike="noStrike"/>
                    </a:p>
                  </a:txBody>
                  <a:tcPr marT="45725" marB="45725" marR="91450" marL="91450"/>
                </a:tc>
              </a:tr>
              <a:tr h="850600">
                <a:tc>
                  <a:txBody>
                    <a:bodyPr/>
                    <a:lstStyle/>
                    <a:p>
                      <a:pPr indent="0" lvl="0" marL="0" marR="0" rtl="0" algn="ctr">
                        <a:lnSpc>
                          <a:spcPct val="100000"/>
                        </a:lnSpc>
                        <a:spcBef>
                          <a:spcPts val="0"/>
                        </a:spcBef>
                        <a:spcAft>
                          <a:spcPts val="0"/>
                        </a:spcAft>
                        <a:buClr>
                          <a:srgbClr val="000000"/>
                        </a:buClr>
                        <a:buSzPts val="1800"/>
                        <a:buFont typeface="Arial"/>
                        <a:buNone/>
                      </a:pPr>
                      <a:r>
                        <a:rPr b="1" lang="en-GB" sz="1800" u="none" cap="none" strike="noStrike"/>
                        <a:t>In short</a:t>
                      </a:r>
                      <a:endParaRPr b="1" sz="1800" u="none" cap="none" strike="noStrike"/>
                    </a:p>
                  </a:txBody>
                  <a:tcPr marT="45725" marB="45725" marR="91450" marL="91450"/>
                </a:tc>
              </a:tr>
              <a:tr h="868900">
                <a:tc>
                  <a:txBody>
                    <a:bodyPr/>
                    <a:lstStyle/>
                    <a:p>
                      <a:pPr indent="0" lvl="0" marL="0" marR="0" rtl="0" algn="ctr">
                        <a:lnSpc>
                          <a:spcPct val="100000"/>
                        </a:lnSpc>
                        <a:spcBef>
                          <a:spcPts val="0"/>
                        </a:spcBef>
                        <a:spcAft>
                          <a:spcPts val="0"/>
                        </a:spcAft>
                        <a:buClr>
                          <a:srgbClr val="000000"/>
                        </a:buClr>
                        <a:buSzPts val="1800"/>
                        <a:buFont typeface="Arial"/>
                        <a:buNone/>
                      </a:pPr>
                      <a:r>
                        <a:rPr b="1" lang="en-GB" sz="1800" u="none" cap="none" strike="noStrike"/>
                        <a:t>In the end</a:t>
                      </a:r>
                      <a:endParaRPr b="1" sz="1800" u="none" cap="none" strike="noStrike"/>
                    </a:p>
                  </a:txBody>
                  <a:tcPr marT="45725" marB="45725" marR="91450" marL="91450"/>
                </a:tc>
              </a:tr>
              <a:tr h="868900">
                <a:tc>
                  <a:txBody>
                    <a:bodyPr/>
                    <a:lstStyle/>
                    <a:p>
                      <a:pPr indent="0" lvl="0" marL="0" marR="0" rtl="0" algn="ctr">
                        <a:lnSpc>
                          <a:spcPct val="100000"/>
                        </a:lnSpc>
                        <a:spcBef>
                          <a:spcPts val="0"/>
                        </a:spcBef>
                        <a:spcAft>
                          <a:spcPts val="0"/>
                        </a:spcAft>
                        <a:buClr>
                          <a:srgbClr val="000000"/>
                        </a:buClr>
                        <a:buSzPts val="1800"/>
                        <a:buFont typeface="Arial"/>
                        <a:buNone/>
                      </a:pPr>
                      <a:r>
                        <a:rPr b="1" lang="en-GB" sz="1800" u="none" cap="none" strike="noStrike"/>
                        <a:t>Briefly</a:t>
                      </a:r>
                      <a:endParaRPr b="1" sz="1800" u="none" cap="none" strike="noStrike"/>
                    </a:p>
                  </a:txBody>
                  <a:tcPr marT="45725" marB="45725" marR="91450" marL="91450"/>
                </a:tc>
              </a:tr>
            </a:tbl>
          </a:graphicData>
        </a:graphic>
      </p:graphicFrame>
      <p:graphicFrame>
        <p:nvGraphicFramePr>
          <p:cNvPr id="598" name="Google Shape;598;p58"/>
          <p:cNvGraphicFramePr/>
          <p:nvPr/>
        </p:nvGraphicFramePr>
        <p:xfrm>
          <a:off x="7158318" y="74705"/>
          <a:ext cx="3000000" cy="3000000"/>
        </p:xfrm>
        <a:graphic>
          <a:graphicData uri="http://schemas.openxmlformats.org/drawingml/2006/table">
            <a:tbl>
              <a:tblPr bandRow="1" firstRow="1">
                <a:noFill/>
                <a:tableStyleId>{7E63FB25-CDE2-4CD1-AFF7-4FE402F85FBA}</a:tableStyleId>
              </a:tblPr>
              <a:tblGrid>
                <a:gridCol w="2438400"/>
              </a:tblGrid>
              <a:tr h="847150">
                <a:tc>
                  <a:txBody>
                    <a:bodyPr/>
                    <a:lstStyle/>
                    <a:p>
                      <a:pPr indent="0" lvl="1" marL="457200" marR="0" rtl="0" algn="ctr">
                        <a:lnSpc>
                          <a:spcPct val="100000"/>
                        </a:lnSpc>
                        <a:spcBef>
                          <a:spcPts val="0"/>
                        </a:spcBef>
                        <a:spcAft>
                          <a:spcPts val="0"/>
                        </a:spcAft>
                        <a:buClr>
                          <a:srgbClr val="000000"/>
                        </a:buClr>
                        <a:buSzPts val="2000"/>
                        <a:buFont typeface="Arial"/>
                        <a:buNone/>
                      </a:pPr>
                      <a:r>
                        <a:rPr lang="en-GB" sz="2000" u="none" cap="none" strike="noStrike">
                          <a:solidFill>
                            <a:srgbClr val="800000"/>
                          </a:solidFill>
                        </a:rPr>
                        <a:t>Result</a:t>
                      </a:r>
                      <a:endParaRPr sz="2000" u="none" cap="none" strike="noStrike">
                        <a:solidFill>
                          <a:srgbClr val="800000"/>
                        </a:solidFill>
                      </a:endParaRPr>
                    </a:p>
                  </a:txBody>
                  <a:tcPr marT="45725" marB="45725" marR="91450" marL="91450">
                    <a:solidFill>
                      <a:srgbClr val="D9D9D9"/>
                    </a:solidFill>
                  </a:tcPr>
                </a:tc>
              </a:tr>
              <a:tr h="868900">
                <a:tc>
                  <a:txBody>
                    <a:bodyPr/>
                    <a:lstStyle/>
                    <a:p>
                      <a:pPr indent="0" lvl="0" marL="0" marR="0" rtl="0" algn="ctr">
                        <a:lnSpc>
                          <a:spcPct val="100000"/>
                        </a:lnSpc>
                        <a:spcBef>
                          <a:spcPts val="0"/>
                        </a:spcBef>
                        <a:spcAft>
                          <a:spcPts val="0"/>
                        </a:spcAft>
                        <a:buClr>
                          <a:srgbClr val="000000"/>
                        </a:buClr>
                        <a:buSzPts val="1800"/>
                        <a:buFont typeface="Arial"/>
                        <a:buNone/>
                      </a:pPr>
                      <a:r>
                        <a:rPr b="1" lang="en-GB" sz="1800" u="none" cap="none" strike="noStrike"/>
                        <a:t>As a result</a:t>
                      </a:r>
                      <a:endParaRPr b="1" sz="1800" u="none" cap="none" strike="noStrike"/>
                    </a:p>
                  </a:txBody>
                  <a:tcPr marT="45725" marB="45725" marR="91450" marL="91450"/>
                </a:tc>
              </a:tr>
              <a:tr h="868900">
                <a:tc>
                  <a:txBody>
                    <a:bodyPr/>
                    <a:lstStyle/>
                    <a:p>
                      <a:pPr indent="0" lvl="0" marL="0" marR="0" rtl="0" algn="ctr">
                        <a:lnSpc>
                          <a:spcPct val="100000"/>
                        </a:lnSpc>
                        <a:spcBef>
                          <a:spcPts val="0"/>
                        </a:spcBef>
                        <a:spcAft>
                          <a:spcPts val="0"/>
                        </a:spcAft>
                        <a:buClr>
                          <a:srgbClr val="000000"/>
                        </a:buClr>
                        <a:buSzPts val="1800"/>
                        <a:buFont typeface="Arial"/>
                        <a:buNone/>
                      </a:pPr>
                      <a:r>
                        <a:rPr b="1" lang="en-GB" sz="1800" u="none" cap="none" strike="noStrike"/>
                        <a:t>As a consequence (of)</a:t>
                      </a:r>
                      <a:endParaRPr b="1" sz="1800" u="none" cap="none" strike="noStrike"/>
                    </a:p>
                  </a:txBody>
                  <a:tcPr marT="45725" marB="45725" marR="91450" marL="91450"/>
                </a:tc>
              </a:tr>
              <a:tr h="868900">
                <a:tc>
                  <a:txBody>
                    <a:bodyPr/>
                    <a:lstStyle/>
                    <a:p>
                      <a:pPr indent="0" lvl="0" marL="0" marR="0" rtl="0" algn="ctr">
                        <a:lnSpc>
                          <a:spcPct val="100000"/>
                        </a:lnSpc>
                        <a:spcBef>
                          <a:spcPts val="0"/>
                        </a:spcBef>
                        <a:spcAft>
                          <a:spcPts val="0"/>
                        </a:spcAft>
                        <a:buClr>
                          <a:srgbClr val="000000"/>
                        </a:buClr>
                        <a:buSzPts val="1800"/>
                        <a:buFont typeface="Arial"/>
                        <a:buNone/>
                      </a:pPr>
                      <a:r>
                        <a:rPr b="1" lang="en-GB" sz="1800" u="none" cap="none" strike="noStrike"/>
                        <a:t>Therefore</a:t>
                      </a:r>
                      <a:endParaRPr b="1" sz="1800" u="none" cap="none" strike="noStrike"/>
                    </a:p>
                  </a:txBody>
                  <a:tcPr marT="45725" marB="45725" marR="91450" marL="91450"/>
                </a:tc>
              </a:tr>
              <a:tr h="850600">
                <a:tc>
                  <a:txBody>
                    <a:bodyPr/>
                    <a:lstStyle/>
                    <a:p>
                      <a:pPr indent="0" lvl="0" marL="0" marR="0" rtl="0" algn="ctr">
                        <a:lnSpc>
                          <a:spcPct val="100000"/>
                        </a:lnSpc>
                        <a:spcBef>
                          <a:spcPts val="0"/>
                        </a:spcBef>
                        <a:spcAft>
                          <a:spcPts val="0"/>
                        </a:spcAft>
                        <a:buClr>
                          <a:srgbClr val="000000"/>
                        </a:buClr>
                        <a:buSzPts val="1800"/>
                        <a:buFont typeface="Arial"/>
                        <a:buNone/>
                      </a:pPr>
                      <a:r>
                        <a:rPr b="1" lang="en-GB" sz="1800" u="none" cap="none" strike="noStrike"/>
                        <a:t>Hence</a:t>
                      </a:r>
                      <a:endParaRPr b="1" sz="1800" u="none" cap="none" strike="noStrike"/>
                    </a:p>
                  </a:txBody>
                  <a:tcPr marT="45725" marB="45725" marR="91450" marL="91450"/>
                </a:tc>
              </a:tr>
              <a:tr h="868900">
                <a:tc>
                  <a:txBody>
                    <a:bodyPr/>
                    <a:lstStyle/>
                    <a:p>
                      <a:pPr indent="0" lvl="0" marL="0" marR="0" rtl="0" algn="ctr">
                        <a:lnSpc>
                          <a:spcPct val="100000"/>
                        </a:lnSpc>
                        <a:spcBef>
                          <a:spcPts val="0"/>
                        </a:spcBef>
                        <a:spcAft>
                          <a:spcPts val="0"/>
                        </a:spcAft>
                        <a:buClr>
                          <a:srgbClr val="000000"/>
                        </a:buClr>
                        <a:buSzPts val="1800"/>
                        <a:buFont typeface="Arial"/>
                        <a:buNone/>
                      </a:pPr>
                      <a:r>
                        <a:rPr b="1" lang="en-GB" sz="1800" u="none" cap="none" strike="noStrike">
                          <a:solidFill>
                            <a:schemeClr val="dk1"/>
                          </a:solidFill>
                        </a:rPr>
                        <a:t>Thus</a:t>
                      </a:r>
                      <a:endParaRPr b="1" sz="1800" u="none" cap="none" strike="noStrike">
                        <a:solidFill>
                          <a:schemeClr val="dk1"/>
                        </a:solidFill>
                      </a:endParaRPr>
                    </a:p>
                  </a:txBody>
                  <a:tcPr marT="45725" marB="45725" marR="91450" marL="91450"/>
                </a:tc>
              </a:tr>
              <a:tr h="868900">
                <a:tc>
                  <a:txBody>
                    <a:bodyPr/>
                    <a:lstStyle/>
                    <a:p>
                      <a:pPr indent="0" lvl="0" marL="0" marR="0" rtl="0" algn="ctr">
                        <a:lnSpc>
                          <a:spcPct val="100000"/>
                        </a:lnSpc>
                        <a:spcBef>
                          <a:spcPts val="0"/>
                        </a:spcBef>
                        <a:spcAft>
                          <a:spcPts val="0"/>
                        </a:spcAft>
                        <a:buClr>
                          <a:srgbClr val="000000"/>
                        </a:buClr>
                        <a:buSzPts val="1800"/>
                        <a:buFont typeface="Arial"/>
                        <a:buNone/>
                      </a:pPr>
                      <a:r>
                        <a:rPr b="1" lang="en-GB" sz="1800" u="none" cap="none" strike="noStrike"/>
                        <a:t>Due to</a:t>
                      </a:r>
                      <a:endParaRPr b="1" sz="1800" u="none" cap="none" strike="noStrike"/>
                    </a:p>
                  </a:txBody>
                  <a:tcPr marT="45725" marB="45725" marR="91450" marL="91450"/>
                </a:tc>
              </a:tr>
            </a:tbl>
          </a:graphicData>
        </a:graphic>
      </p:graphicFrame>
      <p:graphicFrame>
        <p:nvGraphicFramePr>
          <p:cNvPr id="599" name="Google Shape;599;p58"/>
          <p:cNvGraphicFramePr/>
          <p:nvPr/>
        </p:nvGraphicFramePr>
        <p:xfrm>
          <a:off x="4707965" y="74705"/>
          <a:ext cx="3000000" cy="3000000"/>
        </p:xfrm>
        <a:graphic>
          <a:graphicData uri="http://schemas.openxmlformats.org/drawingml/2006/table">
            <a:tbl>
              <a:tblPr bandRow="1" firstRow="1">
                <a:noFill/>
                <a:tableStyleId>{7E63FB25-CDE2-4CD1-AFF7-4FE402F85FBA}</a:tableStyleId>
              </a:tblPr>
              <a:tblGrid>
                <a:gridCol w="2438400"/>
              </a:tblGrid>
              <a:tr h="847150">
                <a:tc>
                  <a:txBody>
                    <a:bodyPr/>
                    <a:lstStyle/>
                    <a:p>
                      <a:pPr indent="0" lvl="0" marL="0" marR="0" rtl="0" algn="ctr">
                        <a:lnSpc>
                          <a:spcPct val="100000"/>
                        </a:lnSpc>
                        <a:spcBef>
                          <a:spcPts val="0"/>
                        </a:spcBef>
                        <a:spcAft>
                          <a:spcPts val="0"/>
                        </a:spcAft>
                        <a:buClr>
                          <a:srgbClr val="000000"/>
                        </a:buClr>
                        <a:buSzPts val="2000"/>
                        <a:buFont typeface="Arial"/>
                        <a:buNone/>
                      </a:pPr>
                      <a:r>
                        <a:rPr b="1" lang="en-GB" sz="2000" u="none" cap="none" strike="noStrike">
                          <a:solidFill>
                            <a:srgbClr val="800000"/>
                          </a:solidFill>
                        </a:rPr>
                        <a:t>Concession </a:t>
                      </a:r>
                      <a:endParaRPr sz="2000" u="none" cap="none" strike="noStrike">
                        <a:solidFill>
                          <a:srgbClr val="800000"/>
                        </a:solidFill>
                      </a:endParaRPr>
                    </a:p>
                  </a:txBody>
                  <a:tcPr marT="45725" marB="45725" marR="91450" marL="91450">
                    <a:solidFill>
                      <a:srgbClr val="D9D9D9"/>
                    </a:solidFill>
                  </a:tcPr>
                </a:tc>
              </a:tr>
              <a:tr h="868900">
                <a:tc>
                  <a:txBody>
                    <a:bodyPr/>
                    <a:lstStyle/>
                    <a:p>
                      <a:pPr indent="0" lvl="0" marL="0" marR="0" rtl="0" algn="ctr">
                        <a:lnSpc>
                          <a:spcPct val="100000"/>
                        </a:lnSpc>
                        <a:spcBef>
                          <a:spcPts val="0"/>
                        </a:spcBef>
                        <a:spcAft>
                          <a:spcPts val="0"/>
                        </a:spcAft>
                        <a:buClr>
                          <a:srgbClr val="000000"/>
                        </a:buClr>
                        <a:buSzPts val="1800"/>
                        <a:buFont typeface="Arial"/>
                        <a:buNone/>
                      </a:pPr>
                      <a:r>
                        <a:rPr b="1" lang="en-GB" sz="1800" u="none" cap="none" strike="noStrike">
                          <a:solidFill>
                            <a:schemeClr val="dk1"/>
                          </a:solidFill>
                          <a:latin typeface="Calibri"/>
                          <a:ea typeface="Calibri"/>
                          <a:cs typeface="Calibri"/>
                          <a:sym typeface="Calibri"/>
                        </a:rPr>
                        <a:t>Admittedly</a:t>
                      </a:r>
                      <a:endParaRPr b="1" sz="1800" u="none" cap="none" strike="noStrike"/>
                    </a:p>
                  </a:txBody>
                  <a:tcPr marT="45725" marB="45725" marR="91450" marL="91450"/>
                </a:tc>
              </a:tr>
              <a:tr h="868900">
                <a:tc>
                  <a:txBody>
                    <a:bodyPr/>
                    <a:lstStyle/>
                    <a:p>
                      <a:pPr indent="0" lvl="0" marL="0" marR="0" rtl="0" algn="ctr">
                        <a:lnSpc>
                          <a:spcPct val="100000"/>
                        </a:lnSpc>
                        <a:spcBef>
                          <a:spcPts val="0"/>
                        </a:spcBef>
                        <a:spcAft>
                          <a:spcPts val="0"/>
                        </a:spcAft>
                        <a:buClr>
                          <a:srgbClr val="000000"/>
                        </a:buClr>
                        <a:buSzPts val="1800"/>
                        <a:buFont typeface="Arial"/>
                        <a:buNone/>
                      </a:pPr>
                      <a:r>
                        <a:rPr b="1" lang="en-GB" sz="1800" u="none" cap="none" strike="noStrike">
                          <a:solidFill>
                            <a:schemeClr val="dk1"/>
                          </a:solidFill>
                          <a:latin typeface="Calibri"/>
                          <a:ea typeface="Calibri"/>
                          <a:cs typeface="Calibri"/>
                          <a:sym typeface="Calibri"/>
                        </a:rPr>
                        <a:t>all the same</a:t>
                      </a:r>
                      <a:endParaRPr b="1" sz="1800" u="none" cap="none" strike="noStrike"/>
                    </a:p>
                  </a:txBody>
                  <a:tcPr marT="45725" marB="45725" marR="91450" marL="91450"/>
                </a:tc>
              </a:tr>
              <a:tr h="868900">
                <a:tc>
                  <a:txBody>
                    <a:bodyPr/>
                    <a:lstStyle/>
                    <a:p>
                      <a:pPr indent="0" lvl="0" marL="0" marR="0" rtl="0" algn="ctr">
                        <a:lnSpc>
                          <a:spcPct val="100000"/>
                        </a:lnSpc>
                        <a:spcBef>
                          <a:spcPts val="0"/>
                        </a:spcBef>
                        <a:spcAft>
                          <a:spcPts val="0"/>
                        </a:spcAft>
                        <a:buClr>
                          <a:srgbClr val="000000"/>
                        </a:buClr>
                        <a:buSzPts val="1800"/>
                        <a:buFont typeface="Arial"/>
                        <a:buNone/>
                      </a:pPr>
                      <a:r>
                        <a:rPr b="1" lang="en-GB" sz="1800" u="none" cap="none" strike="noStrike">
                          <a:solidFill>
                            <a:schemeClr val="dk1"/>
                          </a:solidFill>
                          <a:latin typeface="Calibri"/>
                          <a:ea typeface="Calibri"/>
                          <a:cs typeface="Calibri"/>
                          <a:sym typeface="Calibri"/>
                        </a:rPr>
                        <a:t>even so</a:t>
                      </a:r>
                      <a:endParaRPr b="1" sz="1800" u="none" cap="none" strike="noStrike"/>
                    </a:p>
                  </a:txBody>
                  <a:tcPr marT="45725" marB="45725" marR="91450" marL="91450"/>
                </a:tc>
              </a:tr>
              <a:tr h="850600">
                <a:tc>
                  <a:txBody>
                    <a:bodyPr/>
                    <a:lstStyle/>
                    <a:p>
                      <a:pPr indent="0" lvl="0" marL="0" marR="0" rtl="0" algn="ctr">
                        <a:lnSpc>
                          <a:spcPct val="100000"/>
                        </a:lnSpc>
                        <a:spcBef>
                          <a:spcPts val="0"/>
                        </a:spcBef>
                        <a:spcAft>
                          <a:spcPts val="0"/>
                        </a:spcAft>
                        <a:buClr>
                          <a:srgbClr val="000000"/>
                        </a:buClr>
                        <a:buSzPts val="1800"/>
                        <a:buFont typeface="Arial"/>
                        <a:buNone/>
                      </a:pPr>
                      <a:r>
                        <a:rPr b="1" lang="en-GB" sz="1800" u="none" cap="none" strike="noStrike">
                          <a:solidFill>
                            <a:schemeClr val="dk1"/>
                          </a:solidFill>
                          <a:latin typeface="Calibri"/>
                          <a:ea typeface="Calibri"/>
                          <a:cs typeface="Calibri"/>
                          <a:sym typeface="Calibri"/>
                        </a:rPr>
                        <a:t>Although/ even though</a:t>
                      </a:r>
                      <a:endParaRPr b="1" sz="1800" u="none" cap="none" strike="noStrike"/>
                    </a:p>
                  </a:txBody>
                  <a:tcPr marT="45725" marB="45725" marR="91450" marL="91450"/>
                </a:tc>
              </a:tr>
              <a:tr h="868900">
                <a:tc>
                  <a:txBody>
                    <a:bodyPr/>
                    <a:lstStyle/>
                    <a:p>
                      <a:pPr indent="0" lvl="0" marL="0" marR="0" rtl="0" algn="ctr">
                        <a:lnSpc>
                          <a:spcPct val="100000"/>
                        </a:lnSpc>
                        <a:spcBef>
                          <a:spcPts val="0"/>
                        </a:spcBef>
                        <a:spcAft>
                          <a:spcPts val="0"/>
                        </a:spcAft>
                        <a:buClr>
                          <a:srgbClr val="000000"/>
                        </a:buClr>
                        <a:buSzPts val="1800"/>
                        <a:buFont typeface="Arial"/>
                        <a:buNone/>
                      </a:pPr>
                      <a:r>
                        <a:rPr b="1" lang="en-GB" sz="1800" u="none" cap="none" strike="noStrike">
                          <a:solidFill>
                            <a:schemeClr val="dk1"/>
                          </a:solidFill>
                          <a:latin typeface="Calibri"/>
                          <a:ea typeface="Calibri"/>
                          <a:cs typeface="Calibri"/>
                          <a:sym typeface="Calibri"/>
                        </a:rPr>
                        <a:t>Up to a point</a:t>
                      </a:r>
                      <a:endParaRPr b="1" sz="1800" u="none" cap="none" strike="noStrike"/>
                    </a:p>
                  </a:txBody>
                  <a:tcPr marT="45725" marB="45725" marR="91450" marL="91450"/>
                </a:tc>
              </a:tr>
              <a:tr h="868900">
                <a:tc>
                  <a:txBody>
                    <a:bodyPr/>
                    <a:lstStyle/>
                    <a:p>
                      <a:pPr indent="0" lvl="0" marL="0" marR="0" rtl="0" algn="ctr">
                        <a:lnSpc>
                          <a:spcPct val="100000"/>
                        </a:lnSpc>
                        <a:spcBef>
                          <a:spcPts val="0"/>
                        </a:spcBef>
                        <a:spcAft>
                          <a:spcPts val="0"/>
                        </a:spcAft>
                        <a:buClr>
                          <a:schemeClr val="dk1"/>
                        </a:buClr>
                        <a:buSzPts val="1800"/>
                        <a:buFont typeface="Calibri"/>
                        <a:buNone/>
                      </a:pPr>
                      <a:r>
                        <a:rPr b="1" lang="en-GB" sz="1800" u="none" cap="none" strike="noStrike">
                          <a:solidFill>
                            <a:schemeClr val="dk1"/>
                          </a:solidFill>
                          <a:latin typeface="Calibri"/>
                          <a:ea typeface="Calibri"/>
                          <a:cs typeface="Calibri"/>
                          <a:sym typeface="Calibri"/>
                        </a:rPr>
                        <a:t>However</a:t>
                      </a:r>
                      <a:r>
                        <a:rPr b="1" lang="en-GB" sz="1800" u="none" cap="none" strike="noStrike"/>
                        <a:t> </a:t>
                      </a:r>
                      <a:endParaRPr b="1" sz="1800" u="none" cap="none" strike="noStrike"/>
                    </a:p>
                    <a:p>
                      <a:pPr indent="0" lvl="0" marL="0" marR="0" rtl="0" algn="ctr">
                        <a:lnSpc>
                          <a:spcPct val="100000"/>
                        </a:lnSpc>
                        <a:spcBef>
                          <a:spcPts val="0"/>
                        </a:spcBef>
                        <a:spcAft>
                          <a:spcPts val="0"/>
                        </a:spcAft>
                        <a:buClr>
                          <a:srgbClr val="000000"/>
                        </a:buClr>
                        <a:buSzPts val="1800"/>
                        <a:buFont typeface="Arial"/>
                        <a:buNone/>
                      </a:pPr>
                      <a:r>
                        <a:t/>
                      </a:r>
                      <a:endParaRPr b="1" sz="1800" u="none" cap="none" strike="noStrike"/>
                    </a:p>
                  </a:txBody>
                  <a:tcPr marT="45725" marB="45725" marR="91450" marL="91450"/>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sp>
        <p:nvSpPr>
          <p:cNvPr id="605" name="Google Shape;605;p59"/>
          <p:cNvSpPr txBox="1"/>
          <p:nvPr>
            <p:ph type="title"/>
          </p:nvPr>
        </p:nvSpPr>
        <p:spPr>
          <a:xfrm>
            <a:off x="1005344" y="282258"/>
            <a:ext cx="8854081" cy="546875"/>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800000"/>
              </a:buClr>
              <a:buSzPts val="3200"/>
              <a:buFont typeface="Times New Roman"/>
              <a:buNone/>
            </a:pPr>
            <a:r>
              <a:rPr b="1" lang="en-GB" sz="3200">
                <a:solidFill>
                  <a:srgbClr val="800000"/>
                </a:solidFill>
                <a:latin typeface="Times New Roman"/>
                <a:ea typeface="Times New Roman"/>
                <a:cs typeface="Times New Roman"/>
                <a:sym typeface="Times New Roman"/>
              </a:rPr>
              <a:t> Complete the sentences with the given linkers </a:t>
            </a:r>
            <a:br>
              <a:rPr lang="en-GB" sz="2400">
                <a:solidFill>
                  <a:srgbClr val="800000"/>
                </a:solidFill>
                <a:latin typeface="Times New Roman"/>
                <a:ea typeface="Times New Roman"/>
                <a:cs typeface="Times New Roman"/>
                <a:sym typeface="Times New Roman"/>
              </a:rPr>
            </a:br>
            <a:endParaRPr sz="3200">
              <a:solidFill>
                <a:srgbClr val="800000"/>
              </a:solidFill>
              <a:latin typeface="Times New Roman"/>
              <a:ea typeface="Times New Roman"/>
              <a:cs typeface="Times New Roman"/>
              <a:sym typeface="Times New Roman"/>
            </a:endParaRPr>
          </a:p>
        </p:txBody>
      </p:sp>
      <p:sp>
        <p:nvSpPr>
          <p:cNvPr id="606" name="Google Shape;606;p59"/>
          <p:cNvSpPr txBox="1"/>
          <p:nvPr>
            <p:ph idx="1" type="body"/>
          </p:nvPr>
        </p:nvSpPr>
        <p:spPr>
          <a:xfrm>
            <a:off x="1" y="1834681"/>
            <a:ext cx="11975938" cy="4392648"/>
          </a:xfrm>
          <a:prstGeom prst="rect">
            <a:avLst/>
          </a:prstGeom>
          <a:noFill/>
          <a:ln>
            <a:noFill/>
          </a:ln>
        </p:spPr>
        <p:txBody>
          <a:bodyPr anchorCtr="0" anchor="t" bIns="45700" lIns="91425" spcFirstLastPara="1" rIns="91425" wrap="square" tIns="45700">
            <a:normAutofit/>
          </a:bodyPr>
          <a:lstStyle/>
          <a:p>
            <a:pPr indent="0" lvl="1" marL="457200" rtl="0" algn="l">
              <a:lnSpc>
                <a:spcPct val="120000"/>
              </a:lnSpc>
              <a:spcBef>
                <a:spcPts val="0"/>
              </a:spcBef>
              <a:spcAft>
                <a:spcPts val="0"/>
              </a:spcAft>
              <a:buClr>
                <a:schemeClr val="dk1"/>
              </a:buClr>
              <a:buSzPts val="2590"/>
              <a:buNone/>
            </a:pPr>
            <a:r>
              <a:rPr lang="en-GB" sz="2590">
                <a:latin typeface="Times New Roman"/>
                <a:ea typeface="Times New Roman"/>
                <a:cs typeface="Times New Roman"/>
                <a:sym typeface="Times New Roman"/>
              </a:rPr>
              <a:t>1- The event was cancelled </a:t>
            </a:r>
            <a:r>
              <a:rPr lang="en-GB" sz="2590" cap="none">
                <a:latin typeface="Times New Roman"/>
                <a:ea typeface="Times New Roman"/>
                <a:cs typeface="Times New Roman"/>
                <a:sym typeface="Times New Roman"/>
              </a:rPr>
              <a:t>________</a:t>
            </a:r>
            <a:r>
              <a:rPr b="1" lang="en-GB" sz="2590" cap="none">
                <a:latin typeface="Times New Roman"/>
                <a:ea typeface="Times New Roman"/>
                <a:cs typeface="Times New Roman"/>
                <a:sym typeface="Times New Roman"/>
              </a:rPr>
              <a:t> </a:t>
            </a:r>
            <a:r>
              <a:rPr lang="en-GB" sz="2590">
                <a:latin typeface="Times New Roman"/>
                <a:ea typeface="Times New Roman"/>
                <a:cs typeface="Times New Roman"/>
                <a:sym typeface="Times New Roman"/>
              </a:rPr>
              <a:t>the fact that not many tickets were sold.</a:t>
            </a:r>
            <a:endParaRPr sz="2220">
              <a:latin typeface="Times New Roman"/>
              <a:ea typeface="Times New Roman"/>
              <a:cs typeface="Times New Roman"/>
              <a:sym typeface="Times New Roman"/>
            </a:endParaRPr>
          </a:p>
          <a:p>
            <a:pPr indent="0" lvl="1" marL="457200" rtl="0" algn="l">
              <a:lnSpc>
                <a:spcPct val="120000"/>
              </a:lnSpc>
              <a:spcBef>
                <a:spcPts val="500"/>
              </a:spcBef>
              <a:spcAft>
                <a:spcPts val="0"/>
              </a:spcAft>
              <a:buClr>
                <a:schemeClr val="dk1"/>
              </a:buClr>
              <a:buSzPts val="2590"/>
              <a:buNone/>
            </a:pPr>
            <a:r>
              <a:rPr lang="en-GB" sz="2590">
                <a:latin typeface="Times New Roman"/>
                <a:ea typeface="Times New Roman"/>
                <a:cs typeface="Times New Roman"/>
                <a:sym typeface="Times New Roman"/>
              </a:rPr>
              <a:t>2- I felt stressed </a:t>
            </a:r>
            <a:r>
              <a:rPr lang="en-GB" sz="2590" cap="none">
                <a:latin typeface="Times New Roman"/>
                <a:ea typeface="Times New Roman"/>
                <a:cs typeface="Times New Roman"/>
                <a:sym typeface="Times New Roman"/>
              </a:rPr>
              <a:t>________</a:t>
            </a:r>
            <a:r>
              <a:rPr lang="en-GB" sz="2590">
                <a:latin typeface="Times New Roman"/>
                <a:ea typeface="Times New Roman"/>
                <a:cs typeface="Times New Roman"/>
                <a:sym typeface="Times New Roman"/>
              </a:rPr>
              <a:t> I'd been overworked recently.</a:t>
            </a:r>
            <a:endParaRPr sz="2220">
              <a:latin typeface="Times New Roman"/>
              <a:ea typeface="Times New Roman"/>
              <a:cs typeface="Times New Roman"/>
              <a:sym typeface="Times New Roman"/>
            </a:endParaRPr>
          </a:p>
          <a:p>
            <a:pPr indent="0" lvl="1" marL="457200" rtl="0" algn="l">
              <a:lnSpc>
                <a:spcPct val="120000"/>
              </a:lnSpc>
              <a:spcBef>
                <a:spcPts val="500"/>
              </a:spcBef>
              <a:spcAft>
                <a:spcPts val="0"/>
              </a:spcAft>
              <a:buClr>
                <a:schemeClr val="dk1"/>
              </a:buClr>
              <a:buSzPts val="2590"/>
              <a:buNone/>
            </a:pPr>
            <a:r>
              <a:rPr lang="en-GB" sz="2590">
                <a:latin typeface="Times New Roman"/>
                <a:ea typeface="Times New Roman"/>
                <a:cs typeface="Times New Roman"/>
                <a:sym typeface="Times New Roman"/>
              </a:rPr>
              <a:t>3- John went to the acupuncturist </a:t>
            </a:r>
            <a:r>
              <a:rPr lang="en-GB" sz="2590" cap="none">
                <a:latin typeface="Times New Roman"/>
                <a:ea typeface="Times New Roman"/>
                <a:cs typeface="Times New Roman"/>
                <a:sym typeface="Times New Roman"/>
              </a:rPr>
              <a:t>________</a:t>
            </a:r>
            <a:r>
              <a:rPr lang="en-GB" sz="2590">
                <a:latin typeface="Times New Roman"/>
                <a:ea typeface="Times New Roman"/>
                <a:cs typeface="Times New Roman"/>
                <a:sym typeface="Times New Roman"/>
              </a:rPr>
              <a:t>   his bad back.</a:t>
            </a:r>
            <a:endParaRPr sz="2220">
              <a:latin typeface="Times New Roman"/>
              <a:ea typeface="Times New Roman"/>
              <a:cs typeface="Times New Roman"/>
              <a:sym typeface="Times New Roman"/>
            </a:endParaRPr>
          </a:p>
          <a:p>
            <a:pPr indent="0" lvl="1" marL="457200" rtl="0" algn="l">
              <a:lnSpc>
                <a:spcPct val="120000"/>
              </a:lnSpc>
              <a:spcBef>
                <a:spcPts val="500"/>
              </a:spcBef>
              <a:spcAft>
                <a:spcPts val="0"/>
              </a:spcAft>
              <a:buClr>
                <a:schemeClr val="dk1"/>
              </a:buClr>
              <a:buSzPts val="2590"/>
              <a:buNone/>
            </a:pPr>
            <a:r>
              <a:rPr lang="en-GB" sz="2590">
                <a:latin typeface="Times New Roman"/>
                <a:ea typeface="Times New Roman"/>
                <a:cs typeface="Times New Roman"/>
                <a:sym typeface="Times New Roman"/>
              </a:rPr>
              <a:t>4- Mary had a bad stomachache and </a:t>
            </a:r>
            <a:r>
              <a:rPr lang="en-GB" sz="2590" cap="none">
                <a:latin typeface="Times New Roman"/>
                <a:ea typeface="Times New Roman"/>
                <a:cs typeface="Times New Roman"/>
                <a:sym typeface="Times New Roman"/>
              </a:rPr>
              <a:t>________</a:t>
            </a:r>
            <a:r>
              <a:rPr lang="en-GB" sz="2590">
                <a:latin typeface="Times New Roman"/>
                <a:ea typeface="Times New Roman"/>
                <a:cs typeface="Times New Roman"/>
                <a:sym typeface="Times New Roman"/>
              </a:rPr>
              <a:t> I recommended seeing the doctor.</a:t>
            </a:r>
            <a:endParaRPr sz="2220">
              <a:latin typeface="Times New Roman"/>
              <a:ea typeface="Times New Roman"/>
              <a:cs typeface="Times New Roman"/>
              <a:sym typeface="Times New Roman"/>
            </a:endParaRPr>
          </a:p>
          <a:p>
            <a:pPr indent="0" lvl="1" marL="457200" rtl="0" algn="l">
              <a:lnSpc>
                <a:spcPct val="120000"/>
              </a:lnSpc>
              <a:spcBef>
                <a:spcPts val="500"/>
              </a:spcBef>
              <a:spcAft>
                <a:spcPts val="0"/>
              </a:spcAft>
              <a:buClr>
                <a:schemeClr val="dk1"/>
              </a:buClr>
              <a:buSzPts val="2590"/>
              <a:buNone/>
            </a:pPr>
            <a:r>
              <a:rPr lang="en-GB" sz="2590">
                <a:latin typeface="Times New Roman"/>
                <a:ea typeface="Times New Roman"/>
                <a:cs typeface="Times New Roman"/>
                <a:sym typeface="Times New Roman"/>
              </a:rPr>
              <a:t>5- It's amazing I can walk </a:t>
            </a:r>
            <a:r>
              <a:rPr lang="en-GB" sz="2590" cap="none">
                <a:latin typeface="Times New Roman"/>
                <a:ea typeface="Times New Roman"/>
                <a:cs typeface="Times New Roman"/>
                <a:sym typeface="Times New Roman"/>
              </a:rPr>
              <a:t>________</a:t>
            </a:r>
            <a:r>
              <a:rPr lang="en-GB" sz="2590">
                <a:latin typeface="Times New Roman"/>
                <a:ea typeface="Times New Roman"/>
                <a:cs typeface="Times New Roman"/>
                <a:sym typeface="Times New Roman"/>
              </a:rPr>
              <a:t> an hour ago I couldn't move.</a:t>
            </a:r>
            <a:endParaRPr sz="2220">
              <a:latin typeface="Times New Roman"/>
              <a:ea typeface="Times New Roman"/>
              <a:cs typeface="Times New Roman"/>
              <a:sym typeface="Times New Roman"/>
            </a:endParaRPr>
          </a:p>
          <a:p>
            <a:pPr indent="0" lvl="1" marL="457200" rtl="0" algn="l">
              <a:lnSpc>
                <a:spcPct val="120000"/>
              </a:lnSpc>
              <a:spcBef>
                <a:spcPts val="500"/>
              </a:spcBef>
              <a:spcAft>
                <a:spcPts val="0"/>
              </a:spcAft>
              <a:buClr>
                <a:schemeClr val="dk1"/>
              </a:buClr>
              <a:buSzPts val="2590"/>
              <a:buNone/>
            </a:pPr>
            <a:r>
              <a:rPr lang="en-GB" sz="2590">
                <a:latin typeface="Times New Roman"/>
                <a:ea typeface="Times New Roman"/>
                <a:cs typeface="Times New Roman"/>
                <a:sym typeface="Times New Roman"/>
              </a:rPr>
              <a:t>6- The company was doing badly and </a:t>
            </a:r>
            <a:r>
              <a:rPr lang="en-GB" sz="2590" cap="none">
                <a:latin typeface="Times New Roman"/>
                <a:ea typeface="Times New Roman"/>
                <a:cs typeface="Times New Roman"/>
                <a:sym typeface="Times New Roman"/>
              </a:rPr>
              <a:t>________</a:t>
            </a:r>
            <a:r>
              <a:rPr lang="en-GB" sz="2590">
                <a:latin typeface="Times New Roman"/>
                <a:ea typeface="Times New Roman"/>
                <a:cs typeface="Times New Roman"/>
                <a:sym typeface="Times New Roman"/>
              </a:rPr>
              <a:t>      it closed.</a:t>
            </a:r>
            <a:endParaRPr sz="2220">
              <a:latin typeface="Times New Roman"/>
              <a:ea typeface="Times New Roman"/>
              <a:cs typeface="Times New Roman"/>
              <a:sym typeface="Times New Roman"/>
            </a:endParaRPr>
          </a:p>
          <a:p>
            <a:pPr indent="0" lvl="1" marL="457200" rtl="0" algn="l">
              <a:lnSpc>
                <a:spcPct val="120000"/>
              </a:lnSpc>
              <a:spcBef>
                <a:spcPts val="500"/>
              </a:spcBef>
              <a:spcAft>
                <a:spcPts val="0"/>
              </a:spcAft>
              <a:buClr>
                <a:schemeClr val="dk1"/>
              </a:buClr>
              <a:buSzPts val="2590"/>
              <a:buNone/>
            </a:pPr>
            <a:r>
              <a:rPr lang="en-GB" sz="2590" cap="none">
                <a:latin typeface="Times New Roman"/>
                <a:ea typeface="Times New Roman"/>
                <a:cs typeface="Times New Roman"/>
                <a:sym typeface="Times New Roman"/>
              </a:rPr>
              <a:t>7- ________</a:t>
            </a:r>
            <a:r>
              <a:rPr lang="en-GB" sz="2590">
                <a:latin typeface="Times New Roman"/>
                <a:ea typeface="Times New Roman"/>
                <a:cs typeface="Times New Roman"/>
                <a:sym typeface="Times New Roman"/>
              </a:rPr>
              <a:t> it is your money, you can do whatever you like with it.</a:t>
            </a:r>
            <a:endParaRPr sz="2220">
              <a:latin typeface="Times New Roman"/>
              <a:ea typeface="Times New Roman"/>
              <a:cs typeface="Times New Roman"/>
              <a:sym typeface="Times New Roman"/>
            </a:endParaRPr>
          </a:p>
          <a:p>
            <a:pPr indent="0" lvl="1" marL="457200" rtl="0" algn="l">
              <a:lnSpc>
                <a:spcPct val="120000"/>
              </a:lnSpc>
              <a:spcBef>
                <a:spcPts val="500"/>
              </a:spcBef>
              <a:spcAft>
                <a:spcPts val="0"/>
              </a:spcAft>
              <a:buClr>
                <a:schemeClr val="dk1"/>
              </a:buClr>
              <a:buSzPts val="2590"/>
              <a:buNone/>
            </a:pPr>
            <a:r>
              <a:rPr lang="en-GB" sz="2590">
                <a:latin typeface="Times New Roman"/>
                <a:ea typeface="Times New Roman"/>
                <a:cs typeface="Times New Roman"/>
                <a:sym typeface="Times New Roman"/>
              </a:rPr>
              <a:t>8- My mother wanted to keep her brain active, </a:t>
            </a:r>
            <a:r>
              <a:rPr lang="en-GB" sz="2590" cap="none">
                <a:latin typeface="Times New Roman"/>
                <a:ea typeface="Times New Roman"/>
                <a:cs typeface="Times New Roman"/>
                <a:sym typeface="Times New Roman"/>
              </a:rPr>
              <a:t>________</a:t>
            </a:r>
            <a:r>
              <a:rPr lang="en-GB" sz="2590">
                <a:latin typeface="Times New Roman"/>
                <a:ea typeface="Times New Roman"/>
                <a:cs typeface="Times New Roman"/>
                <a:sym typeface="Times New Roman"/>
              </a:rPr>
              <a:t> she took up a hobby.</a:t>
            </a:r>
            <a:endParaRPr sz="2220">
              <a:latin typeface="Times New Roman"/>
              <a:ea typeface="Times New Roman"/>
              <a:cs typeface="Times New Roman"/>
              <a:sym typeface="Times New Roman"/>
            </a:endParaRPr>
          </a:p>
        </p:txBody>
      </p:sp>
      <p:sp>
        <p:nvSpPr>
          <p:cNvPr id="607" name="Google Shape;607;p5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graphicFrame>
        <p:nvGraphicFramePr>
          <p:cNvPr id="608" name="Google Shape;608;p59"/>
          <p:cNvGraphicFramePr/>
          <p:nvPr/>
        </p:nvGraphicFramePr>
        <p:xfrm>
          <a:off x="1164082" y="719665"/>
          <a:ext cx="3000000" cy="3000000"/>
        </p:xfrm>
        <a:graphic>
          <a:graphicData uri="http://schemas.openxmlformats.org/drawingml/2006/table">
            <a:tbl>
              <a:tblPr bandRow="1" firstRow="1">
                <a:noFill/>
                <a:tableStyleId>{54E9E7AD-0728-449E-A55D-EEC7B5773D90}</a:tableStyleId>
              </a:tblPr>
              <a:tblGrid>
                <a:gridCol w="10494375"/>
              </a:tblGrid>
              <a:tr h="815125">
                <a:tc>
                  <a:txBody>
                    <a:bodyPr/>
                    <a:lstStyle/>
                    <a:p>
                      <a:pPr indent="0" lvl="0" marL="0" marR="0" rtl="0" algn="l">
                        <a:lnSpc>
                          <a:spcPct val="100000"/>
                        </a:lnSpc>
                        <a:spcBef>
                          <a:spcPts val="0"/>
                        </a:spcBef>
                        <a:spcAft>
                          <a:spcPts val="0"/>
                        </a:spcAft>
                        <a:buClr>
                          <a:srgbClr val="000000"/>
                        </a:buClr>
                        <a:buSzPts val="2400"/>
                        <a:buFont typeface="Arial"/>
                        <a:buNone/>
                      </a:pPr>
                      <a:r>
                        <a:rPr lang="en-GB" sz="2400" u="none" cap="none" strike="noStrike">
                          <a:solidFill>
                            <a:schemeClr val="dk1"/>
                          </a:solidFill>
                          <a:latin typeface="Times New Roman"/>
                          <a:ea typeface="Times New Roman"/>
                          <a:cs typeface="Times New Roman"/>
                          <a:sym typeface="Times New Roman"/>
                        </a:rPr>
                        <a:t>since – because of – given that –  due to – therefore X 2 – as – consequently  </a:t>
                      </a:r>
                      <a:endParaRPr sz="2400" u="none" cap="none" strike="noStrike">
                        <a:solidFill>
                          <a:schemeClr val="dk1"/>
                        </a:solidFill>
                        <a:latin typeface="Times New Roman"/>
                        <a:ea typeface="Times New Roman"/>
                        <a:cs typeface="Times New Roman"/>
                        <a:sym typeface="Times New Roman"/>
                      </a:endParaRPr>
                    </a:p>
                  </a:txBody>
                  <a:tcPr marT="45725" marB="45725" marR="91450" marL="91450">
                    <a:solidFill>
                      <a:srgbClr val="D9D9D9"/>
                    </a:solidFill>
                  </a:tcPr>
                </a:tc>
              </a:tr>
            </a:tbl>
          </a:graphicData>
        </a:graphic>
      </p:graphicFrame>
      <p:sp>
        <p:nvSpPr>
          <p:cNvPr id="609" name="Google Shape;609;p59"/>
          <p:cNvSpPr txBox="1"/>
          <p:nvPr/>
        </p:nvSpPr>
        <p:spPr>
          <a:xfrm>
            <a:off x="6755205" y="5673048"/>
            <a:ext cx="138661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GB" sz="2400" u="none" cap="none" strike="noStrike">
                <a:solidFill>
                  <a:srgbClr val="008000"/>
                </a:solidFill>
                <a:latin typeface="Times New Roman"/>
                <a:ea typeface="Times New Roman"/>
                <a:cs typeface="Times New Roman"/>
                <a:sym typeface="Times New Roman"/>
              </a:rPr>
              <a:t>therefore</a:t>
            </a:r>
            <a:endParaRPr b="1" i="0" sz="2400" u="none" cap="none" strike="noStrike">
              <a:solidFill>
                <a:srgbClr val="008000"/>
              </a:solidFill>
              <a:latin typeface="Times New Roman"/>
              <a:ea typeface="Times New Roman"/>
              <a:cs typeface="Times New Roman"/>
              <a:sym typeface="Times New Roman"/>
            </a:endParaRPr>
          </a:p>
        </p:txBody>
      </p:sp>
      <p:sp>
        <p:nvSpPr>
          <p:cNvPr id="610" name="Google Shape;610;p59"/>
          <p:cNvSpPr txBox="1"/>
          <p:nvPr/>
        </p:nvSpPr>
        <p:spPr>
          <a:xfrm>
            <a:off x="4332517" y="1909110"/>
            <a:ext cx="99693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GB" sz="2400" u="none" cap="none" strike="noStrike">
                <a:solidFill>
                  <a:srgbClr val="008000"/>
                </a:solidFill>
                <a:latin typeface="Times New Roman"/>
                <a:ea typeface="Times New Roman"/>
                <a:cs typeface="Times New Roman"/>
                <a:sym typeface="Times New Roman"/>
              </a:rPr>
              <a:t>due to</a:t>
            </a:r>
            <a:endParaRPr b="1" i="0" sz="2400" u="none" cap="none" strike="noStrike">
              <a:solidFill>
                <a:srgbClr val="008000"/>
              </a:solidFill>
              <a:latin typeface="Times New Roman"/>
              <a:ea typeface="Times New Roman"/>
              <a:cs typeface="Times New Roman"/>
              <a:sym typeface="Times New Roman"/>
            </a:endParaRPr>
          </a:p>
        </p:txBody>
      </p:sp>
      <p:sp>
        <p:nvSpPr>
          <p:cNvPr id="611" name="Google Shape;611;p59"/>
          <p:cNvSpPr txBox="1"/>
          <p:nvPr/>
        </p:nvSpPr>
        <p:spPr>
          <a:xfrm>
            <a:off x="3097889" y="2438345"/>
            <a:ext cx="458329"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GB" sz="2400" u="none" cap="none" strike="noStrike">
                <a:solidFill>
                  <a:srgbClr val="008000"/>
                </a:solidFill>
                <a:latin typeface="Times New Roman"/>
                <a:ea typeface="Times New Roman"/>
                <a:cs typeface="Times New Roman"/>
                <a:sym typeface="Times New Roman"/>
              </a:rPr>
              <a:t>as</a:t>
            </a:r>
            <a:endParaRPr b="1" i="0" sz="2400" u="none" cap="none" strike="noStrike">
              <a:solidFill>
                <a:srgbClr val="008000"/>
              </a:solidFill>
              <a:latin typeface="Times New Roman"/>
              <a:ea typeface="Times New Roman"/>
              <a:cs typeface="Times New Roman"/>
              <a:sym typeface="Times New Roman"/>
            </a:endParaRPr>
          </a:p>
        </p:txBody>
      </p:sp>
      <p:sp>
        <p:nvSpPr>
          <p:cNvPr id="612" name="Google Shape;612;p59"/>
          <p:cNvSpPr txBox="1"/>
          <p:nvPr/>
        </p:nvSpPr>
        <p:spPr>
          <a:xfrm>
            <a:off x="4985106" y="2949939"/>
            <a:ext cx="155683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GB" sz="2400" u="none" cap="none" strike="noStrike">
                <a:solidFill>
                  <a:srgbClr val="008000"/>
                </a:solidFill>
                <a:latin typeface="Times New Roman"/>
                <a:ea typeface="Times New Roman"/>
                <a:cs typeface="Times New Roman"/>
                <a:sym typeface="Times New Roman"/>
              </a:rPr>
              <a:t>because of</a:t>
            </a:r>
            <a:endParaRPr b="1" i="0" sz="2400" u="none" cap="none" strike="noStrike">
              <a:solidFill>
                <a:srgbClr val="008000"/>
              </a:solidFill>
              <a:latin typeface="Times New Roman"/>
              <a:ea typeface="Times New Roman"/>
              <a:cs typeface="Times New Roman"/>
              <a:sym typeface="Times New Roman"/>
            </a:endParaRPr>
          </a:p>
        </p:txBody>
      </p:sp>
      <p:sp>
        <p:nvSpPr>
          <p:cNvPr id="613" name="Google Shape;613;p59"/>
          <p:cNvSpPr txBox="1"/>
          <p:nvPr/>
        </p:nvSpPr>
        <p:spPr>
          <a:xfrm>
            <a:off x="5373133" y="3514455"/>
            <a:ext cx="138661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GB" sz="2400" u="none" cap="none" strike="noStrike">
                <a:solidFill>
                  <a:srgbClr val="008000"/>
                </a:solidFill>
                <a:latin typeface="Times New Roman"/>
                <a:ea typeface="Times New Roman"/>
                <a:cs typeface="Times New Roman"/>
                <a:sym typeface="Times New Roman"/>
              </a:rPr>
              <a:t>therefore</a:t>
            </a:r>
            <a:endParaRPr b="1" i="0" sz="2400" u="none" cap="none" strike="noStrike">
              <a:solidFill>
                <a:srgbClr val="008000"/>
              </a:solidFill>
              <a:latin typeface="Times New Roman"/>
              <a:ea typeface="Times New Roman"/>
              <a:cs typeface="Times New Roman"/>
              <a:sym typeface="Times New Roman"/>
            </a:endParaRPr>
          </a:p>
        </p:txBody>
      </p:sp>
      <p:sp>
        <p:nvSpPr>
          <p:cNvPr id="614" name="Google Shape;614;p59"/>
          <p:cNvSpPr txBox="1"/>
          <p:nvPr/>
        </p:nvSpPr>
        <p:spPr>
          <a:xfrm>
            <a:off x="3997399" y="4061332"/>
            <a:ext cx="149271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GB" sz="2400" u="none" cap="none" strike="noStrike">
                <a:solidFill>
                  <a:srgbClr val="008000"/>
                </a:solidFill>
                <a:latin typeface="Times New Roman"/>
                <a:ea typeface="Times New Roman"/>
                <a:cs typeface="Times New Roman"/>
                <a:sym typeface="Times New Roman"/>
              </a:rPr>
              <a:t>given that</a:t>
            </a:r>
            <a:endParaRPr b="1" i="0" sz="2400" u="none" cap="none" strike="noStrike">
              <a:solidFill>
                <a:srgbClr val="008000"/>
              </a:solidFill>
              <a:latin typeface="Times New Roman"/>
              <a:ea typeface="Times New Roman"/>
              <a:cs typeface="Times New Roman"/>
              <a:sym typeface="Times New Roman"/>
            </a:endParaRPr>
          </a:p>
        </p:txBody>
      </p:sp>
      <p:sp>
        <p:nvSpPr>
          <p:cNvPr id="615" name="Google Shape;615;p59"/>
          <p:cNvSpPr txBox="1"/>
          <p:nvPr/>
        </p:nvSpPr>
        <p:spPr>
          <a:xfrm>
            <a:off x="5549509" y="4590566"/>
            <a:ext cx="1894719"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GB" sz="2400" u="none" cap="none" strike="noStrike">
                <a:solidFill>
                  <a:srgbClr val="008000"/>
                </a:solidFill>
                <a:latin typeface="Times New Roman"/>
                <a:ea typeface="Times New Roman"/>
                <a:cs typeface="Times New Roman"/>
                <a:sym typeface="Times New Roman"/>
              </a:rPr>
              <a:t>consequently</a:t>
            </a:r>
            <a:endParaRPr b="1" i="0" sz="2400" u="none" cap="none" strike="noStrike">
              <a:solidFill>
                <a:srgbClr val="008000"/>
              </a:solidFill>
              <a:latin typeface="Times New Roman"/>
              <a:ea typeface="Times New Roman"/>
              <a:cs typeface="Times New Roman"/>
              <a:sym typeface="Times New Roman"/>
            </a:endParaRPr>
          </a:p>
        </p:txBody>
      </p:sp>
      <p:sp>
        <p:nvSpPr>
          <p:cNvPr id="616" name="Google Shape;616;p59"/>
          <p:cNvSpPr txBox="1"/>
          <p:nvPr/>
        </p:nvSpPr>
        <p:spPr>
          <a:xfrm>
            <a:off x="981367" y="5137442"/>
            <a:ext cx="885729"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GB" sz="2400" u="none" cap="none" strike="noStrike">
                <a:solidFill>
                  <a:srgbClr val="008000"/>
                </a:solidFill>
                <a:latin typeface="Times New Roman"/>
                <a:ea typeface="Times New Roman"/>
                <a:cs typeface="Times New Roman"/>
                <a:sym typeface="Times New Roman"/>
              </a:rPr>
              <a:t>Since </a:t>
            </a:r>
            <a:endParaRPr b="1" i="0" sz="2400" u="none" cap="none" strike="noStrike">
              <a:solidFill>
                <a:srgbClr val="008000"/>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6">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6">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1" name="Shape 621"/>
        <p:cNvGrpSpPr/>
        <p:nvPr/>
      </p:nvGrpSpPr>
      <p:grpSpPr>
        <a:xfrm>
          <a:off x="0" y="0"/>
          <a:ext cx="0" cy="0"/>
          <a:chOff x="0" y="0"/>
          <a:chExt cx="0" cy="0"/>
        </a:xfrm>
      </p:grpSpPr>
      <p:grpSp>
        <p:nvGrpSpPr>
          <p:cNvPr id="622" name="Google Shape;622;p60"/>
          <p:cNvGrpSpPr/>
          <p:nvPr/>
        </p:nvGrpSpPr>
        <p:grpSpPr>
          <a:xfrm>
            <a:off x="3052880" y="381000"/>
            <a:ext cx="6086243" cy="2826261"/>
            <a:chOff x="1075743" y="349205"/>
            <a:chExt cx="4331352" cy="1002335"/>
          </a:xfrm>
        </p:grpSpPr>
        <p:sp>
          <p:nvSpPr>
            <p:cNvPr id="623" name="Google Shape;623;p60"/>
            <p:cNvSpPr/>
            <p:nvPr/>
          </p:nvSpPr>
          <p:spPr>
            <a:xfrm>
              <a:off x="1075743" y="349205"/>
              <a:ext cx="4331352" cy="864780"/>
            </a:xfrm>
            <a:prstGeom prst="roundRect">
              <a:avLst>
                <a:gd fmla="val 16667" name="adj"/>
              </a:avLst>
            </a:prstGeom>
            <a:solidFill>
              <a:schemeClr val="accent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1" i="0" sz="1800" u="none" cap="none" strike="noStrike">
                <a:solidFill>
                  <a:srgbClr val="EA6D59"/>
                </a:solidFill>
                <a:latin typeface="Calibri"/>
                <a:ea typeface="Calibri"/>
                <a:cs typeface="Calibri"/>
                <a:sym typeface="Calibri"/>
              </a:endParaRPr>
            </a:p>
          </p:txBody>
        </p:sp>
        <p:sp>
          <p:nvSpPr>
            <p:cNvPr id="624" name="Google Shape;624;p60"/>
            <p:cNvSpPr/>
            <p:nvPr/>
          </p:nvSpPr>
          <p:spPr>
            <a:xfrm>
              <a:off x="1153614" y="349205"/>
              <a:ext cx="4175609" cy="1002335"/>
            </a:xfrm>
            <a:prstGeom prst="roundRect">
              <a:avLst>
                <a:gd fmla="val 16667" name="adj"/>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GB" sz="3200" u="none" cap="none" strike="noStrike">
                  <a:solidFill>
                    <a:srgbClr val="FFFFFF"/>
                  </a:solidFill>
                  <a:latin typeface="Open Sans SemiBold"/>
                  <a:ea typeface="Open Sans SemiBold"/>
                  <a:cs typeface="Open Sans SemiBold"/>
                  <a:sym typeface="Open Sans SemiBold"/>
                </a:rPr>
                <a:t>CCCA3 PROJECT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t/>
              </a:r>
              <a:endParaRPr b="0" i="0" sz="3200" u="none" cap="none" strike="noStrike">
                <a:solidFill>
                  <a:srgbClr val="FFFFFF"/>
                </a:solidFill>
                <a:latin typeface="Open Sans SemiBold"/>
                <a:ea typeface="Open Sans SemiBold"/>
                <a:cs typeface="Open Sans SemiBold"/>
                <a:sym typeface="Open Sans SemiBold"/>
              </a:endParaRPr>
            </a:p>
            <a:p>
              <a:pPr indent="0" lvl="0" marL="0" marR="0" rtl="0" algn="ctr">
                <a:lnSpc>
                  <a:spcPct val="100000"/>
                </a:lnSpc>
                <a:spcBef>
                  <a:spcPts val="0"/>
                </a:spcBef>
                <a:spcAft>
                  <a:spcPts val="0"/>
                </a:spcAft>
                <a:buNone/>
              </a:pPr>
              <a:r>
                <a:rPr b="0" i="0" lang="en-GB" sz="3200" u="none" cap="none" strike="noStrike">
                  <a:solidFill>
                    <a:srgbClr val="FFFFFF"/>
                  </a:solidFill>
                  <a:latin typeface="Open Sans SemiBold"/>
                  <a:ea typeface="Open Sans SemiBold"/>
                  <a:cs typeface="Open Sans SemiBold"/>
                  <a:sym typeface="Open Sans SemiBold"/>
                </a:rPr>
                <a:t>Presentation Skills</a:t>
              </a:r>
              <a:endParaRPr b="0" i="0" sz="3200" u="none" cap="none" strike="noStrike">
                <a:solidFill>
                  <a:srgbClr val="FFFFFF"/>
                </a:solidFill>
                <a:latin typeface="Open Sans SemiBold"/>
                <a:ea typeface="Open Sans SemiBold"/>
                <a:cs typeface="Open Sans SemiBold"/>
                <a:sym typeface="Open Sans SemiBold"/>
              </a:endParaRPr>
            </a:p>
            <a:p>
              <a:pPr indent="0" lvl="0" marL="0" marR="0" rtl="0" algn="ctr">
                <a:lnSpc>
                  <a:spcPct val="100000"/>
                </a:lnSpc>
                <a:spcBef>
                  <a:spcPts val="0"/>
                </a:spcBef>
                <a:spcAft>
                  <a:spcPts val="0"/>
                </a:spcAft>
                <a:buNone/>
              </a:pPr>
              <a:r>
                <a:t/>
              </a:r>
              <a:endParaRPr b="0" i="0" sz="3200" u="none" cap="none" strike="noStrike">
                <a:solidFill>
                  <a:srgbClr val="FFFFFF"/>
                </a:solidFill>
                <a:latin typeface="Open Sans SemiBold"/>
                <a:ea typeface="Open Sans SemiBold"/>
                <a:cs typeface="Open Sans SemiBold"/>
                <a:sym typeface="Open Sans SemiBold"/>
              </a:endParaRPr>
            </a:p>
            <a:p>
              <a:pPr indent="0" lvl="0" marL="0" marR="0" rtl="0" algn="ctr">
                <a:lnSpc>
                  <a:spcPct val="100000"/>
                </a:lnSpc>
                <a:spcBef>
                  <a:spcPts val="0"/>
                </a:spcBef>
                <a:spcAft>
                  <a:spcPts val="0"/>
                </a:spcAft>
                <a:buNone/>
              </a:pPr>
              <a:r>
                <a:t/>
              </a:r>
              <a:endParaRPr b="0" i="0" sz="3200" u="none" cap="none" strike="noStrike">
                <a:solidFill>
                  <a:srgbClr val="FFFFFF"/>
                </a:solidFill>
                <a:latin typeface="Open Sans SemiBold"/>
                <a:ea typeface="Open Sans SemiBold"/>
                <a:cs typeface="Open Sans SemiBold"/>
                <a:sym typeface="Open Sans SemiBold"/>
              </a:endParaRPr>
            </a:p>
          </p:txBody>
        </p:sp>
      </p:grpSp>
      <p:pic>
        <p:nvPicPr>
          <p:cNvPr descr="NGO_Wordcloud.jpg" id="625" name="Google Shape;625;p60"/>
          <p:cNvPicPr preferRelativeResize="0"/>
          <p:nvPr/>
        </p:nvPicPr>
        <p:blipFill rotWithShape="1">
          <a:blip r:embed="rId3">
            <a:alphaModFix/>
          </a:blip>
          <a:srcRect b="0" l="0" r="0" t="0"/>
          <a:stretch/>
        </p:blipFill>
        <p:spPr>
          <a:xfrm>
            <a:off x="2095500" y="2819400"/>
            <a:ext cx="8001000" cy="42672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622"/>
                                        </p:tgtEl>
                                        <p:attrNameLst>
                                          <p:attrName>style.visibility</p:attrName>
                                        </p:attrNameLst>
                                      </p:cBhvr>
                                      <p:to>
                                        <p:strVal val="visible"/>
                                      </p:to>
                                    </p:set>
                                    <p:anim calcmode="lin" valueType="num">
                                      <p:cBhvr additive="base">
                                        <p:cTn dur="500"/>
                                        <p:tgtEl>
                                          <p:spTgt spid="622"/>
                                        </p:tgtEl>
                                        <p:attrNameLst>
                                          <p:attrName>ppt_w</p:attrName>
                                        </p:attrNameLst>
                                      </p:cBhvr>
                                      <p:tavLst>
                                        <p:tav fmla="" tm="0">
                                          <p:val>
                                            <p:strVal val="0"/>
                                          </p:val>
                                        </p:tav>
                                        <p:tav fmla="" tm="100000">
                                          <p:val>
                                            <p:strVal val="#ppt_w"/>
                                          </p:val>
                                        </p:tav>
                                      </p:tavLst>
                                    </p:anim>
                                    <p:anim calcmode="lin" valueType="num">
                                      <p:cBhvr additive="base">
                                        <p:cTn dur="500"/>
                                        <p:tgtEl>
                                          <p:spTgt spid="622"/>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625"/>
                                        </p:tgtEl>
                                        <p:attrNameLst>
                                          <p:attrName>style.visibility</p:attrName>
                                        </p:attrNameLst>
                                      </p:cBhvr>
                                      <p:to>
                                        <p:strVal val="visible"/>
                                      </p:to>
                                    </p:set>
                                    <p:anim calcmode="lin" valueType="num">
                                      <p:cBhvr additive="base">
                                        <p:cTn dur="500"/>
                                        <p:tgtEl>
                                          <p:spTgt spid="625"/>
                                        </p:tgtEl>
                                        <p:attrNameLst>
                                          <p:attrName>ppt_w</p:attrName>
                                        </p:attrNameLst>
                                      </p:cBhvr>
                                      <p:tavLst>
                                        <p:tav fmla="" tm="0">
                                          <p:val>
                                            <p:strVal val="0"/>
                                          </p:val>
                                        </p:tav>
                                        <p:tav fmla="" tm="100000">
                                          <p:val>
                                            <p:strVal val="#ppt_w"/>
                                          </p:val>
                                        </p:tav>
                                      </p:tavLst>
                                    </p:anim>
                                    <p:anim calcmode="lin" valueType="num">
                                      <p:cBhvr additive="base">
                                        <p:cTn dur="500"/>
                                        <p:tgtEl>
                                          <p:spTgt spid="625"/>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9" name="Shape 629"/>
        <p:cNvGrpSpPr/>
        <p:nvPr/>
      </p:nvGrpSpPr>
      <p:grpSpPr>
        <a:xfrm>
          <a:off x="0" y="0"/>
          <a:ext cx="0" cy="0"/>
          <a:chOff x="0" y="0"/>
          <a:chExt cx="0" cy="0"/>
        </a:xfrm>
      </p:grpSpPr>
      <p:sp>
        <p:nvSpPr>
          <p:cNvPr id="630" name="Google Shape;630;p6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pic>
        <p:nvPicPr>
          <p:cNvPr id="631" name="Google Shape;631;p61"/>
          <p:cNvPicPr preferRelativeResize="0"/>
          <p:nvPr/>
        </p:nvPicPr>
        <p:blipFill rotWithShape="1">
          <a:blip r:embed="rId3">
            <a:alphaModFix/>
          </a:blip>
          <a:srcRect b="0" l="0" r="0" t="0"/>
          <a:stretch/>
        </p:blipFill>
        <p:spPr>
          <a:xfrm>
            <a:off x="2191474" y="998199"/>
            <a:ext cx="9144793" cy="2566638"/>
          </a:xfrm>
          <a:prstGeom prst="rect">
            <a:avLst/>
          </a:prstGeom>
          <a:noFill/>
          <a:ln>
            <a:noFill/>
          </a:ln>
        </p:spPr>
      </p:pic>
      <p:pic>
        <p:nvPicPr>
          <p:cNvPr id="632" name="Google Shape;632;p61"/>
          <p:cNvPicPr preferRelativeResize="0"/>
          <p:nvPr/>
        </p:nvPicPr>
        <p:blipFill rotWithShape="1">
          <a:blip r:embed="rId4">
            <a:alphaModFix/>
          </a:blip>
          <a:srcRect b="0" l="0" r="0" t="0"/>
          <a:stretch/>
        </p:blipFill>
        <p:spPr>
          <a:xfrm>
            <a:off x="803792" y="3241728"/>
            <a:ext cx="5960079" cy="3114622"/>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6" name="Shape 636"/>
        <p:cNvGrpSpPr/>
        <p:nvPr/>
      </p:nvGrpSpPr>
      <p:grpSpPr>
        <a:xfrm>
          <a:off x="0" y="0"/>
          <a:ext cx="0" cy="0"/>
          <a:chOff x="0" y="0"/>
          <a:chExt cx="0" cy="0"/>
        </a:xfrm>
      </p:grpSpPr>
      <p:sp>
        <p:nvSpPr>
          <p:cNvPr id="637" name="Google Shape;637;p6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pic>
        <p:nvPicPr>
          <p:cNvPr id="638" name="Google Shape;638;p62"/>
          <p:cNvPicPr preferRelativeResize="0"/>
          <p:nvPr/>
        </p:nvPicPr>
        <p:blipFill rotWithShape="1">
          <a:blip r:embed="rId3">
            <a:alphaModFix/>
          </a:blip>
          <a:srcRect b="0" l="0" r="0" t="0"/>
          <a:stretch/>
        </p:blipFill>
        <p:spPr>
          <a:xfrm>
            <a:off x="1547750" y="1310762"/>
            <a:ext cx="8778956" cy="4929721"/>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sp>
        <p:nvSpPr>
          <p:cNvPr id="643" name="Google Shape;643;p6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
        <p:nvSpPr>
          <p:cNvPr id="644" name="Google Shape;644;p63"/>
          <p:cNvSpPr txBox="1"/>
          <p:nvPr>
            <p:ph type="ctrTitle"/>
          </p:nvPr>
        </p:nvSpPr>
        <p:spPr>
          <a:xfrm>
            <a:off x="0" y="726305"/>
            <a:ext cx="9144000" cy="2387600"/>
          </a:xfrm>
          <a:prstGeom prst="rect">
            <a:avLst/>
          </a:prstGeom>
          <a:noFill/>
          <a:ln>
            <a:noFill/>
          </a:ln>
        </p:spPr>
        <p:txBody>
          <a:bodyPr anchorCtr="0" anchor="b"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11111"/>
              <a:buFont typeface="Calibri"/>
              <a:buNone/>
            </a:pPr>
            <a:r>
              <a:rPr b="1" i="1" lang="en-GB"/>
              <a:t> Tips to Improve Your PowerPoint Presentation</a:t>
            </a:r>
            <a:br>
              <a:rPr b="1" i="1" lang="en-GB"/>
            </a:br>
            <a:endParaRPr i="1"/>
          </a:p>
        </p:txBody>
      </p:sp>
      <p:pic>
        <p:nvPicPr>
          <p:cNvPr id="645" name="Google Shape;645;p63"/>
          <p:cNvPicPr preferRelativeResize="0"/>
          <p:nvPr/>
        </p:nvPicPr>
        <p:blipFill rotWithShape="1">
          <a:blip r:embed="rId3">
            <a:alphaModFix/>
          </a:blip>
          <a:srcRect b="0" l="0" r="0" t="0"/>
          <a:stretch/>
        </p:blipFill>
        <p:spPr>
          <a:xfrm>
            <a:off x="5362015" y="3113905"/>
            <a:ext cx="5790079" cy="3242445"/>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9" name="Shape 649"/>
        <p:cNvGrpSpPr/>
        <p:nvPr/>
      </p:nvGrpSpPr>
      <p:grpSpPr>
        <a:xfrm>
          <a:off x="0" y="0"/>
          <a:ext cx="0" cy="0"/>
          <a:chOff x="0" y="0"/>
          <a:chExt cx="0" cy="0"/>
        </a:xfrm>
      </p:grpSpPr>
      <p:sp>
        <p:nvSpPr>
          <p:cNvPr id="650" name="Google Shape;650;p64"/>
          <p:cNvSpPr txBox="1"/>
          <p:nvPr>
            <p:ph type="ctrTitle"/>
          </p:nvPr>
        </p:nvSpPr>
        <p:spPr>
          <a:xfrm>
            <a:off x="1262742" y="46608"/>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rPr b="1" lang="en-GB" sz="4000">
                <a:solidFill>
                  <a:srgbClr val="00B050"/>
                </a:solidFill>
                <a:latin typeface="Noto Sans"/>
                <a:ea typeface="Noto Sans"/>
                <a:cs typeface="Noto Sans"/>
                <a:sym typeface="Noto Sans"/>
              </a:rPr>
              <a:t>Do’s</a:t>
            </a:r>
            <a:r>
              <a:rPr b="1" lang="en-GB" sz="4000">
                <a:solidFill>
                  <a:srgbClr val="2D2D2D"/>
                </a:solidFill>
                <a:latin typeface="Noto Sans"/>
                <a:ea typeface="Noto Sans"/>
                <a:cs typeface="Noto Sans"/>
                <a:sym typeface="Noto Sans"/>
              </a:rPr>
              <a:t> and </a:t>
            </a:r>
            <a:r>
              <a:rPr b="1" lang="en-GB" sz="4000">
                <a:solidFill>
                  <a:srgbClr val="FF0000"/>
                </a:solidFill>
                <a:latin typeface="Noto Sans"/>
                <a:ea typeface="Noto Sans"/>
                <a:cs typeface="Noto Sans"/>
                <a:sym typeface="Noto Sans"/>
              </a:rPr>
              <a:t>Don’ts</a:t>
            </a:r>
            <a:r>
              <a:rPr b="1" lang="en-GB" sz="4000">
                <a:solidFill>
                  <a:srgbClr val="2D2D2D"/>
                </a:solidFill>
                <a:latin typeface="Noto Sans"/>
                <a:ea typeface="Noto Sans"/>
                <a:cs typeface="Noto Sans"/>
                <a:sym typeface="Noto Sans"/>
              </a:rPr>
              <a:t> Tips for an Effective Presentation</a:t>
            </a:r>
            <a:br>
              <a:rPr b="0" i="0" lang="en-GB" sz="4000">
                <a:solidFill>
                  <a:srgbClr val="111111"/>
                </a:solidFill>
                <a:latin typeface="Montserrat"/>
                <a:ea typeface="Montserrat"/>
                <a:cs typeface="Montserrat"/>
                <a:sym typeface="Montserrat"/>
              </a:rPr>
            </a:br>
            <a:endParaRPr sz="4000"/>
          </a:p>
        </p:txBody>
      </p:sp>
      <p:sp>
        <p:nvSpPr>
          <p:cNvPr id="651" name="Google Shape;651;p64"/>
          <p:cNvSpPr txBox="1"/>
          <p:nvPr>
            <p:ph idx="1" type="subTitle"/>
          </p:nvPr>
        </p:nvSpPr>
        <p:spPr>
          <a:xfrm>
            <a:off x="373930" y="2159736"/>
            <a:ext cx="4113229" cy="4208292"/>
          </a:xfrm>
          <a:prstGeom prst="rect">
            <a:avLst/>
          </a:prstGeom>
          <a:noFill/>
          <a:ln cap="flat" cmpd="sng" w="9525">
            <a:solidFill>
              <a:srgbClr val="00B050"/>
            </a:solidFill>
            <a:prstDash val="solid"/>
            <a:round/>
            <a:headEnd len="sm" w="sm" type="none"/>
            <a:tailEnd len="sm" w="sm" type="none"/>
          </a:ln>
        </p:spPr>
        <p:txBody>
          <a:bodyPr anchorCtr="0" anchor="t" bIns="45700" lIns="91425" spcFirstLastPara="1" rIns="91425" wrap="square" tIns="45700">
            <a:noAutofit/>
          </a:bodyPr>
          <a:lstStyle/>
          <a:p>
            <a:pPr indent="-406400" lvl="0" marL="457200" rtl="0" algn="l">
              <a:lnSpc>
                <a:spcPct val="90000"/>
              </a:lnSpc>
              <a:spcBef>
                <a:spcPts val="1000"/>
              </a:spcBef>
              <a:spcAft>
                <a:spcPts val="0"/>
              </a:spcAft>
              <a:buSzPts val="2400"/>
              <a:buNone/>
            </a:pPr>
            <a:r>
              <a:rPr b="1" i="0" lang="en-GB" sz="1800">
                <a:solidFill>
                  <a:srgbClr val="111111"/>
                </a:solidFill>
                <a:latin typeface="Arial"/>
                <a:ea typeface="Arial"/>
                <a:cs typeface="Arial"/>
                <a:sym typeface="Arial"/>
              </a:rPr>
              <a:t>DO’S</a:t>
            </a:r>
            <a:endParaRPr b="0" i="0" sz="1800">
              <a:solidFill>
                <a:srgbClr val="111111"/>
              </a:solidFill>
              <a:latin typeface="Montserrat"/>
              <a:ea typeface="Montserrat"/>
              <a:cs typeface="Montserrat"/>
              <a:sym typeface="Montserrat"/>
            </a:endParaRPr>
          </a:p>
          <a:p>
            <a:pPr indent="-406400" lvl="0" marL="457200" rtl="0" algn="l">
              <a:lnSpc>
                <a:spcPct val="90000"/>
              </a:lnSpc>
              <a:spcBef>
                <a:spcPts val="1000"/>
              </a:spcBef>
              <a:spcAft>
                <a:spcPts val="0"/>
              </a:spcAft>
              <a:buSzPts val="2400"/>
              <a:buFont typeface="Arial"/>
              <a:buChar char="•"/>
            </a:pPr>
            <a:r>
              <a:rPr b="0" i="0" lang="en-GB" sz="1800">
                <a:solidFill>
                  <a:srgbClr val="3D3D3D"/>
                </a:solidFill>
                <a:latin typeface="Arial"/>
                <a:ea typeface="Arial"/>
                <a:cs typeface="Arial"/>
                <a:sym typeface="Arial"/>
              </a:rPr>
              <a:t>Familiarize yourself with th</a:t>
            </a:r>
            <a:r>
              <a:rPr lang="en-GB" sz="1800">
                <a:solidFill>
                  <a:srgbClr val="3D3D3D"/>
                </a:solidFill>
                <a:latin typeface="Arial"/>
                <a:ea typeface="Arial"/>
                <a:cs typeface="Arial"/>
                <a:sym typeface="Arial"/>
              </a:rPr>
              <a:t>e </a:t>
            </a:r>
            <a:r>
              <a:rPr b="0" i="0" lang="en-GB" sz="1800">
                <a:solidFill>
                  <a:srgbClr val="3D3D3D"/>
                </a:solidFill>
                <a:latin typeface="Arial"/>
                <a:ea typeface="Arial"/>
                <a:cs typeface="Arial"/>
                <a:sym typeface="Arial"/>
              </a:rPr>
              <a:t>equipment before presenting.</a:t>
            </a:r>
            <a:endParaRPr/>
          </a:p>
          <a:p>
            <a:pPr indent="-406400" lvl="0" marL="457200" rtl="0" algn="l">
              <a:lnSpc>
                <a:spcPct val="90000"/>
              </a:lnSpc>
              <a:spcBef>
                <a:spcPts val="1000"/>
              </a:spcBef>
              <a:spcAft>
                <a:spcPts val="0"/>
              </a:spcAft>
              <a:buSzPts val="2400"/>
              <a:buFont typeface="Arial"/>
              <a:buChar char="•"/>
            </a:pPr>
            <a:r>
              <a:rPr b="0" i="0" lang="en-GB" sz="1800">
                <a:solidFill>
                  <a:srgbClr val="3D3D3D"/>
                </a:solidFill>
                <a:latin typeface="Arial"/>
                <a:ea typeface="Arial"/>
                <a:cs typeface="Arial"/>
                <a:sym typeface="Arial"/>
              </a:rPr>
              <a:t>Use simple sentences.</a:t>
            </a:r>
            <a:endParaRPr/>
          </a:p>
          <a:p>
            <a:pPr indent="-406400" lvl="0" marL="457200" rtl="0" algn="l">
              <a:lnSpc>
                <a:spcPct val="90000"/>
              </a:lnSpc>
              <a:spcBef>
                <a:spcPts val="1000"/>
              </a:spcBef>
              <a:spcAft>
                <a:spcPts val="0"/>
              </a:spcAft>
              <a:buSzPts val="2400"/>
              <a:buFont typeface="Arial"/>
              <a:buChar char="•"/>
            </a:pPr>
            <a:r>
              <a:rPr b="0" i="0" lang="en-GB" sz="1800">
                <a:solidFill>
                  <a:srgbClr val="3D3D3D"/>
                </a:solidFill>
                <a:latin typeface="Arial"/>
                <a:ea typeface="Arial"/>
                <a:cs typeface="Arial"/>
                <a:sym typeface="Arial"/>
              </a:rPr>
              <a:t>Use examples to illustrate your ideas.</a:t>
            </a:r>
            <a:endParaRPr/>
          </a:p>
          <a:p>
            <a:pPr indent="-406400" lvl="0" marL="457200" rtl="0" algn="l">
              <a:lnSpc>
                <a:spcPct val="90000"/>
              </a:lnSpc>
              <a:spcBef>
                <a:spcPts val="1000"/>
              </a:spcBef>
              <a:spcAft>
                <a:spcPts val="0"/>
              </a:spcAft>
              <a:buSzPts val="2400"/>
              <a:buFont typeface="Arial"/>
              <a:buChar char="•"/>
            </a:pPr>
            <a:r>
              <a:rPr b="0" i="0" lang="en-GB" sz="1800">
                <a:solidFill>
                  <a:srgbClr val="3D3D3D"/>
                </a:solidFill>
                <a:latin typeface="Arial"/>
                <a:ea typeface="Arial"/>
                <a:cs typeface="Arial"/>
                <a:sym typeface="Arial"/>
              </a:rPr>
              <a:t>Practice your presentation.</a:t>
            </a:r>
            <a:endParaRPr/>
          </a:p>
          <a:p>
            <a:pPr indent="-406400" lvl="0" marL="457200" rtl="0" algn="l">
              <a:lnSpc>
                <a:spcPct val="90000"/>
              </a:lnSpc>
              <a:spcBef>
                <a:spcPts val="1000"/>
              </a:spcBef>
              <a:spcAft>
                <a:spcPts val="0"/>
              </a:spcAft>
              <a:buSzPts val="2400"/>
              <a:buFont typeface="Arial"/>
              <a:buChar char="•"/>
            </a:pPr>
            <a:r>
              <a:rPr b="0" i="0" lang="en-GB" sz="1800">
                <a:solidFill>
                  <a:srgbClr val="3D3D3D"/>
                </a:solidFill>
                <a:latin typeface="Arial"/>
                <a:ea typeface="Arial"/>
                <a:cs typeface="Arial"/>
                <a:sym typeface="Arial"/>
              </a:rPr>
              <a:t>Breathe deeply, relax and smile at your audience before presenting.</a:t>
            </a:r>
            <a:endParaRPr/>
          </a:p>
          <a:p>
            <a:pPr indent="-406400" lvl="0" marL="457200" rtl="0" algn="l">
              <a:lnSpc>
                <a:spcPct val="90000"/>
              </a:lnSpc>
              <a:spcBef>
                <a:spcPts val="1000"/>
              </a:spcBef>
              <a:spcAft>
                <a:spcPts val="0"/>
              </a:spcAft>
              <a:buSzPts val="2400"/>
              <a:buFont typeface="Arial"/>
              <a:buChar char="•"/>
            </a:pPr>
            <a:r>
              <a:rPr b="0" i="0" lang="en-GB" sz="1800">
                <a:solidFill>
                  <a:srgbClr val="3D3D3D"/>
                </a:solidFill>
                <a:latin typeface="Arial"/>
                <a:ea typeface="Arial"/>
                <a:cs typeface="Arial"/>
                <a:sym typeface="Arial"/>
              </a:rPr>
              <a:t>Use body language to reflect the content of the presentation.</a:t>
            </a:r>
            <a:endParaRPr/>
          </a:p>
          <a:p>
            <a:pPr indent="-406400" lvl="0" marL="457200" rtl="0" algn="l">
              <a:lnSpc>
                <a:spcPct val="90000"/>
              </a:lnSpc>
              <a:spcBef>
                <a:spcPts val="1000"/>
              </a:spcBef>
              <a:spcAft>
                <a:spcPts val="0"/>
              </a:spcAft>
              <a:buSzPts val="2400"/>
              <a:buFont typeface="Arial"/>
              <a:buChar char="•"/>
            </a:pPr>
            <a:r>
              <a:rPr b="0" i="0" lang="en-GB" sz="1800">
                <a:solidFill>
                  <a:srgbClr val="3D3D3D"/>
                </a:solidFill>
                <a:latin typeface="Arial"/>
                <a:ea typeface="Arial"/>
                <a:cs typeface="Arial"/>
                <a:sym typeface="Arial"/>
              </a:rPr>
              <a:t>Make eye contact with audience.</a:t>
            </a:r>
            <a:endParaRPr/>
          </a:p>
          <a:p>
            <a:pPr indent="-406400" lvl="0" marL="457200" rtl="0" algn="ctr">
              <a:lnSpc>
                <a:spcPct val="90000"/>
              </a:lnSpc>
              <a:spcBef>
                <a:spcPts val="1000"/>
              </a:spcBef>
              <a:spcAft>
                <a:spcPts val="0"/>
              </a:spcAft>
              <a:buClr>
                <a:schemeClr val="dk1"/>
              </a:buClr>
              <a:buSzPts val="2400"/>
              <a:buNone/>
            </a:pPr>
            <a:r>
              <a:t/>
            </a:r>
            <a:endParaRPr sz="1800"/>
          </a:p>
        </p:txBody>
      </p:sp>
      <p:sp>
        <p:nvSpPr>
          <p:cNvPr id="652" name="Google Shape;652;p6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
        <p:nvSpPr>
          <p:cNvPr id="653" name="Google Shape;653;p64"/>
          <p:cNvSpPr txBox="1"/>
          <p:nvPr/>
        </p:nvSpPr>
        <p:spPr>
          <a:xfrm>
            <a:off x="7996287" y="1962463"/>
            <a:ext cx="4113229" cy="4247317"/>
          </a:xfrm>
          <a:prstGeom prst="rect">
            <a:avLst/>
          </a:prstGeom>
          <a:noFill/>
          <a:ln cap="flat" cmpd="sng" w="9525">
            <a:solidFill>
              <a:srgbClr val="FF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GB" sz="1800" u="none" cap="none" strike="noStrike">
                <a:solidFill>
                  <a:srgbClr val="111111"/>
                </a:solidFill>
                <a:latin typeface="Arial"/>
                <a:ea typeface="Arial"/>
                <a:cs typeface="Arial"/>
                <a:sym typeface="Arial"/>
              </a:rPr>
              <a:t>DON’T’S</a:t>
            </a:r>
            <a:endParaRPr/>
          </a:p>
          <a:p>
            <a:pPr indent="0" lvl="0" marL="0" marR="0" rtl="0" algn="l">
              <a:lnSpc>
                <a:spcPct val="100000"/>
              </a:lnSpc>
              <a:spcBef>
                <a:spcPts val="0"/>
              </a:spcBef>
              <a:spcAft>
                <a:spcPts val="0"/>
              </a:spcAft>
              <a:buNone/>
            </a:pPr>
            <a:r>
              <a:t/>
            </a:r>
            <a:endParaRPr b="0" i="0" sz="1800" u="none" cap="none" strike="noStrike">
              <a:solidFill>
                <a:srgbClr val="111111"/>
              </a:solidFill>
              <a:latin typeface="Arial"/>
              <a:ea typeface="Arial"/>
              <a:cs typeface="Arial"/>
              <a:sym typeface="Arial"/>
            </a:endParaRPr>
          </a:p>
          <a:p>
            <a:pPr indent="-114300" lvl="0" marL="0" marR="0" rtl="0" algn="l">
              <a:lnSpc>
                <a:spcPct val="100000"/>
              </a:lnSpc>
              <a:spcBef>
                <a:spcPts val="0"/>
              </a:spcBef>
              <a:spcAft>
                <a:spcPts val="0"/>
              </a:spcAft>
              <a:buClr>
                <a:srgbClr val="000000"/>
              </a:buClr>
              <a:buSzPts val="1800"/>
              <a:buFont typeface="Arial"/>
              <a:buChar char="•"/>
            </a:pPr>
            <a:r>
              <a:rPr b="0" i="0" lang="en-GB" sz="1800" u="none" cap="none" strike="noStrike">
                <a:solidFill>
                  <a:srgbClr val="3D3D3D"/>
                </a:solidFill>
                <a:latin typeface="Arial"/>
                <a:ea typeface="Arial"/>
                <a:cs typeface="Arial"/>
                <a:sym typeface="Arial"/>
              </a:rPr>
              <a:t>Turn your back to the audience.</a:t>
            </a:r>
            <a:endParaRPr/>
          </a:p>
          <a:p>
            <a:pPr indent="-114300" lvl="0" marL="0" marR="0" rtl="0" algn="l">
              <a:lnSpc>
                <a:spcPct val="100000"/>
              </a:lnSpc>
              <a:spcBef>
                <a:spcPts val="0"/>
              </a:spcBef>
              <a:spcAft>
                <a:spcPts val="0"/>
              </a:spcAft>
              <a:buClr>
                <a:srgbClr val="000000"/>
              </a:buClr>
              <a:buSzPts val="1800"/>
              <a:buFont typeface="Arial"/>
              <a:buChar char="•"/>
            </a:pPr>
            <a:r>
              <a:rPr b="0" i="0" lang="en-GB" sz="1800" u="none" cap="none" strike="noStrike">
                <a:solidFill>
                  <a:srgbClr val="3D3D3D"/>
                </a:solidFill>
                <a:latin typeface="Arial"/>
                <a:ea typeface="Arial"/>
                <a:cs typeface="Arial"/>
                <a:sym typeface="Arial"/>
              </a:rPr>
              <a:t>Have no eye contact during your presentation or fix your eye contact on one person.</a:t>
            </a:r>
            <a:endParaRPr/>
          </a:p>
          <a:p>
            <a:pPr indent="-114300" lvl="0" marL="0" marR="0" rtl="0" algn="l">
              <a:lnSpc>
                <a:spcPct val="100000"/>
              </a:lnSpc>
              <a:spcBef>
                <a:spcPts val="0"/>
              </a:spcBef>
              <a:spcAft>
                <a:spcPts val="0"/>
              </a:spcAft>
              <a:buClr>
                <a:srgbClr val="000000"/>
              </a:buClr>
              <a:buSzPts val="1800"/>
              <a:buFont typeface="Arial"/>
              <a:buChar char="•"/>
            </a:pPr>
            <a:r>
              <a:rPr b="0" i="0" lang="en-GB" sz="1800" u="none" cap="none" strike="noStrike">
                <a:solidFill>
                  <a:srgbClr val="3D3D3D"/>
                </a:solidFill>
                <a:latin typeface="Arial"/>
                <a:ea typeface="Arial"/>
                <a:cs typeface="Arial"/>
                <a:sym typeface="Arial"/>
              </a:rPr>
              <a:t>Talk and do something else at the same time.</a:t>
            </a:r>
            <a:endParaRPr/>
          </a:p>
          <a:p>
            <a:pPr indent="-114300" lvl="0" marL="0" marR="0" rtl="0" algn="l">
              <a:lnSpc>
                <a:spcPct val="100000"/>
              </a:lnSpc>
              <a:spcBef>
                <a:spcPts val="0"/>
              </a:spcBef>
              <a:spcAft>
                <a:spcPts val="0"/>
              </a:spcAft>
              <a:buClr>
                <a:srgbClr val="000000"/>
              </a:buClr>
              <a:buSzPts val="1800"/>
              <a:buFont typeface="Arial"/>
              <a:buChar char="•"/>
            </a:pPr>
            <a:r>
              <a:rPr b="0" i="0" lang="en-GB" sz="1800" u="none" cap="none" strike="noStrike">
                <a:solidFill>
                  <a:srgbClr val="3D3D3D"/>
                </a:solidFill>
                <a:latin typeface="Arial"/>
                <a:ea typeface="Arial"/>
                <a:cs typeface="Arial"/>
                <a:sym typeface="Arial"/>
              </a:rPr>
              <a:t>Move constantly in front of the audience.</a:t>
            </a:r>
            <a:endParaRPr/>
          </a:p>
          <a:p>
            <a:pPr indent="-114300" lvl="0" marL="0" marR="0" rtl="0" algn="l">
              <a:lnSpc>
                <a:spcPct val="100000"/>
              </a:lnSpc>
              <a:spcBef>
                <a:spcPts val="0"/>
              </a:spcBef>
              <a:spcAft>
                <a:spcPts val="0"/>
              </a:spcAft>
              <a:buClr>
                <a:srgbClr val="000000"/>
              </a:buClr>
              <a:buSzPts val="1800"/>
              <a:buFont typeface="Arial"/>
              <a:buChar char="•"/>
            </a:pPr>
            <a:r>
              <a:rPr b="0" i="0" lang="en-GB" sz="1800" u="none" cap="none" strike="noStrike">
                <a:solidFill>
                  <a:srgbClr val="3D3D3D"/>
                </a:solidFill>
                <a:latin typeface="Arial"/>
                <a:ea typeface="Arial"/>
                <a:cs typeface="Arial"/>
                <a:sym typeface="Arial"/>
              </a:rPr>
              <a:t>Move your hands too much.</a:t>
            </a:r>
            <a:endParaRPr/>
          </a:p>
          <a:p>
            <a:pPr indent="-114300" lvl="0" marL="0" marR="0" rtl="0" algn="l">
              <a:lnSpc>
                <a:spcPct val="100000"/>
              </a:lnSpc>
              <a:spcBef>
                <a:spcPts val="0"/>
              </a:spcBef>
              <a:spcAft>
                <a:spcPts val="0"/>
              </a:spcAft>
              <a:buClr>
                <a:srgbClr val="000000"/>
              </a:buClr>
              <a:buSzPts val="1800"/>
              <a:buFont typeface="Arial"/>
              <a:buChar char="•"/>
            </a:pPr>
            <a:r>
              <a:rPr b="0" i="0" lang="en-GB" sz="1800" u="none" cap="none" strike="noStrike">
                <a:solidFill>
                  <a:srgbClr val="3D3D3D"/>
                </a:solidFill>
                <a:latin typeface="Arial"/>
                <a:ea typeface="Arial"/>
                <a:cs typeface="Arial"/>
                <a:sym typeface="Arial"/>
              </a:rPr>
              <a:t>Fold your arms either on your front or your back.</a:t>
            </a:r>
            <a:endParaRPr/>
          </a:p>
          <a:p>
            <a:pPr indent="-114300" lvl="0" marL="0" marR="0" rtl="0" algn="l">
              <a:lnSpc>
                <a:spcPct val="100000"/>
              </a:lnSpc>
              <a:spcBef>
                <a:spcPts val="0"/>
              </a:spcBef>
              <a:spcAft>
                <a:spcPts val="0"/>
              </a:spcAft>
              <a:buClr>
                <a:srgbClr val="000000"/>
              </a:buClr>
              <a:buSzPts val="1800"/>
              <a:buFont typeface="Arial"/>
              <a:buChar char="•"/>
            </a:pPr>
            <a:r>
              <a:rPr b="0" i="0" lang="en-GB" sz="1800" u="none" cap="none" strike="noStrike">
                <a:solidFill>
                  <a:srgbClr val="3D3D3D"/>
                </a:solidFill>
                <a:latin typeface="Arial"/>
                <a:ea typeface="Arial"/>
                <a:cs typeface="Arial"/>
                <a:sym typeface="Arial"/>
              </a:rPr>
              <a:t>Keep your hands in your pockets during your presenting.</a:t>
            </a:r>
            <a:endParaRPr/>
          </a:p>
        </p:txBody>
      </p:sp>
      <p:pic>
        <p:nvPicPr>
          <p:cNvPr descr="Presentation Clipart Images - Free Download on Freepik" id="654" name="Google Shape;654;p64"/>
          <p:cNvPicPr preferRelativeResize="0"/>
          <p:nvPr/>
        </p:nvPicPr>
        <p:blipFill rotWithShape="1">
          <a:blip r:embed="rId3">
            <a:alphaModFix/>
          </a:blip>
          <a:srcRect b="0" l="0" r="0" t="0"/>
          <a:stretch/>
        </p:blipFill>
        <p:spPr>
          <a:xfrm>
            <a:off x="4786312" y="2200587"/>
            <a:ext cx="2619375" cy="381056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50"/>
                                        </p:tgtEl>
                                        <p:attrNameLst>
                                          <p:attrName>style.visibility</p:attrName>
                                        </p:attrNameLst>
                                      </p:cBhvr>
                                      <p:to>
                                        <p:strVal val="visible"/>
                                      </p:to>
                                    </p:set>
                                    <p:anim calcmode="lin" valueType="num">
                                      <p:cBhvr additive="base">
                                        <p:cTn dur="500"/>
                                        <p:tgtEl>
                                          <p:spTgt spid="650"/>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654"/>
                                        </p:tgtEl>
                                        <p:attrNameLst>
                                          <p:attrName>style.visibility</p:attrName>
                                        </p:attrNameLst>
                                      </p:cBhvr>
                                      <p:to>
                                        <p:strVal val="visible"/>
                                      </p:to>
                                    </p:set>
                                    <p:anim calcmode="lin" valueType="num">
                                      <p:cBhvr additive="base">
                                        <p:cTn dur="500"/>
                                        <p:tgtEl>
                                          <p:spTgt spid="654"/>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5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5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5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5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5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5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51">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51">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51">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5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8" name="Shape 658"/>
        <p:cNvGrpSpPr/>
        <p:nvPr/>
      </p:nvGrpSpPr>
      <p:grpSpPr>
        <a:xfrm>
          <a:off x="0" y="0"/>
          <a:ext cx="0" cy="0"/>
          <a:chOff x="0" y="0"/>
          <a:chExt cx="0" cy="0"/>
        </a:xfrm>
      </p:grpSpPr>
      <p:sp>
        <p:nvSpPr>
          <p:cNvPr id="659" name="Google Shape;659;p65"/>
          <p:cNvSpPr txBox="1"/>
          <p:nvPr>
            <p:ph idx="1" type="subTitle"/>
          </p:nvPr>
        </p:nvSpPr>
        <p:spPr>
          <a:xfrm>
            <a:off x="824754" y="1078532"/>
            <a:ext cx="5386042" cy="5779468"/>
          </a:xfrm>
          <a:prstGeom prst="rect">
            <a:avLst/>
          </a:prstGeom>
          <a:noFill/>
          <a:ln>
            <a:noFill/>
          </a:ln>
        </p:spPr>
        <p:txBody>
          <a:bodyPr anchorCtr="0" anchor="t" bIns="45700" lIns="91425" spcFirstLastPara="1" rIns="91425" wrap="square" tIns="45700">
            <a:normAutofit/>
          </a:bodyPr>
          <a:lstStyle/>
          <a:p>
            <a:pPr indent="-406400" lvl="0" marL="457200" rtl="0" algn="l">
              <a:lnSpc>
                <a:spcPct val="90000"/>
              </a:lnSpc>
              <a:spcBef>
                <a:spcPts val="1000"/>
              </a:spcBef>
              <a:spcAft>
                <a:spcPts val="0"/>
              </a:spcAft>
              <a:buSzPts val="2400"/>
              <a:buNone/>
            </a:pPr>
            <a:r>
              <a:rPr b="1" lang="en-GB" sz="3200"/>
              <a:t>Follow the 5/5/5 rule:</a:t>
            </a:r>
            <a:endParaRPr b="1" sz="3200"/>
          </a:p>
          <a:p>
            <a:pPr indent="-406400" lvl="0" marL="457200" rtl="0" algn="l">
              <a:lnSpc>
                <a:spcPct val="90000"/>
              </a:lnSpc>
              <a:spcBef>
                <a:spcPts val="1000"/>
              </a:spcBef>
              <a:spcAft>
                <a:spcPts val="0"/>
              </a:spcAft>
              <a:buSzPts val="2400"/>
              <a:buNone/>
            </a:pPr>
            <a:r>
              <a:rPr lang="en-GB" sz="3200"/>
              <a:t>To keep your audience from feeling overwhelmed, you should keep the text on each slide short and to the point. Some experts suggest using the </a:t>
            </a:r>
            <a:r>
              <a:rPr b="1" lang="en-GB" sz="3200"/>
              <a:t>5/5/5</a:t>
            </a:r>
            <a:r>
              <a:rPr lang="en-GB" sz="3200"/>
              <a:t> </a:t>
            </a:r>
            <a:r>
              <a:rPr b="1" lang="en-GB" sz="3200"/>
              <a:t>rule</a:t>
            </a:r>
            <a:r>
              <a:rPr lang="en-GB" sz="3200"/>
              <a:t>: no more than </a:t>
            </a:r>
            <a:r>
              <a:rPr b="1" lang="en-GB" sz="3200"/>
              <a:t>five</a:t>
            </a:r>
            <a:r>
              <a:rPr lang="en-GB" sz="3200"/>
              <a:t> words per line of text, </a:t>
            </a:r>
            <a:r>
              <a:rPr b="1" lang="en-GB" sz="3200"/>
              <a:t>five</a:t>
            </a:r>
            <a:r>
              <a:rPr lang="en-GB" sz="3200"/>
              <a:t> lines of text per slide, or </a:t>
            </a:r>
            <a:r>
              <a:rPr b="1" lang="en-GB" sz="3200"/>
              <a:t>five</a:t>
            </a:r>
            <a:r>
              <a:rPr lang="en-GB" sz="3200"/>
              <a:t> text-heavy slides in a row.</a:t>
            </a:r>
            <a:endParaRPr/>
          </a:p>
          <a:p>
            <a:pPr indent="-406400" lvl="0" marL="457200" rtl="0" algn="ctr">
              <a:lnSpc>
                <a:spcPct val="90000"/>
              </a:lnSpc>
              <a:spcBef>
                <a:spcPts val="1000"/>
              </a:spcBef>
              <a:spcAft>
                <a:spcPts val="0"/>
              </a:spcAft>
              <a:buClr>
                <a:schemeClr val="dk1"/>
              </a:buClr>
              <a:buSzPts val="2400"/>
              <a:buNone/>
            </a:pPr>
            <a:r>
              <a:t/>
            </a:r>
            <a:endParaRPr/>
          </a:p>
        </p:txBody>
      </p:sp>
      <p:sp>
        <p:nvSpPr>
          <p:cNvPr id="660" name="Google Shape;660;p6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pic>
        <p:nvPicPr>
          <p:cNvPr id="661" name="Google Shape;661;p65"/>
          <p:cNvPicPr preferRelativeResize="0"/>
          <p:nvPr/>
        </p:nvPicPr>
        <p:blipFill rotWithShape="1">
          <a:blip r:embed="rId3">
            <a:alphaModFix/>
          </a:blip>
          <a:srcRect b="0" l="0" r="0" t="0"/>
          <a:stretch/>
        </p:blipFill>
        <p:spPr>
          <a:xfrm>
            <a:off x="6874368" y="1078532"/>
            <a:ext cx="4386864" cy="5664530"/>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5" name="Shape 665"/>
        <p:cNvGrpSpPr/>
        <p:nvPr/>
      </p:nvGrpSpPr>
      <p:grpSpPr>
        <a:xfrm>
          <a:off x="0" y="0"/>
          <a:ext cx="0" cy="0"/>
          <a:chOff x="0" y="0"/>
          <a:chExt cx="0" cy="0"/>
        </a:xfrm>
      </p:grpSpPr>
      <p:sp>
        <p:nvSpPr>
          <p:cNvPr id="666" name="Google Shape;666;p6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
        <p:nvSpPr>
          <p:cNvPr id="667" name="Google Shape;667;p66"/>
          <p:cNvSpPr txBox="1"/>
          <p:nvPr/>
        </p:nvSpPr>
        <p:spPr>
          <a:xfrm>
            <a:off x="1120236" y="609455"/>
            <a:ext cx="8000011" cy="2754312"/>
          </a:xfrm>
          <a:prstGeom prst="rect">
            <a:avLst/>
          </a:prstGeom>
          <a:noFill/>
          <a:ln>
            <a:noFill/>
          </a:ln>
        </p:spPr>
        <p:txBody>
          <a:bodyPr anchorCtr="0" anchor="t" bIns="45700" lIns="91425" spcFirstLastPara="1" rIns="91425" wrap="square" tIns="45700">
            <a:normAutofit fontScale="92500" lnSpcReduction="20000"/>
          </a:bodyPr>
          <a:lstStyle/>
          <a:p>
            <a:pPr indent="-406400" lvl="0" marL="457200" marR="0" rtl="0" algn="l">
              <a:lnSpc>
                <a:spcPct val="90000"/>
              </a:lnSpc>
              <a:spcBef>
                <a:spcPts val="1000"/>
              </a:spcBef>
              <a:spcAft>
                <a:spcPts val="0"/>
              </a:spcAft>
              <a:buClr>
                <a:schemeClr val="dk1"/>
              </a:buClr>
              <a:buSzPct val="99792"/>
              <a:buFont typeface="Arial"/>
              <a:buNone/>
            </a:pPr>
            <a:r>
              <a:rPr b="1" i="0" lang="en-GB" sz="2600" u="none" cap="none" strike="noStrike">
                <a:solidFill>
                  <a:schemeClr val="dk1"/>
                </a:solidFill>
                <a:latin typeface="Calibri"/>
                <a:ea typeface="Calibri"/>
                <a:cs typeface="Calibri"/>
                <a:sym typeface="Calibri"/>
              </a:rPr>
              <a:t>Don't read your presentation straight from the slides:</a:t>
            </a:r>
            <a:endParaRPr/>
          </a:p>
          <a:p>
            <a:pPr indent="-406400" lvl="0" marL="457200" marR="0" rtl="0" algn="l">
              <a:lnSpc>
                <a:spcPct val="90000"/>
              </a:lnSpc>
              <a:spcBef>
                <a:spcPts val="1000"/>
              </a:spcBef>
              <a:spcAft>
                <a:spcPts val="0"/>
              </a:spcAft>
              <a:buClr>
                <a:schemeClr val="dk1"/>
              </a:buClr>
              <a:buSzPct val="108108"/>
              <a:buFont typeface="Arial"/>
              <a:buNone/>
            </a:pPr>
            <a:br>
              <a:rPr b="0" i="0" lang="en-GB" sz="2400" u="none" cap="none" strike="noStrike">
                <a:solidFill>
                  <a:schemeClr val="dk1"/>
                </a:solidFill>
                <a:latin typeface="Calibri"/>
                <a:ea typeface="Calibri"/>
                <a:cs typeface="Calibri"/>
                <a:sym typeface="Calibri"/>
              </a:rPr>
            </a:br>
            <a:r>
              <a:rPr b="0" i="0" lang="en-GB" sz="2400" u="none" cap="none" strike="noStrike">
                <a:solidFill>
                  <a:schemeClr val="dk1"/>
                </a:solidFill>
                <a:latin typeface="Calibri"/>
                <a:ea typeface="Calibri"/>
                <a:cs typeface="Calibri"/>
                <a:sym typeface="Calibri"/>
              </a:rPr>
              <a:t>If your audience can both read and hear, it’s a waste of time for you to simply read your slides aloud. Your audience will zone out and stop listening to what you’re saying, which means they won’t hear any extra information you include.</a:t>
            </a:r>
            <a:endParaRPr/>
          </a:p>
          <a:p>
            <a:pPr indent="-406400" lvl="0" marL="457200" marR="0" rtl="0" algn="l">
              <a:lnSpc>
                <a:spcPct val="90000"/>
              </a:lnSpc>
              <a:spcBef>
                <a:spcPts val="1000"/>
              </a:spcBef>
              <a:spcAft>
                <a:spcPts val="0"/>
              </a:spcAft>
              <a:buClr>
                <a:schemeClr val="dk1"/>
              </a:buClr>
              <a:buSzPct val="108108"/>
              <a:buFont typeface="Arial"/>
              <a:buNone/>
            </a:pPr>
            <a:r>
              <a:rPr b="0" i="0" lang="en-GB" sz="2400" u="none" cap="none" strike="noStrike">
                <a:solidFill>
                  <a:schemeClr val="dk1"/>
                </a:solidFill>
                <a:latin typeface="Calibri"/>
                <a:ea typeface="Calibri"/>
                <a:cs typeface="Calibri"/>
                <a:sym typeface="Calibri"/>
              </a:rPr>
              <a:t>Instead of typing out your entire presentation, include only main ideas, keywords, and talking points in your slide show text. Engage your audience by sharing the details out loud.</a:t>
            </a:r>
            <a:endParaRPr/>
          </a:p>
          <a:p>
            <a:pPr indent="-406400" lvl="0" marL="457200" marR="0" rtl="0" algn="l">
              <a:lnSpc>
                <a:spcPct val="90000"/>
              </a:lnSpc>
              <a:spcBef>
                <a:spcPts val="1000"/>
              </a:spcBef>
              <a:spcAft>
                <a:spcPts val="0"/>
              </a:spcAft>
              <a:buClr>
                <a:schemeClr val="dk1"/>
              </a:buClr>
              <a:buSzPct val="108108"/>
              <a:buFont typeface="Arial"/>
              <a:buNone/>
            </a:pPr>
            <a:r>
              <a:t/>
            </a:r>
            <a:endParaRPr b="0" i="0" sz="2400" u="none" cap="none" strike="noStrike">
              <a:solidFill>
                <a:schemeClr val="dk1"/>
              </a:solidFill>
              <a:latin typeface="Calibri"/>
              <a:ea typeface="Calibri"/>
              <a:cs typeface="Calibri"/>
              <a:sym typeface="Calibri"/>
            </a:endParaRPr>
          </a:p>
        </p:txBody>
      </p:sp>
      <p:pic>
        <p:nvPicPr>
          <p:cNvPr id="668" name="Google Shape;668;p66"/>
          <p:cNvPicPr preferRelativeResize="0"/>
          <p:nvPr/>
        </p:nvPicPr>
        <p:blipFill rotWithShape="1">
          <a:blip r:embed="rId3">
            <a:alphaModFix/>
          </a:blip>
          <a:srcRect b="0" l="0" r="0" t="0"/>
          <a:stretch/>
        </p:blipFill>
        <p:spPr>
          <a:xfrm>
            <a:off x="3196195" y="3577523"/>
            <a:ext cx="5710299" cy="3210791"/>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p67"/>
          <p:cNvSpPr txBox="1"/>
          <p:nvPr>
            <p:ph idx="1" type="subTitle"/>
          </p:nvPr>
        </p:nvSpPr>
        <p:spPr>
          <a:xfrm>
            <a:off x="1523999" y="700644"/>
            <a:ext cx="8831283" cy="4557156"/>
          </a:xfrm>
          <a:prstGeom prst="rect">
            <a:avLst/>
          </a:prstGeom>
          <a:noFill/>
          <a:ln>
            <a:noFill/>
          </a:ln>
        </p:spPr>
        <p:txBody>
          <a:bodyPr anchorCtr="0" anchor="t" bIns="45700" lIns="91425" spcFirstLastPara="1" rIns="91425" wrap="square" tIns="45700">
            <a:normAutofit/>
          </a:bodyPr>
          <a:lstStyle/>
          <a:p>
            <a:pPr indent="-406400" lvl="0" marL="457200" rtl="0" algn="l">
              <a:lnSpc>
                <a:spcPct val="90000"/>
              </a:lnSpc>
              <a:spcBef>
                <a:spcPts val="1000"/>
              </a:spcBef>
              <a:spcAft>
                <a:spcPts val="0"/>
              </a:spcAft>
              <a:buSzPts val="2400"/>
              <a:buNone/>
            </a:pPr>
            <a:r>
              <a:rPr b="1" lang="en-GB"/>
              <a:t>Choose readable colors and fonts:</a:t>
            </a:r>
            <a:endParaRPr b="1"/>
          </a:p>
          <a:p>
            <a:pPr indent="-406400" lvl="0" marL="457200" rtl="0" algn="l">
              <a:lnSpc>
                <a:spcPct val="90000"/>
              </a:lnSpc>
              <a:spcBef>
                <a:spcPts val="1000"/>
              </a:spcBef>
              <a:spcAft>
                <a:spcPts val="0"/>
              </a:spcAft>
              <a:buSzPts val="2400"/>
              <a:buNone/>
            </a:pPr>
            <a:r>
              <a:rPr lang="en-GB"/>
              <a:t>Your text should be easy to read and pleasant to look at. Large, simple fonts and theme colors are always your best bet. The best fonts and colors can vary depending on your presentation setting. Presenting in a large room? Make your text larger than usual so people in the back can read it. Presenting with the lights on? Dark text on a light background is your best bet for visibility.</a:t>
            </a:r>
            <a:endParaRPr/>
          </a:p>
          <a:p>
            <a:pPr indent="-406400" lvl="0" marL="457200" rtl="0" algn="ctr">
              <a:lnSpc>
                <a:spcPct val="90000"/>
              </a:lnSpc>
              <a:spcBef>
                <a:spcPts val="1000"/>
              </a:spcBef>
              <a:spcAft>
                <a:spcPts val="0"/>
              </a:spcAft>
              <a:buClr>
                <a:schemeClr val="dk1"/>
              </a:buClr>
              <a:buSzPts val="2400"/>
              <a:buNone/>
            </a:pPr>
            <a:r>
              <a:t/>
            </a:r>
            <a:endParaRPr/>
          </a:p>
        </p:txBody>
      </p:sp>
      <p:sp>
        <p:nvSpPr>
          <p:cNvPr id="674" name="Google Shape;674;p6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pic>
        <p:nvPicPr>
          <p:cNvPr id="675" name="Google Shape;675;p67"/>
          <p:cNvPicPr preferRelativeResize="0"/>
          <p:nvPr/>
        </p:nvPicPr>
        <p:blipFill rotWithShape="1">
          <a:blip r:embed="rId3">
            <a:alphaModFix/>
          </a:blip>
          <a:srcRect b="0" l="0" r="0" t="0"/>
          <a:stretch/>
        </p:blipFill>
        <p:spPr>
          <a:xfrm>
            <a:off x="1622055" y="3647663"/>
            <a:ext cx="8360145" cy="2708687"/>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9" name="Shape 679"/>
        <p:cNvGrpSpPr/>
        <p:nvPr/>
      </p:nvGrpSpPr>
      <p:grpSpPr>
        <a:xfrm>
          <a:off x="0" y="0"/>
          <a:ext cx="0" cy="0"/>
          <a:chOff x="0" y="0"/>
          <a:chExt cx="0" cy="0"/>
        </a:xfrm>
      </p:grpSpPr>
      <p:sp>
        <p:nvSpPr>
          <p:cNvPr id="680" name="Google Shape;680;p68"/>
          <p:cNvSpPr txBox="1"/>
          <p:nvPr>
            <p:ph type="ctrTitle"/>
          </p:nvPr>
        </p:nvSpPr>
        <p:spPr>
          <a:xfrm>
            <a:off x="401108" y="-1181442"/>
            <a:ext cx="10393562"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rPr b="1" i="1" lang="en-GB" sz="4400" u="sng">
                <a:solidFill>
                  <a:srgbClr val="2D2D2D"/>
                </a:solidFill>
                <a:latin typeface="Noto Sans"/>
                <a:ea typeface="Noto Sans"/>
                <a:cs typeface="Noto Sans"/>
                <a:sym typeface="Noto Sans"/>
              </a:rPr>
              <a:t>Guess the Dos and Don'ts</a:t>
            </a:r>
            <a:endParaRPr i="1" sz="4400" u="sng"/>
          </a:p>
        </p:txBody>
      </p:sp>
      <p:sp>
        <p:nvSpPr>
          <p:cNvPr id="681" name="Google Shape;681;p6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
        <p:nvSpPr>
          <p:cNvPr id="682" name="Google Shape;682;p68"/>
          <p:cNvSpPr txBox="1"/>
          <p:nvPr/>
        </p:nvSpPr>
        <p:spPr>
          <a:xfrm>
            <a:off x="669305" y="2323841"/>
            <a:ext cx="6094428"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GB" sz="1400" u="none" cap="none" strike="noStrike">
                <a:solidFill>
                  <a:srgbClr val="2D2D2D"/>
                </a:solidFill>
                <a:latin typeface="Noto Sans"/>
                <a:ea typeface="Noto Sans"/>
                <a:cs typeface="Noto Sans"/>
                <a:sym typeface="Noto Sans"/>
              </a:rPr>
              <a:t>Organize your information</a:t>
            </a:r>
            <a:endParaRPr/>
          </a:p>
        </p:txBody>
      </p:sp>
      <p:sp>
        <p:nvSpPr>
          <p:cNvPr id="683" name="Google Shape;683;p68"/>
          <p:cNvSpPr txBox="1"/>
          <p:nvPr/>
        </p:nvSpPr>
        <p:spPr>
          <a:xfrm>
            <a:off x="711726" y="2789901"/>
            <a:ext cx="6094428"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GB" sz="1400" u="none" cap="none" strike="noStrike">
                <a:solidFill>
                  <a:srgbClr val="2D2D2D"/>
                </a:solidFill>
                <a:latin typeface="Noto Sans"/>
                <a:ea typeface="Noto Sans"/>
                <a:cs typeface="Noto Sans"/>
                <a:sym typeface="Noto Sans"/>
              </a:rPr>
              <a:t>Keep it legible</a:t>
            </a:r>
            <a:endParaRPr b="1" i="0" sz="1400" u="none" cap="none" strike="noStrike">
              <a:solidFill>
                <a:srgbClr val="2D2D2D"/>
              </a:solidFill>
              <a:latin typeface="Noto Sans"/>
              <a:ea typeface="Noto Sans"/>
              <a:cs typeface="Noto Sans"/>
              <a:sym typeface="Noto Sans"/>
            </a:endParaRPr>
          </a:p>
        </p:txBody>
      </p:sp>
      <p:sp>
        <p:nvSpPr>
          <p:cNvPr id="684" name="Google Shape;684;p68"/>
          <p:cNvSpPr txBox="1"/>
          <p:nvPr/>
        </p:nvSpPr>
        <p:spPr>
          <a:xfrm>
            <a:off x="652807" y="4049050"/>
            <a:ext cx="6094428"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GB" sz="1400" u="none" cap="none" strike="noStrike">
                <a:solidFill>
                  <a:srgbClr val="2D2D2D"/>
                </a:solidFill>
                <a:latin typeface="Noto Sans"/>
                <a:ea typeface="Noto Sans"/>
                <a:cs typeface="Noto Sans"/>
                <a:sym typeface="Noto Sans"/>
              </a:rPr>
              <a:t>Add graphics </a:t>
            </a:r>
            <a:endParaRPr/>
          </a:p>
        </p:txBody>
      </p:sp>
      <p:sp>
        <p:nvSpPr>
          <p:cNvPr id="685" name="Google Shape;685;p68"/>
          <p:cNvSpPr txBox="1"/>
          <p:nvPr/>
        </p:nvSpPr>
        <p:spPr>
          <a:xfrm>
            <a:off x="652807" y="4408588"/>
            <a:ext cx="6094428"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GB" sz="1400" u="none" cap="none" strike="noStrike">
                <a:solidFill>
                  <a:srgbClr val="2D2D2D"/>
                </a:solidFill>
                <a:latin typeface="Noto Sans"/>
                <a:ea typeface="Noto Sans"/>
                <a:cs typeface="Noto Sans"/>
                <a:sym typeface="Noto Sans"/>
              </a:rPr>
              <a:t>Avoid crowding your slides</a:t>
            </a:r>
            <a:endParaRPr/>
          </a:p>
        </p:txBody>
      </p:sp>
      <p:sp>
        <p:nvSpPr>
          <p:cNvPr id="686" name="Google Shape;686;p68"/>
          <p:cNvSpPr txBox="1"/>
          <p:nvPr/>
        </p:nvSpPr>
        <p:spPr>
          <a:xfrm>
            <a:off x="711726" y="3275213"/>
            <a:ext cx="6094428"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GB" sz="1400" u="none" cap="none" strike="noStrike">
                <a:solidFill>
                  <a:srgbClr val="2D2D2D"/>
                </a:solidFill>
                <a:latin typeface="Noto Sans"/>
                <a:ea typeface="Noto Sans"/>
                <a:cs typeface="Noto Sans"/>
                <a:sym typeface="Noto Sans"/>
              </a:rPr>
              <a:t>Limit use effects</a:t>
            </a:r>
            <a:endParaRPr b="1" i="0" sz="1400" u="none" cap="none" strike="noStrike">
              <a:solidFill>
                <a:srgbClr val="2D2D2D"/>
              </a:solidFill>
              <a:latin typeface="Noto Sans"/>
              <a:ea typeface="Noto Sans"/>
              <a:cs typeface="Noto Sans"/>
              <a:sym typeface="Noto Sans"/>
            </a:endParaRPr>
          </a:p>
        </p:txBody>
      </p:sp>
      <p:sp>
        <p:nvSpPr>
          <p:cNvPr id="687" name="Google Shape;687;p68"/>
          <p:cNvSpPr txBox="1"/>
          <p:nvPr/>
        </p:nvSpPr>
        <p:spPr>
          <a:xfrm>
            <a:off x="652807" y="4890388"/>
            <a:ext cx="6094428"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GB" sz="1400" u="none" cap="none" strike="noStrike">
                <a:solidFill>
                  <a:srgbClr val="2D2D2D"/>
                </a:solidFill>
                <a:latin typeface="Noto Sans"/>
                <a:ea typeface="Noto Sans"/>
                <a:cs typeface="Noto Sans"/>
                <a:sym typeface="Noto Sans"/>
              </a:rPr>
              <a:t>Ensure design consistency</a:t>
            </a:r>
            <a:endParaRPr b="1" i="0" sz="1400" u="none" cap="none" strike="noStrike">
              <a:solidFill>
                <a:srgbClr val="2D2D2D"/>
              </a:solidFill>
              <a:latin typeface="Noto Sans"/>
              <a:ea typeface="Noto Sans"/>
              <a:cs typeface="Noto Sans"/>
              <a:sym typeface="Noto Sans"/>
            </a:endParaRPr>
          </a:p>
        </p:txBody>
      </p:sp>
      <p:sp>
        <p:nvSpPr>
          <p:cNvPr id="688" name="Google Shape;688;p68"/>
          <p:cNvSpPr txBox="1"/>
          <p:nvPr/>
        </p:nvSpPr>
        <p:spPr>
          <a:xfrm>
            <a:off x="652807" y="5382789"/>
            <a:ext cx="6094428"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GB" sz="1400" u="none" cap="none" strike="noStrike">
                <a:solidFill>
                  <a:srgbClr val="3D3D3D"/>
                </a:solidFill>
                <a:latin typeface="Arial"/>
                <a:ea typeface="Arial"/>
                <a:cs typeface="Arial"/>
                <a:sym typeface="Arial"/>
              </a:rPr>
              <a:t>Put everything on one slide</a:t>
            </a:r>
            <a:endParaRPr/>
          </a:p>
        </p:txBody>
      </p:sp>
      <p:sp>
        <p:nvSpPr>
          <p:cNvPr id="689" name="Google Shape;689;p68"/>
          <p:cNvSpPr txBox="1"/>
          <p:nvPr/>
        </p:nvSpPr>
        <p:spPr>
          <a:xfrm>
            <a:off x="669305" y="3628142"/>
            <a:ext cx="6344238"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GB" sz="1400" u="none" cap="none" strike="noStrike">
                <a:solidFill>
                  <a:srgbClr val="3D3D3D"/>
                </a:solidFill>
                <a:latin typeface="Arial"/>
                <a:ea typeface="Arial"/>
                <a:cs typeface="Arial"/>
                <a:sym typeface="Arial"/>
              </a:rPr>
              <a:t>Overuse transitions, animations and sound</a:t>
            </a:r>
            <a:endParaRPr/>
          </a:p>
        </p:txBody>
      </p:sp>
      <p:sp>
        <p:nvSpPr>
          <p:cNvPr id="690" name="Google Shape;690;p68"/>
          <p:cNvSpPr txBox="1"/>
          <p:nvPr/>
        </p:nvSpPr>
        <p:spPr>
          <a:xfrm>
            <a:off x="3091993" y="2160627"/>
            <a:ext cx="377072" cy="64629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0" i="0" lang="en-GB" sz="3600" u="none" cap="none" strike="noStrike">
                <a:solidFill>
                  <a:srgbClr val="008000"/>
                </a:solidFill>
                <a:latin typeface="Noto Sans Symbols"/>
                <a:ea typeface="Noto Sans Symbols"/>
                <a:cs typeface="Noto Sans Symbols"/>
                <a:sym typeface="Noto Sans Symbols"/>
              </a:rPr>
              <a:t>🗹</a:t>
            </a:r>
            <a:endParaRPr b="0" i="0" sz="3600" u="none" cap="none" strike="noStrike">
              <a:solidFill>
                <a:srgbClr val="008000"/>
              </a:solidFill>
              <a:latin typeface="Calibri"/>
              <a:ea typeface="Calibri"/>
              <a:cs typeface="Calibri"/>
              <a:sym typeface="Calibri"/>
            </a:endParaRPr>
          </a:p>
        </p:txBody>
      </p:sp>
      <p:sp>
        <p:nvSpPr>
          <p:cNvPr id="691" name="Google Shape;691;p68"/>
          <p:cNvSpPr txBox="1"/>
          <p:nvPr/>
        </p:nvSpPr>
        <p:spPr>
          <a:xfrm>
            <a:off x="2048761" y="2653846"/>
            <a:ext cx="377072" cy="64629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0" i="0" lang="en-GB" sz="3600" u="none" cap="none" strike="noStrike">
                <a:solidFill>
                  <a:srgbClr val="008000"/>
                </a:solidFill>
                <a:latin typeface="Noto Sans Symbols"/>
                <a:ea typeface="Noto Sans Symbols"/>
                <a:cs typeface="Noto Sans Symbols"/>
                <a:sym typeface="Noto Sans Symbols"/>
              </a:rPr>
              <a:t>🗹</a:t>
            </a:r>
            <a:endParaRPr b="0" i="0" sz="3600" u="none" cap="none" strike="noStrike">
              <a:solidFill>
                <a:srgbClr val="008000"/>
              </a:solidFill>
              <a:latin typeface="Calibri"/>
              <a:ea typeface="Calibri"/>
              <a:cs typeface="Calibri"/>
              <a:sym typeface="Calibri"/>
            </a:endParaRPr>
          </a:p>
        </p:txBody>
      </p:sp>
      <p:sp>
        <p:nvSpPr>
          <p:cNvPr id="692" name="Google Shape;692;p68"/>
          <p:cNvSpPr txBox="1"/>
          <p:nvPr/>
        </p:nvSpPr>
        <p:spPr>
          <a:xfrm>
            <a:off x="2237297" y="3134040"/>
            <a:ext cx="377072" cy="64629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0" i="0" lang="en-GB" sz="3600" u="none" cap="none" strike="noStrike">
                <a:solidFill>
                  <a:srgbClr val="008000"/>
                </a:solidFill>
                <a:latin typeface="Noto Sans Symbols"/>
                <a:ea typeface="Noto Sans Symbols"/>
                <a:cs typeface="Noto Sans Symbols"/>
                <a:sym typeface="Noto Sans Symbols"/>
              </a:rPr>
              <a:t>🗹</a:t>
            </a:r>
            <a:endParaRPr b="0" i="0" sz="3600" u="none" cap="none" strike="noStrike">
              <a:solidFill>
                <a:srgbClr val="008000"/>
              </a:solidFill>
              <a:latin typeface="Calibri"/>
              <a:ea typeface="Calibri"/>
              <a:cs typeface="Calibri"/>
              <a:sym typeface="Calibri"/>
            </a:endParaRPr>
          </a:p>
        </p:txBody>
      </p:sp>
      <p:sp>
        <p:nvSpPr>
          <p:cNvPr id="693" name="Google Shape;693;p68"/>
          <p:cNvSpPr txBox="1"/>
          <p:nvPr/>
        </p:nvSpPr>
        <p:spPr>
          <a:xfrm>
            <a:off x="1860225" y="3869645"/>
            <a:ext cx="377072" cy="64629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0" i="0" lang="en-GB" sz="3600" u="none" cap="none" strike="noStrike">
                <a:solidFill>
                  <a:srgbClr val="008000"/>
                </a:solidFill>
                <a:latin typeface="Noto Sans Symbols"/>
                <a:ea typeface="Noto Sans Symbols"/>
                <a:cs typeface="Noto Sans Symbols"/>
                <a:sym typeface="Noto Sans Symbols"/>
              </a:rPr>
              <a:t>🗹</a:t>
            </a:r>
            <a:endParaRPr b="0" i="0" sz="3600" u="none" cap="none" strike="noStrike">
              <a:solidFill>
                <a:srgbClr val="008000"/>
              </a:solidFill>
              <a:latin typeface="Calibri"/>
              <a:ea typeface="Calibri"/>
              <a:cs typeface="Calibri"/>
              <a:sym typeface="Calibri"/>
            </a:endParaRPr>
          </a:p>
        </p:txBody>
      </p:sp>
      <p:sp>
        <p:nvSpPr>
          <p:cNvPr id="694" name="Google Shape;694;p68"/>
          <p:cNvSpPr txBox="1"/>
          <p:nvPr/>
        </p:nvSpPr>
        <p:spPr>
          <a:xfrm>
            <a:off x="3051145" y="4216267"/>
            <a:ext cx="377072" cy="64629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0" i="0" lang="en-GB" sz="3600" u="none" cap="none" strike="noStrike">
                <a:solidFill>
                  <a:srgbClr val="008000"/>
                </a:solidFill>
                <a:latin typeface="Noto Sans Symbols"/>
                <a:ea typeface="Noto Sans Symbols"/>
                <a:cs typeface="Noto Sans Symbols"/>
                <a:sym typeface="Noto Sans Symbols"/>
              </a:rPr>
              <a:t>🗹</a:t>
            </a:r>
            <a:endParaRPr b="0" i="0" sz="3600" u="none" cap="none" strike="noStrike">
              <a:solidFill>
                <a:srgbClr val="008000"/>
              </a:solidFill>
              <a:latin typeface="Calibri"/>
              <a:ea typeface="Calibri"/>
              <a:cs typeface="Calibri"/>
              <a:sym typeface="Calibri"/>
            </a:endParaRPr>
          </a:p>
        </p:txBody>
      </p:sp>
      <p:sp>
        <p:nvSpPr>
          <p:cNvPr id="695" name="Google Shape;695;p68"/>
          <p:cNvSpPr txBox="1"/>
          <p:nvPr/>
        </p:nvSpPr>
        <p:spPr>
          <a:xfrm>
            <a:off x="3022866" y="4751814"/>
            <a:ext cx="377072" cy="64629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0" i="0" lang="en-GB" sz="3600" u="none" cap="none" strike="noStrike">
                <a:solidFill>
                  <a:srgbClr val="008000"/>
                </a:solidFill>
                <a:latin typeface="Noto Sans Symbols"/>
                <a:ea typeface="Noto Sans Symbols"/>
                <a:cs typeface="Noto Sans Symbols"/>
                <a:sym typeface="Noto Sans Symbols"/>
              </a:rPr>
              <a:t>🗹</a:t>
            </a:r>
            <a:endParaRPr b="0" i="0" sz="3600" u="none" cap="none" strike="noStrike">
              <a:solidFill>
                <a:srgbClr val="008000"/>
              </a:solidFill>
              <a:latin typeface="Calibri"/>
              <a:ea typeface="Calibri"/>
              <a:cs typeface="Calibri"/>
              <a:sym typeface="Calibri"/>
            </a:endParaRPr>
          </a:p>
        </p:txBody>
      </p:sp>
      <p:sp>
        <p:nvSpPr>
          <p:cNvPr id="696" name="Google Shape;696;p68"/>
          <p:cNvSpPr txBox="1"/>
          <p:nvPr/>
        </p:nvSpPr>
        <p:spPr>
          <a:xfrm>
            <a:off x="3211402" y="5336622"/>
            <a:ext cx="377072"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GB" sz="2000" u="none" cap="none" strike="noStrike">
                <a:solidFill>
                  <a:srgbClr val="FF0000"/>
                </a:solidFill>
                <a:latin typeface="Arial"/>
                <a:ea typeface="Arial"/>
                <a:cs typeface="Arial"/>
                <a:sym typeface="Arial"/>
              </a:rPr>
              <a:t>X</a:t>
            </a:r>
            <a:endParaRPr/>
          </a:p>
        </p:txBody>
      </p:sp>
      <p:sp>
        <p:nvSpPr>
          <p:cNvPr id="697" name="Google Shape;697;p68"/>
          <p:cNvSpPr txBox="1"/>
          <p:nvPr/>
        </p:nvSpPr>
        <p:spPr>
          <a:xfrm>
            <a:off x="4436884" y="3592720"/>
            <a:ext cx="377072"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GB" sz="2000" u="none" cap="none" strike="noStrike">
                <a:solidFill>
                  <a:srgbClr val="FF0000"/>
                </a:solidFill>
                <a:latin typeface="Arial"/>
                <a:ea typeface="Arial"/>
                <a:cs typeface="Arial"/>
                <a:sym typeface="Arial"/>
              </a:rPr>
              <a:t>X</a:t>
            </a:r>
            <a:endParaRPr/>
          </a:p>
        </p:txBody>
      </p:sp>
    </p:spTree>
  </p:cSld>
  <p:clrMapOvr>
    <a:masterClrMapping/>
  </p:clrMapOvr>
  <p:transition spd="slow" p14:dur="1500">
    <p:split orient="vert"/>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9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9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1" name="Shape 701"/>
        <p:cNvGrpSpPr/>
        <p:nvPr/>
      </p:nvGrpSpPr>
      <p:grpSpPr>
        <a:xfrm>
          <a:off x="0" y="0"/>
          <a:ext cx="0" cy="0"/>
          <a:chOff x="0" y="0"/>
          <a:chExt cx="0" cy="0"/>
        </a:xfrm>
      </p:grpSpPr>
      <p:sp>
        <p:nvSpPr>
          <p:cNvPr id="702" name="Google Shape;702;p6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pic>
        <p:nvPicPr>
          <p:cNvPr id="703" name="Google Shape;703;p69"/>
          <p:cNvPicPr preferRelativeResize="0"/>
          <p:nvPr/>
        </p:nvPicPr>
        <p:blipFill rotWithShape="1">
          <a:blip r:embed="rId3">
            <a:alphaModFix/>
          </a:blip>
          <a:srcRect b="0" l="0" r="0" t="0"/>
          <a:stretch/>
        </p:blipFill>
        <p:spPr>
          <a:xfrm>
            <a:off x="1401289" y="110845"/>
            <a:ext cx="8225064" cy="4173761"/>
          </a:xfrm>
          <a:prstGeom prst="rect">
            <a:avLst/>
          </a:prstGeom>
          <a:noFill/>
          <a:ln>
            <a:noFill/>
          </a:ln>
        </p:spPr>
      </p:pic>
      <p:pic>
        <p:nvPicPr>
          <p:cNvPr id="704" name="Google Shape;704;p69"/>
          <p:cNvPicPr preferRelativeResize="0"/>
          <p:nvPr/>
        </p:nvPicPr>
        <p:blipFill rotWithShape="1">
          <a:blip r:embed="rId4">
            <a:alphaModFix/>
          </a:blip>
          <a:srcRect b="0" l="0" r="0" t="0"/>
          <a:stretch/>
        </p:blipFill>
        <p:spPr>
          <a:xfrm>
            <a:off x="2091047" y="4308245"/>
            <a:ext cx="6519553" cy="2413230"/>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8" name="Shape 708"/>
        <p:cNvGrpSpPr/>
        <p:nvPr/>
      </p:nvGrpSpPr>
      <p:grpSpPr>
        <a:xfrm>
          <a:off x="0" y="0"/>
          <a:ext cx="0" cy="0"/>
          <a:chOff x="0" y="0"/>
          <a:chExt cx="0" cy="0"/>
        </a:xfrm>
      </p:grpSpPr>
      <p:pic>
        <p:nvPicPr>
          <p:cNvPr descr="Thank You Animation | Free download on ClipArtMag" id="709" name="Google Shape;709;p7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710" name="Google Shape;710;p70"/>
          <p:cNvSpPr txBox="1"/>
          <p:nvPr/>
        </p:nvSpPr>
        <p:spPr>
          <a:xfrm>
            <a:off x="4591845" y="5746877"/>
            <a:ext cx="7915475" cy="110799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6600"/>
              <a:buFont typeface="Arial"/>
              <a:buNone/>
            </a:pPr>
            <a:r>
              <a:rPr b="1" i="1" lang="en-GB" sz="6600" u="none" cap="none" strike="noStrike">
                <a:solidFill>
                  <a:schemeClr val="dk1"/>
                </a:solidFill>
                <a:latin typeface="Arial"/>
                <a:ea typeface="Arial"/>
                <a:cs typeface="Arial"/>
                <a:sym typeface="Arial"/>
              </a:rPr>
              <a:t>ANY QUESTIONS?</a:t>
            </a:r>
            <a:endParaRPr b="1" i="1" sz="6600" u="none" cap="none" strike="noStrike">
              <a:solidFill>
                <a:schemeClr val="dk1"/>
              </a:solidFill>
              <a:latin typeface="Arial"/>
              <a:ea typeface="Arial"/>
              <a:cs typeface="Arial"/>
              <a:sym typeface="Arial"/>
            </a:endParaRPr>
          </a:p>
        </p:txBody>
      </p:sp>
    </p:spTree>
  </p:cSld>
  <p:clrMapOvr>
    <a:masterClrMapping/>
  </p:clrMapOvr>
  <mc:AlternateContent>
    <mc:Choice Requires="p14">
      <p:transition spd="slow" p14:dur="1400">
        <p:fade thruBlk="1"/>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