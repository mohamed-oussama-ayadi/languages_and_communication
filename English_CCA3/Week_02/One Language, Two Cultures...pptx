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317" r:id="rId14"/>
    <p:sldId id="268" r:id="rId15"/>
    <p:sldId id="269" r:id="rId16"/>
    <p:sldId id="270" r:id="rId17"/>
    <p:sldId id="271" r:id="rId18"/>
    <p:sldId id="272" r:id="rId19"/>
    <p:sldId id="274" r:id="rId20"/>
    <p:sldId id="275" r:id="rId21"/>
    <p:sldId id="276" r:id="rId22"/>
    <p:sldId id="277" r:id="rId23"/>
    <p:sldId id="278" r:id="rId24"/>
    <p:sldId id="279" r:id="rId25"/>
    <p:sldId id="280" r:id="rId26"/>
    <p:sldId id="281" r:id="rId27"/>
    <p:sldId id="282" r:id="rId28"/>
    <p:sldId id="283" r:id="rId29"/>
    <p:sldId id="284"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6" r:id="rId50"/>
    <p:sldId id="305" r:id="rId51"/>
    <p:sldId id="307" r:id="rId52"/>
    <p:sldId id="308" r:id="rId53"/>
    <p:sldId id="309" r:id="rId54"/>
    <p:sldId id="310" r:id="rId55"/>
    <p:sldId id="311" r:id="rId56"/>
    <p:sldId id="312" r:id="rId57"/>
    <p:sldId id="313" r:id="rId58"/>
    <p:sldId id="314" r:id="rId59"/>
    <p:sldId id="315" r:id="rId60"/>
    <p:sldId id="316" r:id="rId61"/>
  </p:sldIdLst>
  <p:sldSz cx="12192000" cy="6858000"/>
  <p:notesSz cx="6858000" cy="9144000"/>
  <p:embeddedFontLst>
    <p:embeddedFont>
      <p:font typeface="Anton" pitchFamily="2" charset="0"/>
      <p:regular r:id="rId63"/>
    </p:embeddedFont>
    <p:embeddedFont>
      <p:font typeface="Barlow" panose="00000500000000000000" pitchFamily="2" charset="0"/>
      <p:regular r:id="rId64"/>
      <p:bold r:id="rId65"/>
      <p:italic r:id="rId66"/>
      <p:boldItalic r:id="rId67"/>
    </p:embeddedFont>
    <p:embeddedFont>
      <p:font typeface="Calibri" panose="020F0502020204030204" pitchFamily="34" charset="0"/>
      <p:regular r:id="rId68"/>
      <p:bold r:id="rId69"/>
      <p:italic r:id="rId70"/>
      <p:boldItalic r:id="rId71"/>
    </p:embeddedFont>
    <p:embeddedFont>
      <p:font typeface="Corben" panose="020B0604020202020204" charset="0"/>
      <p:bold r:id="rId72"/>
    </p:embeddedFont>
    <p:embeddedFont>
      <p:font typeface="Georgia" panose="02040502050405020303" pitchFamily="18" charset="0"/>
      <p:regular r:id="rId73"/>
      <p:bold r:id="rId74"/>
      <p:italic r:id="rId75"/>
      <p:boldItalic r:id="rId76"/>
    </p:embeddedFont>
    <p:embeddedFont>
      <p:font typeface="Open Sans" panose="020B0606030504020204" pitchFamily="34" charset="0"/>
      <p:regular r:id="rId77"/>
      <p:bold r:id="rId78"/>
      <p:italic r:id="rId79"/>
      <p:boldItalic r:id="rId80"/>
    </p:embeddedFont>
    <p:embeddedFont>
      <p:font typeface="Overlock" panose="020B0604020202020204" charset="0"/>
      <p:regular r:id="rId81"/>
      <p:bold r:id="rId82"/>
      <p:italic r:id="rId83"/>
      <p:boldItalic r:id="rId84"/>
    </p:embeddedFont>
    <p:embeddedFont>
      <p:font typeface="Tulpen One" panose="020B0604020202020204" charset="0"/>
      <p:regular r:id="rId8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6" roundtripDataSignature="AMtx7mjju5AmOG5qYhtqFALhZePc7t+jx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3426A26-8F90-4C6C-B7EB-E4A06F5E3BE2}">
  <a:tblStyle styleId="{03426A26-8F90-4C6C-B7EB-E4A06F5E3BE2}"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CF4"/>
          </a:solidFill>
        </a:fill>
      </a:tcStyle>
    </a:wholeTbl>
    <a:band1H>
      <a:tcTxStyle/>
      <a:tcStyle>
        <a:tcBdr/>
        <a:fill>
          <a:solidFill>
            <a:srgbClr val="CAD7E9"/>
          </a:solidFill>
        </a:fill>
      </a:tcStyle>
    </a:band1H>
    <a:band2H>
      <a:tcTxStyle/>
      <a:tcStyle>
        <a:tcBdr/>
      </a:tcStyle>
    </a:band2H>
    <a:band1V>
      <a:tcTxStyle/>
      <a:tcStyle>
        <a:tcBdr/>
        <a:fill>
          <a:solidFill>
            <a:srgbClr val="CAD7E9"/>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fntdata"/><Relationship Id="rId68" Type="http://schemas.openxmlformats.org/officeDocument/2006/relationships/font" Target="fonts/font6.fntdata"/><Relationship Id="rId84" Type="http://schemas.openxmlformats.org/officeDocument/2006/relationships/font" Target="fonts/font22.fntdata"/><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2.fntdata"/><Relationship Id="rId79" Type="http://schemas.openxmlformats.org/officeDocument/2006/relationships/font" Target="fonts/font17.fntdata"/><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font" Target="fonts/font7.fntdata"/><Relationship Id="rId77"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0.fntdata"/><Relationship Id="rId80" Type="http://schemas.openxmlformats.org/officeDocument/2006/relationships/font" Target="fonts/font18.fntdata"/><Relationship Id="rId85" Type="http://schemas.openxmlformats.org/officeDocument/2006/relationships/font" Target="fonts/font2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font" Target="fonts/font8.fntdata"/><Relationship Id="rId75" Type="http://schemas.openxmlformats.org/officeDocument/2006/relationships/font" Target="fonts/font13.fntdata"/><Relationship Id="rId83" Type="http://schemas.openxmlformats.org/officeDocument/2006/relationships/font" Target="fonts/font21.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3" Type="http://schemas.openxmlformats.org/officeDocument/2006/relationships/font" Target="fonts/font11.fntdata"/><Relationship Id="rId78" Type="http://schemas.openxmlformats.org/officeDocument/2006/relationships/font" Target="fonts/font16.fntdata"/><Relationship Id="rId81" Type="http://schemas.openxmlformats.org/officeDocument/2006/relationships/font" Target="fonts/font19.fntdata"/><Relationship Id="rId86"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4.fntdata"/><Relationship Id="rId7" Type="http://schemas.openxmlformats.org/officeDocument/2006/relationships/slide" Target="slides/slide6.xml"/><Relationship Id="rId71" Type="http://schemas.openxmlformats.org/officeDocument/2006/relationships/font" Target="fonts/font9.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4.fntdata"/><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font" Target="fonts/font20.fntdata"/><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 name="Google Shape;5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66" name="Google Shape;166;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12" name="Google Shape;31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3" name="Google Shape;403;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2" name="Google Shape;412;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9" name="Google Shape;419;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2" name="Google Shape;482;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1" name="Google Shape;491;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9" name="Google Shape;4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0" name="Google Shape;510;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0" name="Google Shape;52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6" name="Google Shape;546;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4" name="Google Shape;55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1" name="Google Shape;58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9" name="Google Shape;589;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5" name="Google Shape;615;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2" name="Google Shape;632;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1" name="Google Shape;641;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5" name="Google Shape;655;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1" name="Google Shape;661;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6" name="Google Shape;676;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0" name="Google Shape;700;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5" name="Google Shape;695;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5" name="Google Shape;715;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7" name="Google Shape;727;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8" name="Google Shape;738;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4" name="Google Shape;744;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Font typeface="Calibri"/>
              <a:buAutoNum type="arabicPeriod"/>
            </a:pPr>
            <a:r>
              <a:rPr lang="fr-FR"/>
              <a:t>Got, had already started</a:t>
            </a:r>
            <a:endParaRPr/>
          </a:p>
          <a:p>
            <a:pPr marL="457200" lvl="0" indent="-298450" algn="l" rtl="0">
              <a:spcBef>
                <a:spcPts val="0"/>
              </a:spcBef>
              <a:spcAft>
                <a:spcPts val="0"/>
              </a:spcAft>
              <a:buClr>
                <a:schemeClr val="dk1"/>
              </a:buClr>
              <a:buSzPts val="1100"/>
              <a:buFont typeface="Calibri"/>
              <a:buAutoNum type="arabicPeriod"/>
            </a:pPr>
            <a:r>
              <a:rPr lang="fr-FR"/>
              <a:t>Dreamed </a:t>
            </a:r>
            <a:endParaRPr/>
          </a:p>
          <a:p>
            <a:pPr marL="457200" lvl="0" indent="-298450" algn="l" rtl="0">
              <a:spcBef>
                <a:spcPts val="0"/>
              </a:spcBef>
              <a:spcAft>
                <a:spcPts val="0"/>
              </a:spcAft>
              <a:buClr>
                <a:schemeClr val="dk1"/>
              </a:buClr>
              <a:buSzPts val="1100"/>
              <a:buFont typeface="Calibri"/>
              <a:buAutoNum type="arabicPeriod"/>
            </a:pPr>
            <a:r>
              <a:rPr lang="fr-FR"/>
              <a:t>Saw, was crossing</a:t>
            </a:r>
            <a:endParaRPr/>
          </a:p>
          <a:p>
            <a:pPr marL="457200" lvl="0" indent="-298450" algn="l" rtl="0">
              <a:spcBef>
                <a:spcPts val="0"/>
              </a:spcBef>
              <a:spcAft>
                <a:spcPts val="0"/>
              </a:spcAft>
              <a:buClr>
                <a:schemeClr val="dk1"/>
              </a:buClr>
              <a:buSzPts val="1100"/>
              <a:buFont typeface="Calibri"/>
              <a:buAutoNum type="arabicPeriod"/>
            </a:pPr>
            <a:r>
              <a:rPr lang="fr-FR"/>
              <a:t>Had been painting, came</a:t>
            </a:r>
            <a:endParaRPr/>
          </a:p>
          <a:p>
            <a:pPr marL="457200" lvl="0" indent="-298450" algn="l" rtl="0">
              <a:spcBef>
                <a:spcPts val="0"/>
              </a:spcBef>
              <a:spcAft>
                <a:spcPts val="0"/>
              </a:spcAft>
              <a:buClr>
                <a:schemeClr val="dk1"/>
              </a:buClr>
              <a:buSzPts val="1100"/>
              <a:buFont typeface="Calibri"/>
              <a:buAutoNum type="arabicPeriod"/>
            </a:pPr>
            <a:r>
              <a:rPr lang="fr-FR"/>
              <a:t>Was dusting, broke</a:t>
            </a:r>
            <a:endParaRPr/>
          </a:p>
          <a:p>
            <a:pPr marL="457200" lvl="0" indent="-298450" algn="l" rtl="0">
              <a:spcBef>
                <a:spcPts val="0"/>
              </a:spcBef>
              <a:spcAft>
                <a:spcPts val="0"/>
              </a:spcAft>
              <a:buClr>
                <a:schemeClr val="dk1"/>
              </a:buClr>
              <a:buSzPts val="1100"/>
              <a:buFont typeface="Calibri"/>
              <a:buAutoNum type="arabicPeriod"/>
            </a:pPr>
            <a:r>
              <a:rPr lang="fr-FR"/>
              <a:t>Had never been </a:t>
            </a:r>
            <a:endParaRPr/>
          </a:p>
          <a:p>
            <a:pPr marL="457200" lvl="0" indent="-298450" algn="l" rtl="0">
              <a:spcBef>
                <a:spcPts val="0"/>
              </a:spcBef>
              <a:spcAft>
                <a:spcPts val="0"/>
              </a:spcAft>
              <a:buClr>
                <a:schemeClr val="dk1"/>
              </a:buClr>
              <a:buSzPts val="1100"/>
              <a:buFont typeface="Calibri"/>
              <a:buAutoNum type="arabicPeriod"/>
            </a:pPr>
            <a:r>
              <a:rPr lang="fr-FR"/>
              <a:t>Were studying, went</a:t>
            </a:r>
            <a:endParaRPr/>
          </a:p>
          <a:p>
            <a:pPr marL="457200" lvl="0" indent="-298450" algn="l" rtl="0">
              <a:spcBef>
                <a:spcPts val="0"/>
              </a:spcBef>
              <a:spcAft>
                <a:spcPts val="0"/>
              </a:spcAft>
              <a:buClr>
                <a:schemeClr val="dk1"/>
              </a:buClr>
              <a:buSzPts val="1100"/>
              <a:buFont typeface="Calibri"/>
              <a:buAutoNum type="arabicPeriod"/>
            </a:pPr>
            <a:r>
              <a:rPr lang="fr-FR"/>
              <a:t>Werwn’t sleeping, returned</a:t>
            </a:r>
            <a:endParaRPr/>
          </a:p>
          <a:p>
            <a:pPr marL="457200" lvl="0" indent="-298450" algn="l" rtl="0">
              <a:spcBef>
                <a:spcPts val="0"/>
              </a:spcBef>
              <a:spcAft>
                <a:spcPts val="0"/>
              </a:spcAft>
              <a:buClr>
                <a:schemeClr val="dk1"/>
              </a:buClr>
              <a:buSzPts val="1100"/>
              <a:buFont typeface="Calibri"/>
              <a:buAutoNum type="arabicPeriod"/>
            </a:pPr>
            <a:r>
              <a:rPr lang="fr-FR"/>
              <a:t>Did they visit </a:t>
            </a:r>
            <a:endParaRPr/>
          </a:p>
          <a:p>
            <a:pPr marL="457200" lvl="0" indent="-298450" algn="l" rtl="0">
              <a:spcBef>
                <a:spcPts val="0"/>
              </a:spcBef>
              <a:spcAft>
                <a:spcPts val="0"/>
              </a:spcAft>
              <a:buClr>
                <a:schemeClr val="dk1"/>
              </a:buClr>
              <a:buSzPts val="1100"/>
              <a:buFont typeface="Calibri"/>
              <a:buAutoNum type="arabicPeriod"/>
            </a:pPr>
            <a:r>
              <a:rPr lang="fr-FR"/>
              <a:t>Had been writing </a:t>
            </a:r>
            <a:endParaRPr/>
          </a:p>
          <a:p>
            <a:pPr marL="457200" lvl="0" indent="-298450" algn="l" rtl="0">
              <a:spcBef>
                <a:spcPts val="0"/>
              </a:spcBef>
              <a:spcAft>
                <a:spcPts val="0"/>
              </a:spcAft>
              <a:buClr>
                <a:schemeClr val="dk1"/>
              </a:buClr>
              <a:buSzPts val="1100"/>
              <a:buFont typeface="Calibri"/>
              <a:buAutoNum type="arabicPeriod"/>
            </a:pPr>
            <a:r>
              <a:rPr lang="fr-FR"/>
              <a:t>Went, was shining, was</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4" name="Google Shape;794;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7" name="Google Shape;837;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Font typeface="Calibri"/>
              <a:buAutoNum type="arabicPeriod"/>
            </a:pPr>
            <a:r>
              <a:rPr lang="fr-FR"/>
              <a:t>Got, had already started</a:t>
            </a:r>
            <a:endParaRPr/>
          </a:p>
          <a:p>
            <a:pPr marL="457200" lvl="0" indent="-298450" algn="l" rtl="0">
              <a:spcBef>
                <a:spcPts val="0"/>
              </a:spcBef>
              <a:spcAft>
                <a:spcPts val="0"/>
              </a:spcAft>
              <a:buClr>
                <a:schemeClr val="dk1"/>
              </a:buClr>
              <a:buSzPts val="1100"/>
              <a:buFont typeface="Calibri"/>
              <a:buAutoNum type="arabicPeriod"/>
            </a:pPr>
            <a:r>
              <a:rPr lang="fr-FR"/>
              <a:t>Dreamed </a:t>
            </a:r>
            <a:endParaRPr/>
          </a:p>
          <a:p>
            <a:pPr marL="457200" lvl="0" indent="-298450" algn="l" rtl="0">
              <a:spcBef>
                <a:spcPts val="0"/>
              </a:spcBef>
              <a:spcAft>
                <a:spcPts val="0"/>
              </a:spcAft>
              <a:buClr>
                <a:schemeClr val="dk1"/>
              </a:buClr>
              <a:buSzPts val="1100"/>
              <a:buFont typeface="Calibri"/>
              <a:buAutoNum type="arabicPeriod"/>
            </a:pPr>
            <a:r>
              <a:rPr lang="fr-FR"/>
              <a:t>Saw, was crossing</a:t>
            </a:r>
            <a:endParaRPr/>
          </a:p>
          <a:p>
            <a:pPr marL="457200" lvl="0" indent="-298450" algn="l" rtl="0">
              <a:spcBef>
                <a:spcPts val="0"/>
              </a:spcBef>
              <a:spcAft>
                <a:spcPts val="0"/>
              </a:spcAft>
              <a:buClr>
                <a:schemeClr val="dk1"/>
              </a:buClr>
              <a:buSzPts val="1100"/>
              <a:buFont typeface="Calibri"/>
              <a:buAutoNum type="arabicPeriod"/>
            </a:pPr>
            <a:r>
              <a:rPr lang="fr-FR"/>
              <a:t>Had been painting, came</a:t>
            </a:r>
            <a:endParaRPr/>
          </a:p>
          <a:p>
            <a:pPr marL="457200" lvl="0" indent="-298450" algn="l" rtl="0">
              <a:spcBef>
                <a:spcPts val="0"/>
              </a:spcBef>
              <a:spcAft>
                <a:spcPts val="0"/>
              </a:spcAft>
              <a:buClr>
                <a:schemeClr val="dk1"/>
              </a:buClr>
              <a:buSzPts val="1100"/>
              <a:buFont typeface="Calibri"/>
              <a:buAutoNum type="arabicPeriod"/>
            </a:pPr>
            <a:r>
              <a:rPr lang="fr-FR"/>
              <a:t>Was dusting, broke</a:t>
            </a:r>
            <a:endParaRPr/>
          </a:p>
          <a:p>
            <a:pPr marL="457200" lvl="0" indent="-298450" algn="l" rtl="0">
              <a:spcBef>
                <a:spcPts val="0"/>
              </a:spcBef>
              <a:spcAft>
                <a:spcPts val="0"/>
              </a:spcAft>
              <a:buClr>
                <a:schemeClr val="dk1"/>
              </a:buClr>
              <a:buSzPts val="1100"/>
              <a:buFont typeface="Calibri"/>
              <a:buAutoNum type="arabicPeriod"/>
            </a:pPr>
            <a:r>
              <a:rPr lang="fr-FR"/>
              <a:t>Had never been </a:t>
            </a:r>
            <a:endParaRPr/>
          </a:p>
          <a:p>
            <a:pPr marL="457200" lvl="0" indent="-298450" algn="l" rtl="0">
              <a:spcBef>
                <a:spcPts val="0"/>
              </a:spcBef>
              <a:spcAft>
                <a:spcPts val="0"/>
              </a:spcAft>
              <a:buClr>
                <a:schemeClr val="dk1"/>
              </a:buClr>
              <a:buSzPts val="1100"/>
              <a:buFont typeface="Calibri"/>
              <a:buAutoNum type="arabicPeriod"/>
            </a:pPr>
            <a:r>
              <a:rPr lang="fr-FR"/>
              <a:t>Were studying, went</a:t>
            </a:r>
            <a:endParaRPr/>
          </a:p>
          <a:p>
            <a:pPr marL="457200" lvl="0" indent="-298450" algn="l" rtl="0">
              <a:spcBef>
                <a:spcPts val="0"/>
              </a:spcBef>
              <a:spcAft>
                <a:spcPts val="0"/>
              </a:spcAft>
              <a:buClr>
                <a:schemeClr val="dk1"/>
              </a:buClr>
              <a:buSzPts val="1100"/>
              <a:buFont typeface="Calibri"/>
              <a:buAutoNum type="arabicPeriod"/>
            </a:pPr>
            <a:r>
              <a:rPr lang="fr-FR"/>
              <a:t>Werwn’t sleeping, returned</a:t>
            </a:r>
            <a:endParaRPr/>
          </a:p>
          <a:p>
            <a:pPr marL="457200" lvl="0" indent="-298450" algn="l" rtl="0">
              <a:spcBef>
                <a:spcPts val="0"/>
              </a:spcBef>
              <a:spcAft>
                <a:spcPts val="0"/>
              </a:spcAft>
              <a:buClr>
                <a:schemeClr val="dk1"/>
              </a:buClr>
              <a:buSzPts val="1100"/>
              <a:buFont typeface="Calibri"/>
              <a:buAutoNum type="arabicPeriod"/>
            </a:pPr>
            <a:r>
              <a:rPr lang="fr-FR"/>
              <a:t>Did they visit </a:t>
            </a:r>
            <a:endParaRPr/>
          </a:p>
          <a:p>
            <a:pPr marL="457200" lvl="0" indent="-298450" algn="l" rtl="0">
              <a:spcBef>
                <a:spcPts val="0"/>
              </a:spcBef>
              <a:spcAft>
                <a:spcPts val="0"/>
              </a:spcAft>
              <a:buClr>
                <a:schemeClr val="dk1"/>
              </a:buClr>
              <a:buSzPts val="1100"/>
              <a:buFont typeface="Calibri"/>
              <a:buAutoNum type="arabicPeriod"/>
            </a:pPr>
            <a:r>
              <a:rPr lang="fr-FR"/>
              <a:t>Had been writing </a:t>
            </a:r>
            <a:endParaRPr/>
          </a:p>
          <a:p>
            <a:pPr marL="457200" lvl="0" indent="-298450" algn="l" rtl="0">
              <a:spcBef>
                <a:spcPts val="0"/>
              </a:spcBef>
              <a:spcAft>
                <a:spcPts val="0"/>
              </a:spcAft>
              <a:buClr>
                <a:schemeClr val="dk1"/>
              </a:buClr>
              <a:buSzPts val="1100"/>
              <a:buFont typeface="Calibri"/>
              <a:buAutoNum type="arabicPeriod"/>
            </a:pPr>
            <a:r>
              <a:rPr lang="fr-FR"/>
              <a:t>Went, was shining, was</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6" name="Google Shape;846;p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Font typeface="Calibri"/>
              <a:buAutoNum type="arabicPeriod"/>
            </a:pPr>
            <a:r>
              <a:rPr lang="fr-FR"/>
              <a:t>Had started</a:t>
            </a:r>
            <a:endParaRPr/>
          </a:p>
          <a:p>
            <a:pPr marL="457200" lvl="0" indent="-298450" algn="l" rtl="0">
              <a:spcBef>
                <a:spcPts val="0"/>
              </a:spcBef>
              <a:spcAft>
                <a:spcPts val="0"/>
              </a:spcAft>
              <a:buClr>
                <a:schemeClr val="dk1"/>
              </a:buClr>
              <a:buSzPts val="1100"/>
              <a:buFont typeface="Calibri"/>
              <a:buAutoNum type="arabicPeriod"/>
            </a:pPr>
            <a:r>
              <a:rPr lang="fr-FR"/>
              <a:t>Had eaten</a:t>
            </a:r>
            <a:endParaRPr/>
          </a:p>
          <a:p>
            <a:pPr marL="457200" lvl="0" indent="-298450" algn="l" rtl="0">
              <a:spcBef>
                <a:spcPts val="0"/>
              </a:spcBef>
              <a:spcAft>
                <a:spcPts val="0"/>
              </a:spcAft>
              <a:buClr>
                <a:schemeClr val="dk1"/>
              </a:buClr>
              <a:buSzPts val="1100"/>
              <a:buFont typeface="Calibri"/>
              <a:buAutoNum type="arabicPeriod"/>
            </a:pPr>
            <a:r>
              <a:rPr lang="fr-FR"/>
              <a:t>Had listened</a:t>
            </a:r>
            <a:endParaRPr/>
          </a:p>
          <a:p>
            <a:pPr marL="457200" lvl="0" indent="-298450" algn="l" rtl="0">
              <a:spcBef>
                <a:spcPts val="0"/>
              </a:spcBef>
              <a:spcAft>
                <a:spcPts val="0"/>
              </a:spcAft>
              <a:buClr>
                <a:schemeClr val="dk1"/>
              </a:buClr>
              <a:buSzPts val="1100"/>
              <a:buFont typeface="Calibri"/>
              <a:buAutoNum type="arabicPeriod"/>
            </a:pPr>
            <a:r>
              <a:rPr lang="fr-FR"/>
              <a:t>Had left</a:t>
            </a:r>
            <a:endParaRPr/>
          </a:p>
          <a:p>
            <a:pPr marL="457200" lvl="0" indent="-298450" algn="l" rtl="0">
              <a:spcBef>
                <a:spcPts val="0"/>
              </a:spcBef>
              <a:spcAft>
                <a:spcPts val="0"/>
              </a:spcAft>
              <a:buClr>
                <a:schemeClr val="dk1"/>
              </a:buClr>
              <a:buSzPts val="1100"/>
              <a:buFont typeface="Calibri"/>
              <a:buAutoNum type="arabicPeriod"/>
            </a:pPr>
            <a:r>
              <a:rPr lang="fr-FR"/>
              <a:t>Had I read</a:t>
            </a:r>
            <a:endParaRPr/>
          </a:p>
          <a:p>
            <a:pPr marL="457200" lvl="0" indent="-298450" algn="l" rtl="0">
              <a:spcBef>
                <a:spcPts val="0"/>
              </a:spcBef>
              <a:spcAft>
                <a:spcPts val="0"/>
              </a:spcAft>
              <a:buClr>
                <a:schemeClr val="dk1"/>
              </a:buClr>
              <a:buSzPts val="1100"/>
              <a:buFont typeface="Calibri"/>
              <a:buAutoNum type="arabicPeriod"/>
            </a:pPr>
            <a:r>
              <a:rPr lang="fr-FR"/>
              <a:t>Had it been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1" name="Google Shape;861;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Font typeface="Calibri"/>
              <a:buAutoNum type="arabicPeriod"/>
            </a:pPr>
            <a:r>
              <a:rPr lang="fr-FR"/>
              <a:t>Got, had already started</a:t>
            </a:r>
            <a:endParaRPr/>
          </a:p>
          <a:p>
            <a:pPr marL="457200" lvl="0" indent="-298450" algn="l" rtl="0">
              <a:spcBef>
                <a:spcPts val="0"/>
              </a:spcBef>
              <a:spcAft>
                <a:spcPts val="0"/>
              </a:spcAft>
              <a:buClr>
                <a:schemeClr val="dk1"/>
              </a:buClr>
              <a:buSzPts val="1100"/>
              <a:buFont typeface="Calibri"/>
              <a:buAutoNum type="arabicPeriod"/>
            </a:pPr>
            <a:r>
              <a:rPr lang="fr-FR"/>
              <a:t>Dreamed </a:t>
            </a:r>
            <a:endParaRPr/>
          </a:p>
          <a:p>
            <a:pPr marL="457200" lvl="0" indent="-298450" algn="l" rtl="0">
              <a:spcBef>
                <a:spcPts val="0"/>
              </a:spcBef>
              <a:spcAft>
                <a:spcPts val="0"/>
              </a:spcAft>
              <a:buClr>
                <a:schemeClr val="dk1"/>
              </a:buClr>
              <a:buSzPts val="1100"/>
              <a:buFont typeface="Calibri"/>
              <a:buAutoNum type="arabicPeriod"/>
            </a:pPr>
            <a:r>
              <a:rPr lang="fr-FR"/>
              <a:t>Saw, was crossing</a:t>
            </a:r>
            <a:endParaRPr/>
          </a:p>
          <a:p>
            <a:pPr marL="457200" lvl="0" indent="-298450" algn="l" rtl="0">
              <a:spcBef>
                <a:spcPts val="0"/>
              </a:spcBef>
              <a:spcAft>
                <a:spcPts val="0"/>
              </a:spcAft>
              <a:buClr>
                <a:schemeClr val="dk1"/>
              </a:buClr>
              <a:buSzPts val="1100"/>
              <a:buFont typeface="Calibri"/>
              <a:buAutoNum type="arabicPeriod"/>
            </a:pPr>
            <a:r>
              <a:rPr lang="fr-FR"/>
              <a:t>Had been painting, came</a:t>
            </a:r>
            <a:endParaRPr/>
          </a:p>
          <a:p>
            <a:pPr marL="457200" lvl="0" indent="-298450" algn="l" rtl="0">
              <a:spcBef>
                <a:spcPts val="0"/>
              </a:spcBef>
              <a:spcAft>
                <a:spcPts val="0"/>
              </a:spcAft>
              <a:buClr>
                <a:schemeClr val="dk1"/>
              </a:buClr>
              <a:buSzPts val="1100"/>
              <a:buFont typeface="Calibri"/>
              <a:buAutoNum type="arabicPeriod"/>
            </a:pPr>
            <a:r>
              <a:rPr lang="fr-FR"/>
              <a:t>Was dusting, broke</a:t>
            </a:r>
            <a:endParaRPr/>
          </a:p>
          <a:p>
            <a:pPr marL="457200" lvl="0" indent="-298450" algn="l" rtl="0">
              <a:spcBef>
                <a:spcPts val="0"/>
              </a:spcBef>
              <a:spcAft>
                <a:spcPts val="0"/>
              </a:spcAft>
              <a:buClr>
                <a:schemeClr val="dk1"/>
              </a:buClr>
              <a:buSzPts val="1100"/>
              <a:buFont typeface="Calibri"/>
              <a:buAutoNum type="arabicPeriod"/>
            </a:pPr>
            <a:r>
              <a:rPr lang="fr-FR"/>
              <a:t>Had never been </a:t>
            </a:r>
            <a:endParaRPr/>
          </a:p>
          <a:p>
            <a:pPr marL="457200" lvl="0" indent="-298450" algn="l" rtl="0">
              <a:spcBef>
                <a:spcPts val="0"/>
              </a:spcBef>
              <a:spcAft>
                <a:spcPts val="0"/>
              </a:spcAft>
              <a:buClr>
                <a:schemeClr val="dk1"/>
              </a:buClr>
              <a:buSzPts val="1100"/>
              <a:buFont typeface="Calibri"/>
              <a:buAutoNum type="arabicPeriod"/>
            </a:pPr>
            <a:r>
              <a:rPr lang="fr-FR"/>
              <a:t>Were studying, went</a:t>
            </a:r>
            <a:endParaRPr/>
          </a:p>
          <a:p>
            <a:pPr marL="457200" lvl="0" indent="-298450" algn="l" rtl="0">
              <a:spcBef>
                <a:spcPts val="0"/>
              </a:spcBef>
              <a:spcAft>
                <a:spcPts val="0"/>
              </a:spcAft>
              <a:buClr>
                <a:schemeClr val="dk1"/>
              </a:buClr>
              <a:buSzPts val="1100"/>
              <a:buFont typeface="Calibri"/>
              <a:buAutoNum type="arabicPeriod"/>
            </a:pPr>
            <a:r>
              <a:rPr lang="fr-FR"/>
              <a:t>Werwn’t sleeping, returned</a:t>
            </a:r>
            <a:endParaRPr/>
          </a:p>
          <a:p>
            <a:pPr marL="457200" lvl="0" indent="-298450" algn="l" rtl="0">
              <a:spcBef>
                <a:spcPts val="0"/>
              </a:spcBef>
              <a:spcAft>
                <a:spcPts val="0"/>
              </a:spcAft>
              <a:buClr>
                <a:schemeClr val="dk1"/>
              </a:buClr>
              <a:buSzPts val="1100"/>
              <a:buFont typeface="Calibri"/>
              <a:buAutoNum type="arabicPeriod"/>
            </a:pPr>
            <a:r>
              <a:rPr lang="fr-FR"/>
              <a:t>Did they visit </a:t>
            </a:r>
            <a:endParaRPr/>
          </a:p>
          <a:p>
            <a:pPr marL="457200" lvl="0" indent="-298450" algn="l" rtl="0">
              <a:spcBef>
                <a:spcPts val="0"/>
              </a:spcBef>
              <a:spcAft>
                <a:spcPts val="0"/>
              </a:spcAft>
              <a:buClr>
                <a:schemeClr val="dk1"/>
              </a:buClr>
              <a:buSzPts val="1100"/>
              <a:buFont typeface="Calibri"/>
              <a:buAutoNum type="arabicPeriod"/>
            </a:pPr>
            <a:r>
              <a:rPr lang="fr-FR"/>
              <a:t>Had been writing </a:t>
            </a:r>
            <a:endParaRPr/>
          </a:p>
          <a:p>
            <a:pPr marL="457200" lvl="0" indent="-298450" algn="l" rtl="0">
              <a:spcBef>
                <a:spcPts val="0"/>
              </a:spcBef>
              <a:spcAft>
                <a:spcPts val="0"/>
              </a:spcAft>
              <a:buClr>
                <a:schemeClr val="dk1"/>
              </a:buClr>
              <a:buSzPts val="1100"/>
              <a:buFont typeface="Calibri"/>
              <a:buAutoNum type="arabicPeriod"/>
            </a:pPr>
            <a:r>
              <a:rPr lang="fr-FR"/>
              <a:t>Went, was shining, was</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7" name="Google Shape;877;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11"/>
        <p:cNvGrpSpPr/>
        <p:nvPr/>
      </p:nvGrpSpPr>
      <p:grpSpPr>
        <a:xfrm>
          <a:off x="0" y="0"/>
          <a:ext cx="0" cy="0"/>
          <a:chOff x="0" y="0"/>
          <a:chExt cx="0" cy="0"/>
        </a:xfrm>
      </p:grpSpPr>
      <p:sp>
        <p:nvSpPr>
          <p:cNvPr id="12" name="Google Shape;12;p63"/>
          <p:cNvSpPr txBox="1">
            <a:spLocks noGrp="1"/>
          </p:cNvSpPr>
          <p:nvPr>
            <p:ph type="title"/>
          </p:nvPr>
        </p:nvSpPr>
        <p:spPr>
          <a:xfrm>
            <a:off x="0" y="200177"/>
            <a:ext cx="12192000" cy="775778"/>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595959"/>
              </a:buClr>
              <a:buSzPts val="4800"/>
              <a:buFont typeface="Arial"/>
              <a:buNone/>
              <a:defRPr sz="4800" b="1">
                <a:solidFill>
                  <a:srgbClr val="59595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63"/>
          <p:cNvSpPr/>
          <p:nvPr/>
        </p:nvSpPr>
        <p:spPr>
          <a:xfrm>
            <a:off x="0" y="6597352"/>
            <a:ext cx="12192000" cy="260648"/>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 name="Google Shape;14;p63"/>
          <p:cNvSpPr txBox="1">
            <a:spLocks noGrp="1"/>
          </p:cNvSpPr>
          <p:nvPr>
            <p:ph type="body" idx="1"/>
          </p:nvPr>
        </p:nvSpPr>
        <p:spPr>
          <a:xfrm>
            <a:off x="0" y="1005381"/>
            <a:ext cx="12192000" cy="41937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Заголовок и объект" type="obj">
  <p:cSld name="OBJECT">
    <p:spTree>
      <p:nvGrpSpPr>
        <p:cNvPr id="1" name="Shape 15"/>
        <p:cNvGrpSpPr/>
        <p:nvPr/>
      </p:nvGrpSpPr>
      <p:grpSpPr>
        <a:xfrm>
          <a:off x="0" y="0"/>
          <a:ext cx="0" cy="0"/>
          <a:chOff x="0" y="0"/>
          <a:chExt cx="0" cy="0"/>
        </a:xfrm>
      </p:grpSpPr>
      <p:sp>
        <p:nvSpPr>
          <p:cNvPr id="16" name="Google Shape;16;p6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64"/>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8" name="Google Shape;18;p6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9" name="Google Shape;19;p6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0" name="Google Shape;20;p6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Arial"/>
                <a:ea typeface="Arial"/>
                <a:cs typeface="Arial"/>
                <a:sym typeface="Arial"/>
              </a:defRPr>
            </a:lvl1pPr>
            <a:lvl2pPr marL="0" marR="0" lvl="1" indent="0" algn="l" rtl="0">
              <a:spcBef>
                <a:spcPts val="0"/>
              </a:spcBef>
              <a:buNone/>
              <a:defRPr sz="1800" b="0" i="0" u="none" strike="noStrike" cap="none">
                <a:solidFill>
                  <a:schemeClr val="dk1"/>
                </a:solidFill>
                <a:latin typeface="Arial"/>
                <a:ea typeface="Arial"/>
                <a:cs typeface="Arial"/>
                <a:sym typeface="Arial"/>
              </a:defRPr>
            </a:lvl2pPr>
            <a:lvl3pPr marL="0" marR="0" lvl="2" indent="0" algn="l" rtl="0">
              <a:spcBef>
                <a:spcPts val="0"/>
              </a:spcBef>
              <a:buNone/>
              <a:defRPr sz="1800" b="0" i="0" u="none" strike="noStrike" cap="none">
                <a:solidFill>
                  <a:schemeClr val="dk1"/>
                </a:solidFill>
                <a:latin typeface="Arial"/>
                <a:ea typeface="Arial"/>
                <a:cs typeface="Arial"/>
                <a:sym typeface="Arial"/>
              </a:defRPr>
            </a:lvl3pPr>
            <a:lvl4pPr marL="0" marR="0" lvl="3" indent="0" algn="l" rtl="0">
              <a:spcBef>
                <a:spcPts val="0"/>
              </a:spcBef>
              <a:buNone/>
              <a:defRPr sz="1800" b="0" i="0" u="none" strike="noStrike" cap="none">
                <a:solidFill>
                  <a:schemeClr val="dk1"/>
                </a:solidFill>
                <a:latin typeface="Arial"/>
                <a:ea typeface="Arial"/>
                <a:cs typeface="Arial"/>
                <a:sym typeface="Arial"/>
              </a:defRPr>
            </a:lvl4pPr>
            <a:lvl5pPr marL="0" marR="0" lvl="4" indent="0" algn="l" rtl="0">
              <a:spcBef>
                <a:spcPts val="0"/>
              </a:spcBef>
              <a:buNone/>
              <a:defRPr sz="1800" b="0" i="0" u="none" strike="noStrike" cap="none">
                <a:solidFill>
                  <a:schemeClr val="dk1"/>
                </a:solidFill>
                <a:latin typeface="Arial"/>
                <a:ea typeface="Arial"/>
                <a:cs typeface="Arial"/>
                <a:sym typeface="Arial"/>
              </a:defRPr>
            </a:lvl5pPr>
            <a:lvl6pPr marL="0" marR="0" lvl="5" indent="0" algn="l" rtl="0">
              <a:spcBef>
                <a:spcPts val="0"/>
              </a:spcBef>
              <a:buNone/>
              <a:defRPr sz="1800" b="0" i="0" u="none" strike="noStrike" cap="none">
                <a:solidFill>
                  <a:schemeClr val="dk1"/>
                </a:solidFill>
                <a:latin typeface="Arial"/>
                <a:ea typeface="Arial"/>
                <a:cs typeface="Arial"/>
                <a:sym typeface="Arial"/>
              </a:defRPr>
            </a:lvl6pPr>
            <a:lvl7pPr marL="0" marR="0" lvl="6" indent="0" algn="l" rtl="0">
              <a:spcBef>
                <a:spcPts val="0"/>
              </a:spcBef>
              <a:buNone/>
              <a:defRPr sz="1800" b="0" i="0" u="none" strike="noStrike" cap="none">
                <a:solidFill>
                  <a:schemeClr val="dk1"/>
                </a:solidFill>
                <a:latin typeface="Arial"/>
                <a:ea typeface="Arial"/>
                <a:cs typeface="Arial"/>
                <a:sym typeface="Arial"/>
              </a:defRPr>
            </a:lvl7pPr>
            <a:lvl8pPr marL="0" marR="0" lvl="7" indent="0" algn="l" rtl="0">
              <a:spcBef>
                <a:spcPts val="0"/>
              </a:spcBef>
              <a:buNone/>
              <a:defRPr sz="1800" b="0" i="0" u="none" strike="noStrike" cap="none">
                <a:solidFill>
                  <a:schemeClr val="dk1"/>
                </a:solidFill>
                <a:latin typeface="Arial"/>
                <a:ea typeface="Arial"/>
                <a:cs typeface="Arial"/>
                <a:sym typeface="Arial"/>
              </a:defRPr>
            </a:lvl8pPr>
            <a:lvl9pPr marL="0" marR="0" lvl="8" indent="0" algn="l" rtl="0">
              <a:spcBef>
                <a:spcPts val="0"/>
              </a:spcBef>
              <a:buNone/>
              <a:defRPr sz="1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and three columns ">
  <p:cSld name="Title and three columns ">
    <p:spTree>
      <p:nvGrpSpPr>
        <p:cNvPr id="1" name="Shape 21"/>
        <p:cNvGrpSpPr/>
        <p:nvPr/>
      </p:nvGrpSpPr>
      <p:grpSpPr>
        <a:xfrm>
          <a:off x="0" y="0"/>
          <a:ext cx="0" cy="0"/>
          <a:chOff x="0" y="0"/>
          <a:chExt cx="0" cy="0"/>
        </a:xfrm>
      </p:grpSpPr>
      <p:pic>
        <p:nvPicPr>
          <p:cNvPr id="22" name="Google Shape;22;p65"/>
          <p:cNvPicPr preferRelativeResize="0"/>
          <p:nvPr/>
        </p:nvPicPr>
        <p:blipFill rotWithShape="1">
          <a:blip r:embed="rId2">
            <a:alphaModFix/>
          </a:blip>
          <a:srcRect t="169" b="159"/>
          <a:stretch/>
        </p:blipFill>
        <p:spPr>
          <a:xfrm>
            <a:off x="-30700" y="7423"/>
            <a:ext cx="12232531" cy="6858000"/>
          </a:xfrm>
          <a:prstGeom prst="rect">
            <a:avLst/>
          </a:prstGeom>
          <a:noFill/>
          <a:ln>
            <a:noFill/>
          </a:ln>
        </p:spPr>
      </p:pic>
      <p:sp>
        <p:nvSpPr>
          <p:cNvPr id="23" name="Google Shape;23;p65"/>
          <p:cNvSpPr txBox="1">
            <a:spLocks noGrp="1"/>
          </p:cNvSpPr>
          <p:nvPr>
            <p:ph type="subTitle" idx="1"/>
          </p:nvPr>
        </p:nvSpPr>
        <p:spPr>
          <a:xfrm>
            <a:off x="8126761" y="3994800"/>
            <a:ext cx="3006800" cy="1034400"/>
          </a:xfrm>
          <a:prstGeom prst="rect">
            <a:avLst/>
          </a:prstGeom>
          <a:noFill/>
          <a:ln>
            <a:noFill/>
          </a:ln>
        </p:spPr>
        <p:txBody>
          <a:bodyPr spcFirstLastPara="1" wrap="square" lIns="121875" tIns="121875" rIns="121875" bIns="121875" anchor="b" anchorCtr="0">
            <a:noAutofit/>
          </a:bodyPr>
          <a:lstStyle>
            <a:lvl1pPr marR="0" lvl="0" algn="ctr" rtl="0">
              <a:lnSpc>
                <a:spcPct val="100000"/>
              </a:lnSpc>
              <a:spcBef>
                <a:spcPts val="0"/>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1pPr>
            <a:lvl2pPr marR="0" lvl="1"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2pPr>
            <a:lvl3pPr marR="0" lvl="2"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3pPr>
            <a:lvl4pPr marR="0" lvl="3"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4pPr>
            <a:lvl5pPr marR="0" lvl="4"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5pPr>
            <a:lvl6pPr marR="0" lvl="5"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6pPr>
            <a:lvl7pPr marR="0" lvl="6"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7pPr>
            <a:lvl8pPr marR="0" lvl="7"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8pPr>
            <a:lvl9pPr marR="0" lvl="8" algn="ctr" rtl="0">
              <a:lnSpc>
                <a:spcPct val="100000"/>
              </a:lnSpc>
              <a:spcBef>
                <a:spcPts val="2133"/>
              </a:spcBef>
              <a:spcAft>
                <a:spcPts val="2133"/>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9pPr>
          </a:lstStyle>
          <a:p>
            <a:endParaRPr/>
          </a:p>
        </p:txBody>
      </p:sp>
      <p:sp>
        <p:nvSpPr>
          <p:cNvPr id="24" name="Google Shape;24;p65"/>
          <p:cNvSpPr txBox="1">
            <a:spLocks noGrp="1"/>
          </p:cNvSpPr>
          <p:nvPr>
            <p:ph type="subTitle" idx="2"/>
          </p:nvPr>
        </p:nvSpPr>
        <p:spPr>
          <a:xfrm>
            <a:off x="4561895" y="2820100"/>
            <a:ext cx="3006800" cy="1034400"/>
          </a:xfrm>
          <a:prstGeom prst="rect">
            <a:avLst/>
          </a:prstGeom>
          <a:noFill/>
          <a:ln>
            <a:noFill/>
          </a:ln>
        </p:spPr>
        <p:txBody>
          <a:bodyPr spcFirstLastPara="1" wrap="square" lIns="121875" tIns="121875" rIns="121875" bIns="121875" anchor="b" anchorCtr="0">
            <a:noAutofit/>
          </a:bodyPr>
          <a:lstStyle>
            <a:lvl1pPr marR="0" lvl="0" algn="ctr" rtl="0">
              <a:lnSpc>
                <a:spcPct val="100000"/>
              </a:lnSpc>
              <a:spcBef>
                <a:spcPts val="0"/>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1pPr>
            <a:lvl2pPr marR="0" lvl="1"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2pPr>
            <a:lvl3pPr marR="0" lvl="2"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3pPr>
            <a:lvl4pPr marR="0" lvl="3"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4pPr>
            <a:lvl5pPr marR="0" lvl="4"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5pPr>
            <a:lvl6pPr marR="0" lvl="5"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6pPr>
            <a:lvl7pPr marR="0" lvl="6"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7pPr>
            <a:lvl8pPr marR="0" lvl="7"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8pPr>
            <a:lvl9pPr marR="0" lvl="8" algn="ctr" rtl="0">
              <a:lnSpc>
                <a:spcPct val="100000"/>
              </a:lnSpc>
              <a:spcBef>
                <a:spcPts val="2133"/>
              </a:spcBef>
              <a:spcAft>
                <a:spcPts val="2133"/>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9pPr>
          </a:lstStyle>
          <a:p>
            <a:endParaRPr/>
          </a:p>
        </p:txBody>
      </p:sp>
      <p:sp>
        <p:nvSpPr>
          <p:cNvPr id="25" name="Google Shape;25;p65"/>
          <p:cNvSpPr txBox="1">
            <a:spLocks noGrp="1"/>
          </p:cNvSpPr>
          <p:nvPr>
            <p:ph type="subTitle" idx="3"/>
          </p:nvPr>
        </p:nvSpPr>
        <p:spPr>
          <a:xfrm>
            <a:off x="997028" y="3994800"/>
            <a:ext cx="3006800" cy="1034400"/>
          </a:xfrm>
          <a:prstGeom prst="rect">
            <a:avLst/>
          </a:prstGeom>
          <a:noFill/>
          <a:ln>
            <a:noFill/>
          </a:ln>
        </p:spPr>
        <p:txBody>
          <a:bodyPr spcFirstLastPara="1" wrap="square" lIns="121875" tIns="121875" rIns="121875" bIns="121875" anchor="b" anchorCtr="0">
            <a:noAutofit/>
          </a:bodyPr>
          <a:lstStyle>
            <a:lvl1pPr marR="0" lvl="0" algn="ctr" rtl="0">
              <a:lnSpc>
                <a:spcPct val="100000"/>
              </a:lnSpc>
              <a:spcBef>
                <a:spcPts val="0"/>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1pPr>
            <a:lvl2pPr marR="0" lvl="1"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2pPr>
            <a:lvl3pPr marR="0" lvl="2"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3pPr>
            <a:lvl4pPr marR="0" lvl="3"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4pPr>
            <a:lvl5pPr marR="0" lvl="4"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5pPr>
            <a:lvl6pPr marR="0" lvl="5"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6pPr>
            <a:lvl7pPr marR="0" lvl="6"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7pPr>
            <a:lvl8pPr marR="0" lvl="7" algn="ctr" rtl="0">
              <a:lnSpc>
                <a:spcPct val="100000"/>
              </a:lnSpc>
              <a:spcBef>
                <a:spcPts val="2133"/>
              </a:spcBef>
              <a:spcAft>
                <a:spcPts val="0"/>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8pPr>
            <a:lvl9pPr marR="0" lvl="8" algn="ctr" rtl="0">
              <a:lnSpc>
                <a:spcPct val="100000"/>
              </a:lnSpc>
              <a:spcBef>
                <a:spcPts val="2133"/>
              </a:spcBef>
              <a:spcAft>
                <a:spcPts val="2133"/>
              </a:spcAft>
              <a:buClr>
                <a:schemeClr val="dk1"/>
              </a:buClr>
              <a:buSzPts val="3200"/>
              <a:buFont typeface="Arial"/>
              <a:buNone/>
              <a:defRPr sz="3200" b="1" i="0" u="none" strike="noStrike" cap="none">
                <a:solidFill>
                  <a:schemeClr val="dk1"/>
                </a:solidFill>
                <a:latin typeface="Tulpen One"/>
                <a:ea typeface="Tulpen One"/>
                <a:cs typeface="Tulpen One"/>
                <a:sym typeface="Tulpen One"/>
              </a:defRPr>
            </a:lvl9pPr>
          </a:lstStyle>
          <a:p>
            <a:endParaRPr/>
          </a:p>
        </p:txBody>
      </p:sp>
      <p:sp>
        <p:nvSpPr>
          <p:cNvPr id="26" name="Google Shape;26;p65"/>
          <p:cNvSpPr txBox="1">
            <a:spLocks noGrp="1"/>
          </p:cNvSpPr>
          <p:nvPr>
            <p:ph type="subTitle" idx="4"/>
          </p:nvPr>
        </p:nvSpPr>
        <p:spPr>
          <a:xfrm>
            <a:off x="8126761" y="4698300"/>
            <a:ext cx="3006800" cy="1034400"/>
          </a:xfrm>
          <a:prstGeom prst="rect">
            <a:avLst/>
          </a:prstGeom>
          <a:noFill/>
          <a:ln>
            <a:noFill/>
          </a:ln>
        </p:spPr>
        <p:txBody>
          <a:bodyPr spcFirstLastPara="1" wrap="square" lIns="121875" tIns="121875" rIns="121875" bIns="121875" anchor="ctr" anchorCtr="0">
            <a:noAutofit/>
          </a:bodyPr>
          <a:lstStyle>
            <a:lvl1pPr marR="0" lvl="0" algn="ctr" rtl="0">
              <a:lnSpc>
                <a:spcPct val="100000"/>
              </a:lnSpc>
              <a:spcBef>
                <a:spcPts val="0"/>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1pPr>
            <a:lvl2pPr marR="0" lvl="1"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2pPr>
            <a:lvl3pPr marR="0" lvl="2"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3pPr>
            <a:lvl4pPr marR="0" lvl="3"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4pPr>
            <a:lvl5pPr marR="0" lvl="4"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5pPr>
            <a:lvl6pPr marR="0" lvl="5"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6pPr>
            <a:lvl7pPr marR="0" lvl="6"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7pPr>
            <a:lvl8pPr marR="0" lvl="7"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8pPr>
            <a:lvl9pPr marR="0" lvl="8" algn="ctr" rtl="0">
              <a:lnSpc>
                <a:spcPct val="100000"/>
              </a:lnSpc>
              <a:spcBef>
                <a:spcPts val="2133"/>
              </a:spcBef>
              <a:spcAft>
                <a:spcPts val="2133"/>
              </a:spcAft>
              <a:buClr>
                <a:schemeClr val="dk1"/>
              </a:buClr>
              <a:buSzPts val="1900"/>
              <a:buFont typeface="Arial"/>
              <a:buNone/>
              <a:defRPr sz="1900" b="0" i="0" u="none" strike="noStrike" cap="none">
                <a:solidFill>
                  <a:schemeClr val="dk1"/>
                </a:solidFill>
                <a:latin typeface="Arial"/>
                <a:ea typeface="Arial"/>
                <a:cs typeface="Arial"/>
                <a:sym typeface="Arial"/>
              </a:defRPr>
            </a:lvl9pPr>
          </a:lstStyle>
          <a:p>
            <a:endParaRPr/>
          </a:p>
        </p:txBody>
      </p:sp>
      <p:sp>
        <p:nvSpPr>
          <p:cNvPr id="27" name="Google Shape;27;p65"/>
          <p:cNvSpPr txBox="1">
            <a:spLocks noGrp="1"/>
          </p:cNvSpPr>
          <p:nvPr>
            <p:ph type="subTitle" idx="5"/>
          </p:nvPr>
        </p:nvSpPr>
        <p:spPr>
          <a:xfrm>
            <a:off x="4561895" y="3523600"/>
            <a:ext cx="3006800" cy="1034400"/>
          </a:xfrm>
          <a:prstGeom prst="rect">
            <a:avLst/>
          </a:prstGeom>
          <a:noFill/>
          <a:ln>
            <a:noFill/>
          </a:ln>
        </p:spPr>
        <p:txBody>
          <a:bodyPr spcFirstLastPara="1" wrap="square" lIns="121875" tIns="121875" rIns="121875" bIns="121875" anchor="ctr" anchorCtr="0">
            <a:noAutofit/>
          </a:bodyPr>
          <a:lstStyle>
            <a:lvl1pPr marR="0" lvl="0" algn="ctr" rtl="0">
              <a:lnSpc>
                <a:spcPct val="100000"/>
              </a:lnSpc>
              <a:spcBef>
                <a:spcPts val="0"/>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1pPr>
            <a:lvl2pPr marR="0" lvl="1"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2pPr>
            <a:lvl3pPr marR="0" lvl="2"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3pPr>
            <a:lvl4pPr marR="0" lvl="3"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4pPr>
            <a:lvl5pPr marR="0" lvl="4"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5pPr>
            <a:lvl6pPr marR="0" lvl="5"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6pPr>
            <a:lvl7pPr marR="0" lvl="6"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7pPr>
            <a:lvl8pPr marR="0" lvl="7"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8pPr>
            <a:lvl9pPr marR="0" lvl="8" algn="ctr" rtl="0">
              <a:lnSpc>
                <a:spcPct val="100000"/>
              </a:lnSpc>
              <a:spcBef>
                <a:spcPts val="2133"/>
              </a:spcBef>
              <a:spcAft>
                <a:spcPts val="2133"/>
              </a:spcAft>
              <a:buClr>
                <a:schemeClr val="dk1"/>
              </a:buClr>
              <a:buSzPts val="1900"/>
              <a:buFont typeface="Arial"/>
              <a:buNone/>
              <a:defRPr sz="1900" b="0" i="0" u="none" strike="noStrike" cap="none">
                <a:solidFill>
                  <a:schemeClr val="dk1"/>
                </a:solidFill>
                <a:latin typeface="Arial"/>
                <a:ea typeface="Arial"/>
                <a:cs typeface="Arial"/>
                <a:sym typeface="Arial"/>
              </a:defRPr>
            </a:lvl9pPr>
          </a:lstStyle>
          <a:p>
            <a:endParaRPr/>
          </a:p>
        </p:txBody>
      </p:sp>
      <p:sp>
        <p:nvSpPr>
          <p:cNvPr id="28" name="Google Shape;28;p65"/>
          <p:cNvSpPr txBox="1">
            <a:spLocks noGrp="1"/>
          </p:cNvSpPr>
          <p:nvPr>
            <p:ph type="subTitle" idx="6"/>
          </p:nvPr>
        </p:nvSpPr>
        <p:spPr>
          <a:xfrm>
            <a:off x="997028" y="4698300"/>
            <a:ext cx="3006800" cy="1034400"/>
          </a:xfrm>
          <a:prstGeom prst="rect">
            <a:avLst/>
          </a:prstGeom>
          <a:noFill/>
          <a:ln>
            <a:noFill/>
          </a:ln>
        </p:spPr>
        <p:txBody>
          <a:bodyPr spcFirstLastPara="1" wrap="square" lIns="121875" tIns="121875" rIns="121875" bIns="121875" anchor="ctr" anchorCtr="0">
            <a:noAutofit/>
          </a:bodyPr>
          <a:lstStyle>
            <a:lvl1pPr marR="0" lvl="0" algn="ctr" rtl="0">
              <a:lnSpc>
                <a:spcPct val="100000"/>
              </a:lnSpc>
              <a:spcBef>
                <a:spcPts val="0"/>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1pPr>
            <a:lvl2pPr marR="0" lvl="1"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2pPr>
            <a:lvl3pPr marR="0" lvl="2"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3pPr>
            <a:lvl4pPr marR="0" lvl="3"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4pPr>
            <a:lvl5pPr marR="0" lvl="4"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5pPr>
            <a:lvl6pPr marR="0" lvl="5"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6pPr>
            <a:lvl7pPr marR="0" lvl="6"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7pPr>
            <a:lvl8pPr marR="0" lvl="7" algn="ctr" rtl="0">
              <a:lnSpc>
                <a:spcPct val="100000"/>
              </a:lnSpc>
              <a:spcBef>
                <a:spcPts val="2133"/>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8pPr>
            <a:lvl9pPr marR="0" lvl="8" algn="ctr" rtl="0">
              <a:lnSpc>
                <a:spcPct val="100000"/>
              </a:lnSpc>
              <a:spcBef>
                <a:spcPts val="2133"/>
              </a:spcBef>
              <a:spcAft>
                <a:spcPts val="2133"/>
              </a:spcAft>
              <a:buClr>
                <a:schemeClr val="dk1"/>
              </a:buClr>
              <a:buSzPts val="1900"/>
              <a:buFont typeface="Arial"/>
              <a:buNone/>
              <a:defRPr sz="1900" b="0" i="0" u="none" strike="noStrike" cap="none">
                <a:solidFill>
                  <a:schemeClr val="dk1"/>
                </a:solidFill>
                <a:latin typeface="Arial"/>
                <a:ea typeface="Arial"/>
                <a:cs typeface="Arial"/>
                <a:sym typeface="Arial"/>
              </a:defRPr>
            </a:lvl9pPr>
          </a:lstStyle>
          <a:p>
            <a:endParaRPr/>
          </a:p>
        </p:txBody>
      </p:sp>
      <p:sp>
        <p:nvSpPr>
          <p:cNvPr id="29" name="Google Shape;29;p65"/>
          <p:cNvSpPr txBox="1">
            <a:spLocks noGrp="1"/>
          </p:cNvSpPr>
          <p:nvPr>
            <p:ph type="ctrTitle"/>
          </p:nvPr>
        </p:nvSpPr>
        <p:spPr>
          <a:xfrm>
            <a:off x="960067" y="465423"/>
            <a:ext cx="9687200" cy="1113200"/>
          </a:xfrm>
          <a:prstGeom prst="rect">
            <a:avLst/>
          </a:prstGeom>
          <a:noFill/>
          <a:ln>
            <a:noFill/>
          </a:ln>
        </p:spPr>
        <p:txBody>
          <a:bodyPr spcFirstLastPara="1" wrap="square" lIns="121875" tIns="121875" rIns="121875" bIns="121875" anchor="t" anchorCtr="0">
            <a:noAutofit/>
          </a:bodyPr>
          <a:lstStyle>
            <a:lvl1pPr lvl="0" algn="l">
              <a:lnSpc>
                <a:spcPct val="90000"/>
              </a:lnSpc>
              <a:spcBef>
                <a:spcPts val="0"/>
              </a:spcBef>
              <a:spcAft>
                <a:spcPts val="0"/>
              </a:spcAft>
              <a:buClr>
                <a:srgbClr val="F3F3F3"/>
              </a:buClr>
              <a:buSzPts val="2400"/>
              <a:buFont typeface="Arial"/>
              <a:buNone/>
              <a:defRPr sz="4000"/>
            </a:lvl1pPr>
            <a:lvl2pPr lvl="1">
              <a:spcBef>
                <a:spcPts val="0"/>
              </a:spcBef>
              <a:spcAft>
                <a:spcPts val="0"/>
              </a:spcAft>
              <a:buClr>
                <a:schemeClr val="hlink"/>
              </a:buClr>
              <a:buSzPts val="2400"/>
              <a:buNone/>
              <a:defRPr sz="3200">
                <a:solidFill>
                  <a:schemeClr val="hlink"/>
                </a:solidFill>
              </a:defRPr>
            </a:lvl2pPr>
            <a:lvl3pPr lvl="2">
              <a:spcBef>
                <a:spcPts val="0"/>
              </a:spcBef>
              <a:spcAft>
                <a:spcPts val="0"/>
              </a:spcAft>
              <a:buClr>
                <a:schemeClr val="hlink"/>
              </a:buClr>
              <a:buSzPts val="2400"/>
              <a:buNone/>
              <a:defRPr sz="3200">
                <a:solidFill>
                  <a:schemeClr val="hlink"/>
                </a:solidFill>
              </a:defRPr>
            </a:lvl3pPr>
            <a:lvl4pPr lvl="3">
              <a:spcBef>
                <a:spcPts val="0"/>
              </a:spcBef>
              <a:spcAft>
                <a:spcPts val="0"/>
              </a:spcAft>
              <a:buClr>
                <a:schemeClr val="hlink"/>
              </a:buClr>
              <a:buSzPts val="2400"/>
              <a:buNone/>
              <a:defRPr sz="3200">
                <a:solidFill>
                  <a:schemeClr val="hlink"/>
                </a:solidFill>
              </a:defRPr>
            </a:lvl4pPr>
            <a:lvl5pPr lvl="4">
              <a:spcBef>
                <a:spcPts val="0"/>
              </a:spcBef>
              <a:spcAft>
                <a:spcPts val="0"/>
              </a:spcAft>
              <a:buClr>
                <a:schemeClr val="hlink"/>
              </a:buClr>
              <a:buSzPts val="2400"/>
              <a:buNone/>
              <a:defRPr sz="3200">
                <a:solidFill>
                  <a:schemeClr val="hlink"/>
                </a:solidFill>
              </a:defRPr>
            </a:lvl5pPr>
            <a:lvl6pPr lvl="5">
              <a:spcBef>
                <a:spcPts val="0"/>
              </a:spcBef>
              <a:spcAft>
                <a:spcPts val="0"/>
              </a:spcAft>
              <a:buClr>
                <a:schemeClr val="hlink"/>
              </a:buClr>
              <a:buSzPts val="2400"/>
              <a:buNone/>
              <a:defRPr sz="3200">
                <a:solidFill>
                  <a:schemeClr val="hlink"/>
                </a:solidFill>
              </a:defRPr>
            </a:lvl6pPr>
            <a:lvl7pPr lvl="6">
              <a:spcBef>
                <a:spcPts val="0"/>
              </a:spcBef>
              <a:spcAft>
                <a:spcPts val="0"/>
              </a:spcAft>
              <a:buClr>
                <a:schemeClr val="hlink"/>
              </a:buClr>
              <a:buSzPts val="2400"/>
              <a:buNone/>
              <a:defRPr sz="3200">
                <a:solidFill>
                  <a:schemeClr val="hlink"/>
                </a:solidFill>
              </a:defRPr>
            </a:lvl7pPr>
            <a:lvl8pPr lvl="7">
              <a:spcBef>
                <a:spcPts val="0"/>
              </a:spcBef>
              <a:spcAft>
                <a:spcPts val="0"/>
              </a:spcAft>
              <a:buClr>
                <a:schemeClr val="hlink"/>
              </a:buClr>
              <a:buSzPts val="2400"/>
              <a:buNone/>
              <a:defRPr sz="3200">
                <a:solidFill>
                  <a:schemeClr val="hlink"/>
                </a:solidFill>
              </a:defRPr>
            </a:lvl8pPr>
            <a:lvl9pPr lvl="8">
              <a:spcBef>
                <a:spcPts val="0"/>
              </a:spcBef>
              <a:spcAft>
                <a:spcPts val="0"/>
              </a:spcAft>
              <a:buClr>
                <a:schemeClr val="hlink"/>
              </a:buClr>
              <a:buSzPts val="2400"/>
              <a:buNone/>
              <a:defRPr sz="3200">
                <a:solidFill>
                  <a:schemeClr val="hlink"/>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aption">
  <p:cSld name="Caption">
    <p:spTree>
      <p:nvGrpSpPr>
        <p:cNvPr id="1" name="Shape 30"/>
        <p:cNvGrpSpPr/>
        <p:nvPr/>
      </p:nvGrpSpPr>
      <p:grpSpPr>
        <a:xfrm>
          <a:off x="0" y="0"/>
          <a:ext cx="0" cy="0"/>
          <a:chOff x="0" y="0"/>
          <a:chExt cx="0" cy="0"/>
        </a:xfrm>
      </p:grpSpPr>
      <p:pic>
        <p:nvPicPr>
          <p:cNvPr id="31" name="Google Shape;31;p66"/>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2" name="Google Shape;32;p66"/>
          <p:cNvSpPr txBox="1">
            <a:spLocks noGrp="1"/>
          </p:cNvSpPr>
          <p:nvPr>
            <p:ph type="ctrTitle"/>
          </p:nvPr>
        </p:nvSpPr>
        <p:spPr>
          <a:xfrm>
            <a:off x="960067" y="465423"/>
            <a:ext cx="9687200" cy="1113200"/>
          </a:xfrm>
          <a:prstGeom prst="rect">
            <a:avLst/>
          </a:prstGeom>
          <a:noFill/>
          <a:ln>
            <a:noFill/>
          </a:ln>
        </p:spPr>
        <p:txBody>
          <a:bodyPr spcFirstLastPara="1" wrap="square" lIns="121875" tIns="121875" rIns="121875" bIns="121875" anchor="t" anchorCtr="0">
            <a:noAutofit/>
          </a:bodyPr>
          <a:lstStyle>
            <a:lvl1pPr lvl="0" algn="l">
              <a:lnSpc>
                <a:spcPct val="90000"/>
              </a:lnSpc>
              <a:spcBef>
                <a:spcPts val="0"/>
              </a:spcBef>
              <a:spcAft>
                <a:spcPts val="0"/>
              </a:spcAft>
              <a:buClr>
                <a:srgbClr val="F3F3F3"/>
              </a:buClr>
              <a:buSzPts val="2400"/>
              <a:buFont typeface="Arial"/>
              <a:buNone/>
              <a:defRPr sz="4000"/>
            </a:lvl1pPr>
            <a:lvl2pPr lvl="1">
              <a:spcBef>
                <a:spcPts val="0"/>
              </a:spcBef>
              <a:spcAft>
                <a:spcPts val="0"/>
              </a:spcAft>
              <a:buClr>
                <a:schemeClr val="hlink"/>
              </a:buClr>
              <a:buSzPts val="2400"/>
              <a:buNone/>
              <a:defRPr sz="3200">
                <a:solidFill>
                  <a:schemeClr val="hlink"/>
                </a:solidFill>
              </a:defRPr>
            </a:lvl2pPr>
            <a:lvl3pPr lvl="2">
              <a:spcBef>
                <a:spcPts val="0"/>
              </a:spcBef>
              <a:spcAft>
                <a:spcPts val="0"/>
              </a:spcAft>
              <a:buClr>
                <a:schemeClr val="hlink"/>
              </a:buClr>
              <a:buSzPts val="2400"/>
              <a:buNone/>
              <a:defRPr sz="3200">
                <a:solidFill>
                  <a:schemeClr val="hlink"/>
                </a:solidFill>
              </a:defRPr>
            </a:lvl3pPr>
            <a:lvl4pPr lvl="3">
              <a:spcBef>
                <a:spcPts val="0"/>
              </a:spcBef>
              <a:spcAft>
                <a:spcPts val="0"/>
              </a:spcAft>
              <a:buClr>
                <a:schemeClr val="hlink"/>
              </a:buClr>
              <a:buSzPts val="2400"/>
              <a:buNone/>
              <a:defRPr sz="3200">
                <a:solidFill>
                  <a:schemeClr val="hlink"/>
                </a:solidFill>
              </a:defRPr>
            </a:lvl4pPr>
            <a:lvl5pPr lvl="4">
              <a:spcBef>
                <a:spcPts val="0"/>
              </a:spcBef>
              <a:spcAft>
                <a:spcPts val="0"/>
              </a:spcAft>
              <a:buClr>
                <a:schemeClr val="hlink"/>
              </a:buClr>
              <a:buSzPts val="2400"/>
              <a:buNone/>
              <a:defRPr sz="3200">
                <a:solidFill>
                  <a:schemeClr val="hlink"/>
                </a:solidFill>
              </a:defRPr>
            </a:lvl5pPr>
            <a:lvl6pPr lvl="5">
              <a:spcBef>
                <a:spcPts val="0"/>
              </a:spcBef>
              <a:spcAft>
                <a:spcPts val="0"/>
              </a:spcAft>
              <a:buClr>
                <a:schemeClr val="hlink"/>
              </a:buClr>
              <a:buSzPts val="2400"/>
              <a:buNone/>
              <a:defRPr sz="3200">
                <a:solidFill>
                  <a:schemeClr val="hlink"/>
                </a:solidFill>
              </a:defRPr>
            </a:lvl6pPr>
            <a:lvl7pPr lvl="6">
              <a:spcBef>
                <a:spcPts val="0"/>
              </a:spcBef>
              <a:spcAft>
                <a:spcPts val="0"/>
              </a:spcAft>
              <a:buClr>
                <a:schemeClr val="hlink"/>
              </a:buClr>
              <a:buSzPts val="2400"/>
              <a:buNone/>
              <a:defRPr sz="3200">
                <a:solidFill>
                  <a:schemeClr val="hlink"/>
                </a:solidFill>
              </a:defRPr>
            </a:lvl7pPr>
            <a:lvl8pPr lvl="7">
              <a:spcBef>
                <a:spcPts val="0"/>
              </a:spcBef>
              <a:spcAft>
                <a:spcPts val="0"/>
              </a:spcAft>
              <a:buClr>
                <a:schemeClr val="hlink"/>
              </a:buClr>
              <a:buSzPts val="2400"/>
              <a:buNone/>
              <a:defRPr sz="3200">
                <a:solidFill>
                  <a:schemeClr val="hlink"/>
                </a:solidFill>
              </a:defRPr>
            </a:lvl8pPr>
            <a:lvl9pPr lvl="8">
              <a:spcBef>
                <a:spcPts val="0"/>
              </a:spcBef>
              <a:spcAft>
                <a:spcPts val="0"/>
              </a:spcAft>
              <a:buClr>
                <a:schemeClr val="hlink"/>
              </a:buClr>
              <a:buSzPts val="2400"/>
              <a:buNone/>
              <a:defRPr sz="3200">
                <a:solidFill>
                  <a:schemeClr val="hlink"/>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Quote">
  <p:cSld name="Quote">
    <p:spTree>
      <p:nvGrpSpPr>
        <p:cNvPr id="1" name="Shape 33"/>
        <p:cNvGrpSpPr/>
        <p:nvPr/>
      </p:nvGrpSpPr>
      <p:grpSpPr>
        <a:xfrm>
          <a:off x="0" y="0"/>
          <a:ext cx="0" cy="0"/>
          <a:chOff x="0" y="0"/>
          <a:chExt cx="0" cy="0"/>
        </a:xfrm>
      </p:grpSpPr>
      <p:sp>
        <p:nvSpPr>
          <p:cNvPr id="34" name="Google Shape;34;p67"/>
          <p:cNvSpPr txBox="1">
            <a:spLocks noGrp="1"/>
          </p:cNvSpPr>
          <p:nvPr>
            <p:ph type="ctrTitle"/>
          </p:nvPr>
        </p:nvSpPr>
        <p:spPr>
          <a:xfrm>
            <a:off x="967033" y="3998884"/>
            <a:ext cx="8113600" cy="770400"/>
          </a:xfrm>
          <a:prstGeom prst="rect">
            <a:avLst/>
          </a:prstGeom>
          <a:noFill/>
          <a:ln>
            <a:noFill/>
          </a:ln>
        </p:spPr>
        <p:txBody>
          <a:bodyPr spcFirstLastPara="1" wrap="square" lIns="121875" tIns="121875" rIns="121875" bIns="121875" anchor="t" anchorCtr="0">
            <a:noAutofit/>
          </a:bodyPr>
          <a:lstStyle>
            <a:lvl1pPr lvl="0" algn="l">
              <a:lnSpc>
                <a:spcPct val="90000"/>
              </a:lnSpc>
              <a:spcBef>
                <a:spcPts val="0"/>
              </a:spcBef>
              <a:spcAft>
                <a:spcPts val="0"/>
              </a:spcAft>
              <a:buClr>
                <a:schemeClr val="dk2"/>
              </a:buClr>
              <a:buSzPts val="1400"/>
              <a:buFont typeface="Arial"/>
              <a:buNone/>
              <a:defRPr sz="4800">
                <a:solidFill>
                  <a:schemeClr val="accent5"/>
                </a:solidFill>
              </a:defRPr>
            </a:lvl1pPr>
            <a:lvl2pPr lvl="1" algn="ctr">
              <a:spcBef>
                <a:spcPts val="0"/>
              </a:spcBef>
              <a:spcAft>
                <a:spcPts val="0"/>
              </a:spcAft>
              <a:buClr>
                <a:schemeClr val="accent3"/>
              </a:buClr>
              <a:buSzPts val="1400"/>
              <a:buNone/>
              <a:defRPr sz="1900">
                <a:solidFill>
                  <a:schemeClr val="accent3"/>
                </a:solidFill>
              </a:defRPr>
            </a:lvl2pPr>
            <a:lvl3pPr lvl="2" algn="ctr">
              <a:spcBef>
                <a:spcPts val="0"/>
              </a:spcBef>
              <a:spcAft>
                <a:spcPts val="0"/>
              </a:spcAft>
              <a:buClr>
                <a:schemeClr val="accent3"/>
              </a:buClr>
              <a:buSzPts val="1400"/>
              <a:buNone/>
              <a:defRPr sz="1900">
                <a:solidFill>
                  <a:schemeClr val="accent3"/>
                </a:solidFill>
              </a:defRPr>
            </a:lvl3pPr>
            <a:lvl4pPr lvl="3" algn="ctr">
              <a:spcBef>
                <a:spcPts val="0"/>
              </a:spcBef>
              <a:spcAft>
                <a:spcPts val="0"/>
              </a:spcAft>
              <a:buClr>
                <a:schemeClr val="accent3"/>
              </a:buClr>
              <a:buSzPts val="1400"/>
              <a:buNone/>
              <a:defRPr sz="1900">
                <a:solidFill>
                  <a:schemeClr val="accent3"/>
                </a:solidFill>
              </a:defRPr>
            </a:lvl4pPr>
            <a:lvl5pPr lvl="4" algn="ctr">
              <a:spcBef>
                <a:spcPts val="0"/>
              </a:spcBef>
              <a:spcAft>
                <a:spcPts val="0"/>
              </a:spcAft>
              <a:buClr>
                <a:schemeClr val="accent3"/>
              </a:buClr>
              <a:buSzPts val="1400"/>
              <a:buNone/>
              <a:defRPr sz="1900">
                <a:solidFill>
                  <a:schemeClr val="accent3"/>
                </a:solidFill>
              </a:defRPr>
            </a:lvl5pPr>
            <a:lvl6pPr lvl="5" algn="ctr">
              <a:spcBef>
                <a:spcPts val="0"/>
              </a:spcBef>
              <a:spcAft>
                <a:spcPts val="0"/>
              </a:spcAft>
              <a:buClr>
                <a:schemeClr val="accent3"/>
              </a:buClr>
              <a:buSzPts val="1400"/>
              <a:buNone/>
              <a:defRPr sz="1900">
                <a:solidFill>
                  <a:schemeClr val="accent3"/>
                </a:solidFill>
              </a:defRPr>
            </a:lvl6pPr>
            <a:lvl7pPr lvl="6" algn="ctr">
              <a:spcBef>
                <a:spcPts val="0"/>
              </a:spcBef>
              <a:spcAft>
                <a:spcPts val="0"/>
              </a:spcAft>
              <a:buClr>
                <a:schemeClr val="accent3"/>
              </a:buClr>
              <a:buSzPts val="1400"/>
              <a:buNone/>
              <a:defRPr sz="1900">
                <a:solidFill>
                  <a:schemeClr val="accent3"/>
                </a:solidFill>
              </a:defRPr>
            </a:lvl7pPr>
            <a:lvl8pPr lvl="7" algn="ctr">
              <a:spcBef>
                <a:spcPts val="0"/>
              </a:spcBef>
              <a:spcAft>
                <a:spcPts val="0"/>
              </a:spcAft>
              <a:buClr>
                <a:schemeClr val="accent3"/>
              </a:buClr>
              <a:buSzPts val="1400"/>
              <a:buNone/>
              <a:defRPr sz="1900">
                <a:solidFill>
                  <a:schemeClr val="accent3"/>
                </a:solidFill>
              </a:defRPr>
            </a:lvl8pPr>
            <a:lvl9pPr lvl="8" algn="ctr">
              <a:spcBef>
                <a:spcPts val="0"/>
              </a:spcBef>
              <a:spcAft>
                <a:spcPts val="0"/>
              </a:spcAft>
              <a:buClr>
                <a:schemeClr val="accent3"/>
              </a:buClr>
              <a:buSzPts val="1400"/>
              <a:buNone/>
              <a:defRPr sz="1900">
                <a:solidFill>
                  <a:schemeClr val="accent3"/>
                </a:solidFill>
              </a:defRPr>
            </a:lvl9pPr>
          </a:lstStyle>
          <a:p>
            <a:endParaRPr/>
          </a:p>
        </p:txBody>
      </p:sp>
      <p:sp>
        <p:nvSpPr>
          <p:cNvPr id="35" name="Google Shape;35;p67"/>
          <p:cNvSpPr txBox="1">
            <a:spLocks noGrp="1"/>
          </p:cNvSpPr>
          <p:nvPr>
            <p:ph type="subTitle" idx="1"/>
          </p:nvPr>
        </p:nvSpPr>
        <p:spPr>
          <a:xfrm>
            <a:off x="967077" y="2323917"/>
            <a:ext cx="8113600" cy="1617600"/>
          </a:xfrm>
          <a:prstGeom prst="rect">
            <a:avLst/>
          </a:prstGeom>
          <a:noFill/>
          <a:ln>
            <a:noFill/>
          </a:ln>
        </p:spPr>
        <p:txBody>
          <a:bodyPr spcFirstLastPara="1" wrap="square" lIns="121875" tIns="121875" rIns="121875" bIns="121875" anchor="b" anchorCtr="0">
            <a:noAutofit/>
          </a:bodyPr>
          <a:lstStyle>
            <a:lvl1pPr marR="0" lvl="0" algn="l" rtl="0">
              <a:lnSpc>
                <a:spcPct val="100000"/>
              </a:lnSpc>
              <a:spcBef>
                <a:spcPts val="0"/>
              </a:spcBef>
              <a:spcAft>
                <a:spcPts val="0"/>
              </a:spcAft>
              <a:buClr>
                <a:schemeClr val="accent5"/>
              </a:buClr>
              <a:buSzPts val="2900"/>
              <a:buFont typeface="Arial"/>
              <a:buNone/>
              <a:defRPr sz="2900" b="0" i="0" u="none" strike="noStrike" cap="none">
                <a:solidFill>
                  <a:schemeClr val="accent5"/>
                </a:solidFill>
                <a:latin typeface="Arial"/>
                <a:ea typeface="Arial"/>
                <a:cs typeface="Arial"/>
                <a:sym typeface="Arial"/>
              </a:defRPr>
            </a:lvl1pPr>
            <a:lvl2pPr marR="0" lvl="1" algn="l" rtl="0">
              <a:lnSpc>
                <a:spcPct val="100000"/>
              </a:lnSpc>
              <a:spcBef>
                <a:spcPts val="0"/>
              </a:spcBef>
              <a:spcAft>
                <a:spcPts val="0"/>
              </a:spcAft>
              <a:buClr>
                <a:schemeClr val="accent5"/>
              </a:buClr>
              <a:buSzPts val="2900"/>
              <a:buFont typeface="Arial"/>
              <a:buNone/>
              <a:defRPr sz="2900" b="0" i="0" u="none" strike="noStrike" cap="none">
                <a:solidFill>
                  <a:schemeClr val="accent5"/>
                </a:solidFill>
                <a:latin typeface="Arial"/>
                <a:ea typeface="Arial"/>
                <a:cs typeface="Arial"/>
                <a:sym typeface="Arial"/>
              </a:defRPr>
            </a:lvl2pPr>
            <a:lvl3pPr marR="0" lvl="2" algn="l" rtl="0">
              <a:lnSpc>
                <a:spcPct val="100000"/>
              </a:lnSpc>
              <a:spcBef>
                <a:spcPts val="0"/>
              </a:spcBef>
              <a:spcAft>
                <a:spcPts val="0"/>
              </a:spcAft>
              <a:buClr>
                <a:schemeClr val="accent5"/>
              </a:buClr>
              <a:buSzPts val="2900"/>
              <a:buFont typeface="Arial"/>
              <a:buNone/>
              <a:defRPr sz="2900" b="0" i="0" u="none" strike="noStrike" cap="none">
                <a:solidFill>
                  <a:schemeClr val="accent5"/>
                </a:solidFill>
                <a:latin typeface="Arial"/>
                <a:ea typeface="Arial"/>
                <a:cs typeface="Arial"/>
                <a:sym typeface="Arial"/>
              </a:defRPr>
            </a:lvl3pPr>
            <a:lvl4pPr marR="0" lvl="3" algn="l" rtl="0">
              <a:lnSpc>
                <a:spcPct val="100000"/>
              </a:lnSpc>
              <a:spcBef>
                <a:spcPts val="0"/>
              </a:spcBef>
              <a:spcAft>
                <a:spcPts val="0"/>
              </a:spcAft>
              <a:buClr>
                <a:schemeClr val="accent5"/>
              </a:buClr>
              <a:buSzPts val="2900"/>
              <a:buFont typeface="Arial"/>
              <a:buNone/>
              <a:defRPr sz="2900" b="0" i="0" u="none" strike="noStrike" cap="none">
                <a:solidFill>
                  <a:schemeClr val="accent5"/>
                </a:solidFill>
                <a:latin typeface="Arial"/>
                <a:ea typeface="Arial"/>
                <a:cs typeface="Arial"/>
                <a:sym typeface="Arial"/>
              </a:defRPr>
            </a:lvl4pPr>
            <a:lvl5pPr marR="0" lvl="4" algn="l" rtl="0">
              <a:lnSpc>
                <a:spcPct val="100000"/>
              </a:lnSpc>
              <a:spcBef>
                <a:spcPts val="0"/>
              </a:spcBef>
              <a:spcAft>
                <a:spcPts val="0"/>
              </a:spcAft>
              <a:buClr>
                <a:schemeClr val="accent5"/>
              </a:buClr>
              <a:buSzPts val="2900"/>
              <a:buFont typeface="Arial"/>
              <a:buNone/>
              <a:defRPr sz="2900" b="0" i="0" u="none" strike="noStrike" cap="none">
                <a:solidFill>
                  <a:schemeClr val="accent5"/>
                </a:solidFill>
                <a:latin typeface="Arial"/>
                <a:ea typeface="Arial"/>
                <a:cs typeface="Arial"/>
                <a:sym typeface="Arial"/>
              </a:defRPr>
            </a:lvl5pPr>
            <a:lvl6pPr marR="0" lvl="5" algn="l" rtl="0">
              <a:lnSpc>
                <a:spcPct val="100000"/>
              </a:lnSpc>
              <a:spcBef>
                <a:spcPts val="0"/>
              </a:spcBef>
              <a:spcAft>
                <a:spcPts val="0"/>
              </a:spcAft>
              <a:buClr>
                <a:schemeClr val="accent5"/>
              </a:buClr>
              <a:buSzPts val="2900"/>
              <a:buFont typeface="Arial"/>
              <a:buNone/>
              <a:defRPr sz="2900" b="0" i="0" u="none" strike="noStrike" cap="none">
                <a:solidFill>
                  <a:schemeClr val="accent5"/>
                </a:solidFill>
                <a:latin typeface="Arial"/>
                <a:ea typeface="Arial"/>
                <a:cs typeface="Arial"/>
                <a:sym typeface="Arial"/>
              </a:defRPr>
            </a:lvl6pPr>
            <a:lvl7pPr marR="0" lvl="6" algn="l" rtl="0">
              <a:lnSpc>
                <a:spcPct val="100000"/>
              </a:lnSpc>
              <a:spcBef>
                <a:spcPts val="0"/>
              </a:spcBef>
              <a:spcAft>
                <a:spcPts val="0"/>
              </a:spcAft>
              <a:buClr>
                <a:schemeClr val="accent5"/>
              </a:buClr>
              <a:buSzPts val="2900"/>
              <a:buFont typeface="Arial"/>
              <a:buNone/>
              <a:defRPr sz="2900" b="0" i="0" u="none" strike="noStrike" cap="none">
                <a:solidFill>
                  <a:schemeClr val="accent5"/>
                </a:solidFill>
                <a:latin typeface="Arial"/>
                <a:ea typeface="Arial"/>
                <a:cs typeface="Arial"/>
                <a:sym typeface="Arial"/>
              </a:defRPr>
            </a:lvl7pPr>
            <a:lvl8pPr marR="0" lvl="7" algn="l" rtl="0">
              <a:lnSpc>
                <a:spcPct val="100000"/>
              </a:lnSpc>
              <a:spcBef>
                <a:spcPts val="0"/>
              </a:spcBef>
              <a:spcAft>
                <a:spcPts val="0"/>
              </a:spcAft>
              <a:buClr>
                <a:schemeClr val="accent5"/>
              </a:buClr>
              <a:buSzPts val="2900"/>
              <a:buFont typeface="Arial"/>
              <a:buNone/>
              <a:defRPr sz="2900" b="0" i="0" u="none" strike="noStrike" cap="none">
                <a:solidFill>
                  <a:schemeClr val="accent5"/>
                </a:solidFill>
                <a:latin typeface="Arial"/>
                <a:ea typeface="Arial"/>
                <a:cs typeface="Arial"/>
                <a:sym typeface="Arial"/>
              </a:defRPr>
            </a:lvl8pPr>
            <a:lvl9pPr marR="0" lvl="8" algn="l" rtl="0">
              <a:lnSpc>
                <a:spcPct val="100000"/>
              </a:lnSpc>
              <a:spcBef>
                <a:spcPts val="0"/>
              </a:spcBef>
              <a:spcAft>
                <a:spcPts val="0"/>
              </a:spcAft>
              <a:buClr>
                <a:schemeClr val="accent5"/>
              </a:buClr>
              <a:buSzPts val="2900"/>
              <a:buFont typeface="Arial"/>
              <a:buNone/>
              <a:defRPr sz="2900" b="0" i="0" u="none" strike="noStrike" cap="none">
                <a:solidFill>
                  <a:schemeClr val="accent5"/>
                </a:solidFill>
                <a:latin typeface="Arial"/>
                <a:ea typeface="Arial"/>
                <a:cs typeface="Arial"/>
                <a:sym typeface="Arial"/>
              </a:defRPr>
            </a:lvl9pPr>
          </a:lstStyle>
          <a:p>
            <a:endParaRPr/>
          </a:p>
        </p:txBody>
      </p:sp>
      <p:pic>
        <p:nvPicPr>
          <p:cNvPr id="36" name="Google Shape;36;p67"/>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7">
            <a:alphaModFix amt="17000"/>
          </a:blip>
          <a:stretch>
            <a:fillRect/>
          </a:stretch>
        </a:blipFill>
        <a:effectLst/>
      </p:bgPr>
    </p:bg>
    <p:spTree>
      <p:nvGrpSpPr>
        <p:cNvPr id="1" name="Shape 9"/>
        <p:cNvGrpSpPr/>
        <p:nvPr/>
      </p:nvGrpSpPr>
      <p:grpSpPr>
        <a:xfrm>
          <a:off x="0" y="0"/>
          <a:ext cx="0" cy="0"/>
          <a:chOff x="0" y="0"/>
          <a:chExt cx="0" cy="0"/>
        </a:xfrm>
      </p:grpSpPr>
      <p:sp>
        <p:nvSpPr>
          <p:cNvPr id="10" name="Google Shape;10;p6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gif"/><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1.gif"/></Relationships>
</file>

<file path=ppt/slides/_rels/slide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gif"/><Relationship Id="rId4" Type="http://schemas.openxmlformats.org/officeDocument/2006/relationships/image" Target="../media/image13.gif"/></Relationships>
</file>

<file path=ppt/slides/_rels/slide4.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8.jp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8.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3.gif"/></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6.gif"/></Relationships>
</file>

<file path=ppt/slides/_rels/slide11.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9.gif"/></Relationships>
</file>

<file path=ppt/slides/_rels/slide1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45.jp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6.png"/></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8.jpg"/><Relationship Id="rId5" Type="http://schemas.openxmlformats.org/officeDocument/2006/relationships/image" Target="../media/image47.gif"/><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2.jpg"/></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57.gif"/><Relationship Id="rId3" Type="http://schemas.openxmlformats.org/officeDocument/2006/relationships/notesSlide" Target="../notesSlides/notesSlide28.xml"/><Relationship Id="rId7" Type="http://schemas.openxmlformats.org/officeDocument/2006/relationships/image" Target="../media/image56.gi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5.jpg"/><Relationship Id="rId5" Type="http://schemas.openxmlformats.org/officeDocument/2006/relationships/image" Target="../media/image54.png"/><Relationship Id="rId4" Type="http://schemas.openxmlformats.org/officeDocument/2006/relationships/oleObject" Target="../embeddings/oleObject1.bin"/></Relationships>
</file>

<file path=ppt/slides/_rels/slide30.xml.rels><?xml version="1.0" encoding="UTF-8" standalone="yes"?>
<Relationships xmlns="http://schemas.openxmlformats.org/package/2006/relationships"><Relationship Id="rId8" Type="http://schemas.openxmlformats.org/officeDocument/2006/relationships/image" Target="../media/image59.gif"/><Relationship Id="rId3" Type="http://schemas.openxmlformats.org/officeDocument/2006/relationships/notesSlide" Target="../notesSlides/notesSlide29.xml"/><Relationship Id="rId7" Type="http://schemas.openxmlformats.org/officeDocument/2006/relationships/image" Target="../media/image56.gi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8.jpg"/><Relationship Id="rId5" Type="http://schemas.openxmlformats.org/officeDocument/2006/relationships/image" Target="../media/image54.png"/><Relationship Id="rId4" Type="http://schemas.openxmlformats.org/officeDocument/2006/relationships/oleObject" Target="../embeddings/oleObject2.bin"/></Relationships>
</file>

<file path=ppt/slides/_rels/slide31.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61.gif"/></Relationships>
</file>

<file path=ppt/slides/_rels/slide32.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62.gif"/></Relationships>
</file>

<file path=ppt/slides/_rels/slide34.xml.rels><?xml version="1.0" encoding="UTF-8" standalone="yes"?>
<Relationships xmlns="http://schemas.openxmlformats.org/package/2006/relationships"><Relationship Id="rId3" Type="http://schemas.openxmlformats.org/officeDocument/2006/relationships/image" Target="../media/image63.gi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36.xml.rels><?xml version="1.0" encoding="UTF-8" standalone="yes"?>
<Relationships xmlns="http://schemas.openxmlformats.org/package/2006/relationships"><Relationship Id="rId3" Type="http://schemas.openxmlformats.org/officeDocument/2006/relationships/image" Target="../media/image66.gi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7.gi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9.gi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4.gif"/><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75.gif"/><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4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49.xml.rels><?xml version="1.0" encoding="UTF-8" standalone="yes"?>
<Relationships xmlns="http://schemas.openxmlformats.org/package/2006/relationships"><Relationship Id="rId3" Type="http://schemas.openxmlformats.org/officeDocument/2006/relationships/image" Target="../media/image85.jp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89.jpg"/><Relationship Id="rId4" Type="http://schemas.openxmlformats.org/officeDocument/2006/relationships/image" Target="../media/image88.jp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0.jp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91.jpg"/><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image" Target="../media/image93.png"/><Relationship Id="rId4"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0"/>
        <p:cNvGrpSpPr/>
        <p:nvPr/>
      </p:nvGrpSpPr>
      <p:grpSpPr>
        <a:xfrm>
          <a:off x="0" y="0"/>
          <a:ext cx="0" cy="0"/>
          <a:chOff x="0" y="0"/>
          <a:chExt cx="0" cy="0"/>
        </a:xfrm>
      </p:grpSpPr>
      <p:sp>
        <p:nvSpPr>
          <p:cNvPr id="41" name="Google Shape;41;p1"/>
          <p:cNvSpPr txBox="1">
            <a:spLocks noGrp="1"/>
          </p:cNvSpPr>
          <p:nvPr>
            <p:ph type="title"/>
          </p:nvPr>
        </p:nvSpPr>
        <p:spPr>
          <a:xfrm>
            <a:off x="532263" y="0"/>
            <a:ext cx="9321421" cy="77577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C00000"/>
              </a:buClr>
              <a:buSzPts val="4400"/>
              <a:buFont typeface="Arial"/>
              <a:buNone/>
            </a:pPr>
            <a:r>
              <a:rPr lang="fr-FR" sz="4400">
                <a:solidFill>
                  <a:srgbClr val="C00000"/>
                </a:solidFill>
              </a:rPr>
              <a:t>Warm-Up</a:t>
            </a:r>
            <a:endParaRPr sz="4400">
              <a:solidFill>
                <a:srgbClr val="C00000"/>
              </a:solidFill>
            </a:endParaRPr>
          </a:p>
        </p:txBody>
      </p:sp>
      <p:sp>
        <p:nvSpPr>
          <p:cNvPr id="42" name="Google Shape;42;p1"/>
          <p:cNvSpPr txBox="1">
            <a:spLocks noGrp="1"/>
          </p:cNvSpPr>
          <p:nvPr>
            <p:ph type="body" idx="1"/>
          </p:nvPr>
        </p:nvSpPr>
        <p:spPr>
          <a:xfrm>
            <a:off x="0" y="1128211"/>
            <a:ext cx="8666328" cy="41937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595959"/>
              </a:buClr>
              <a:buSzPts val="2400"/>
              <a:buFont typeface="Arial"/>
              <a:buNone/>
            </a:pPr>
            <a:r>
              <a:rPr lang="fr-FR" b="1"/>
              <a:t>Can you tell the significance of the below words?</a:t>
            </a:r>
            <a:endParaRPr b="1"/>
          </a:p>
        </p:txBody>
      </p:sp>
      <p:sp>
        <p:nvSpPr>
          <p:cNvPr id="43" name="Google Shape;43;p1"/>
          <p:cNvSpPr txBox="1"/>
          <p:nvPr/>
        </p:nvSpPr>
        <p:spPr>
          <a:xfrm>
            <a:off x="6650035" y="2178907"/>
            <a:ext cx="4232627" cy="346954"/>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1" i="0" u="none" strike="noStrike" cap="none">
                <a:solidFill>
                  <a:srgbClr val="262626"/>
                </a:solidFill>
                <a:latin typeface="Arial"/>
                <a:ea typeface="Arial"/>
                <a:cs typeface="Arial"/>
                <a:sym typeface="Arial"/>
              </a:rPr>
              <a:t>Star Spangled Banner</a:t>
            </a:r>
            <a:endParaRPr sz="2000" b="1" i="0" u="none" strike="noStrike" cap="none">
              <a:solidFill>
                <a:srgbClr val="262626"/>
              </a:solidFill>
              <a:latin typeface="Arial"/>
              <a:ea typeface="Arial"/>
              <a:cs typeface="Arial"/>
              <a:sym typeface="Arial"/>
            </a:endParaRPr>
          </a:p>
        </p:txBody>
      </p:sp>
      <p:sp>
        <p:nvSpPr>
          <p:cNvPr id="44" name="Google Shape;44;p1"/>
          <p:cNvSpPr txBox="1"/>
          <p:nvPr/>
        </p:nvSpPr>
        <p:spPr>
          <a:xfrm>
            <a:off x="3743061" y="4041075"/>
            <a:ext cx="4232627"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1" i="0" u="none" strike="noStrike" cap="none">
                <a:solidFill>
                  <a:srgbClr val="262626"/>
                </a:solidFill>
                <a:latin typeface="Arial"/>
                <a:ea typeface="Arial"/>
                <a:cs typeface="Arial"/>
                <a:sym typeface="Arial"/>
              </a:rPr>
              <a:t>The Union Jack</a:t>
            </a:r>
            <a:endParaRPr sz="2000" b="1" i="0" u="none" strike="noStrike" cap="none">
              <a:solidFill>
                <a:srgbClr val="262626"/>
              </a:solidFill>
              <a:latin typeface="Arial"/>
              <a:ea typeface="Arial"/>
              <a:cs typeface="Arial"/>
              <a:sym typeface="Arial"/>
            </a:endParaRPr>
          </a:p>
        </p:txBody>
      </p:sp>
      <p:sp>
        <p:nvSpPr>
          <p:cNvPr id="45" name="Google Shape;45;p1"/>
          <p:cNvSpPr txBox="1"/>
          <p:nvPr/>
        </p:nvSpPr>
        <p:spPr>
          <a:xfrm>
            <a:off x="590427" y="2001485"/>
            <a:ext cx="4232627"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1" i="0" u="none" strike="noStrike" cap="none">
                <a:solidFill>
                  <a:srgbClr val="262626"/>
                </a:solidFill>
                <a:latin typeface="Arial"/>
                <a:ea typeface="Arial"/>
                <a:cs typeface="Arial"/>
                <a:sym typeface="Arial"/>
              </a:rPr>
              <a:t>The Bald Eagle</a:t>
            </a:r>
            <a:endParaRPr sz="2000" b="1" i="0" u="none" strike="noStrike" cap="none">
              <a:solidFill>
                <a:srgbClr val="262626"/>
              </a:solidFill>
              <a:latin typeface="Arial"/>
              <a:ea typeface="Arial"/>
              <a:cs typeface="Arial"/>
              <a:sym typeface="Arial"/>
            </a:endParaRPr>
          </a:p>
        </p:txBody>
      </p:sp>
      <p:sp>
        <p:nvSpPr>
          <p:cNvPr id="46" name="Google Shape;46;p1"/>
          <p:cNvSpPr txBox="1"/>
          <p:nvPr/>
        </p:nvSpPr>
        <p:spPr>
          <a:xfrm>
            <a:off x="573206" y="4477802"/>
            <a:ext cx="4232627" cy="346954"/>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1" i="0" u="none" strike="noStrike" cap="none">
                <a:solidFill>
                  <a:srgbClr val="262626"/>
                </a:solidFill>
                <a:latin typeface="Arial"/>
                <a:ea typeface="Arial"/>
                <a:cs typeface="Arial"/>
                <a:sym typeface="Arial"/>
              </a:rPr>
              <a:t>The Crown</a:t>
            </a:r>
            <a:endParaRPr sz="2000" b="1" i="0" u="none" strike="noStrike" cap="none">
              <a:solidFill>
                <a:srgbClr val="262626"/>
              </a:solidFill>
              <a:latin typeface="Arial"/>
              <a:ea typeface="Arial"/>
              <a:cs typeface="Arial"/>
              <a:sym typeface="Arial"/>
            </a:endParaRPr>
          </a:p>
        </p:txBody>
      </p:sp>
      <p:sp>
        <p:nvSpPr>
          <p:cNvPr id="47" name="Google Shape;47;p1"/>
          <p:cNvSpPr txBox="1"/>
          <p:nvPr/>
        </p:nvSpPr>
        <p:spPr>
          <a:xfrm>
            <a:off x="8505284" y="4512673"/>
            <a:ext cx="3877785"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1" i="0" u="none" strike="noStrike" cap="none">
                <a:solidFill>
                  <a:srgbClr val="262626"/>
                </a:solidFill>
                <a:latin typeface="Arial"/>
                <a:ea typeface="Arial"/>
                <a:cs typeface="Arial"/>
                <a:sym typeface="Arial"/>
              </a:rPr>
              <a:t>Uncle Sam</a:t>
            </a:r>
            <a:endParaRPr sz="2000" b="1" i="0" u="none" strike="noStrike" cap="none">
              <a:solidFill>
                <a:srgbClr val="262626"/>
              </a:solidFill>
              <a:latin typeface="Arial"/>
              <a:ea typeface="Arial"/>
              <a:cs typeface="Arial"/>
              <a:sym typeface="Arial"/>
            </a:endParaRPr>
          </a:p>
        </p:txBody>
      </p:sp>
      <p:pic>
        <p:nvPicPr>
          <p:cNvPr id="48" name="Google Shape;48;p1" descr="C:\Documents and Settings\Padonak\Рабочий стол\картинки\s_934c3c7f959b296cd8e8d32ed7b49595.jpg"/>
          <p:cNvPicPr preferRelativeResize="0"/>
          <p:nvPr/>
        </p:nvPicPr>
        <p:blipFill rotWithShape="1">
          <a:blip r:embed="rId3">
            <a:alphaModFix/>
          </a:blip>
          <a:srcRect l="3049" t="5901" r="13541" b="6944"/>
          <a:stretch/>
        </p:blipFill>
        <p:spPr>
          <a:xfrm>
            <a:off x="9498843" y="2190463"/>
            <a:ext cx="2074460" cy="1555845"/>
          </a:xfrm>
          <a:prstGeom prst="rect">
            <a:avLst/>
          </a:prstGeom>
          <a:noFill/>
          <a:ln>
            <a:noFill/>
          </a:ln>
        </p:spPr>
      </p:pic>
      <p:pic>
        <p:nvPicPr>
          <p:cNvPr id="49" name="Google Shape;49;p1" descr="C:\Documents and Settings\Padonak\Рабочий стол\картинки\union_jack_b.jpg"/>
          <p:cNvPicPr preferRelativeResize="0"/>
          <p:nvPr/>
        </p:nvPicPr>
        <p:blipFill rotWithShape="1">
          <a:blip r:embed="rId4">
            <a:alphaModFix/>
          </a:blip>
          <a:srcRect/>
          <a:stretch/>
        </p:blipFill>
        <p:spPr>
          <a:xfrm>
            <a:off x="5513696" y="4387003"/>
            <a:ext cx="2210938" cy="1658204"/>
          </a:xfrm>
          <a:prstGeom prst="rect">
            <a:avLst/>
          </a:prstGeom>
          <a:noFill/>
          <a:ln>
            <a:noFill/>
          </a:ln>
        </p:spPr>
      </p:pic>
      <p:pic>
        <p:nvPicPr>
          <p:cNvPr id="50" name="Google Shape;50;p1" descr="C:\Users\Lenovo\OneDrive\Desktop\uncle-sam-wants-you-vector-10550608.jpg"/>
          <p:cNvPicPr preferRelativeResize="0"/>
          <p:nvPr/>
        </p:nvPicPr>
        <p:blipFill rotWithShape="1">
          <a:blip r:embed="rId5">
            <a:alphaModFix/>
          </a:blip>
          <a:srcRect r="744" b="8734"/>
          <a:stretch/>
        </p:blipFill>
        <p:spPr>
          <a:xfrm>
            <a:off x="9923415" y="4606119"/>
            <a:ext cx="2104812" cy="1869744"/>
          </a:xfrm>
          <a:prstGeom prst="rect">
            <a:avLst/>
          </a:prstGeom>
          <a:noFill/>
          <a:ln>
            <a:noFill/>
          </a:ln>
        </p:spPr>
      </p:pic>
      <p:pic>
        <p:nvPicPr>
          <p:cNvPr id="51" name="Google Shape;51;p1" descr="C:\Users\Lenovo\OneDrive\Desktop\4eaed8286bb3f7af2d000000.jpg"/>
          <p:cNvPicPr preferRelativeResize="0"/>
          <p:nvPr/>
        </p:nvPicPr>
        <p:blipFill rotWithShape="1">
          <a:blip r:embed="rId6">
            <a:alphaModFix/>
          </a:blip>
          <a:srcRect/>
          <a:stretch/>
        </p:blipFill>
        <p:spPr>
          <a:xfrm>
            <a:off x="1274243" y="4916944"/>
            <a:ext cx="2315120" cy="1736340"/>
          </a:xfrm>
          <a:prstGeom prst="rect">
            <a:avLst/>
          </a:prstGeom>
          <a:noFill/>
          <a:ln>
            <a:noFill/>
          </a:ln>
        </p:spPr>
      </p:pic>
      <p:pic>
        <p:nvPicPr>
          <p:cNvPr id="52" name="Google Shape;52;p1" descr="C:\Users\Lenovo\OneDrive\Desktop\eagle_1_960x.jpg"/>
          <p:cNvPicPr preferRelativeResize="0"/>
          <p:nvPr/>
        </p:nvPicPr>
        <p:blipFill rotWithShape="1">
          <a:blip r:embed="rId7">
            <a:alphaModFix/>
          </a:blip>
          <a:srcRect/>
          <a:stretch/>
        </p:blipFill>
        <p:spPr>
          <a:xfrm>
            <a:off x="2715906" y="2238234"/>
            <a:ext cx="2258362" cy="1411476"/>
          </a:xfrm>
          <a:prstGeom prst="rect">
            <a:avLst/>
          </a:prstGeom>
          <a:noFill/>
          <a:ln>
            <a:noFill/>
          </a:ln>
        </p:spPr>
      </p:pic>
      <p:pic>
        <p:nvPicPr>
          <p:cNvPr id="53" name="Google Shape;53;p1" descr="D:\Teaching &amp; Univ\ESPRIT\British Vs American\Pics\GIFS\0100a68e38d7f538d0b143856540fd4acd391e06_00.gif"/>
          <p:cNvPicPr preferRelativeResize="0"/>
          <p:nvPr/>
        </p:nvPicPr>
        <p:blipFill rotWithShape="1">
          <a:blip r:embed="rId8">
            <a:alphaModFix/>
          </a:blip>
          <a:srcRect/>
          <a:stretch/>
        </p:blipFill>
        <p:spPr>
          <a:xfrm>
            <a:off x="9376013" y="0"/>
            <a:ext cx="2815988" cy="142314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5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fade">
                                      <p:cBhvr>
                                        <p:cTn id="22" dur="500"/>
                                        <p:tgtEl>
                                          <p:spTgt spid="4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500"/>
                                        <p:tgtEl>
                                          <p:spTgt spid="4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fade">
                                      <p:cBhvr>
                                        <p:cTn id="32" dur="500"/>
                                        <p:tgtEl>
                                          <p:spTgt spid="4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fade">
                                      <p:cBhvr>
                                        <p:cTn id="37" dur="500"/>
                                        <p:tgtEl>
                                          <p:spTgt spid="4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2"/>
                                        </p:tgtEl>
                                        <p:attrNameLst>
                                          <p:attrName>style.visibility</p:attrName>
                                        </p:attrNameLst>
                                      </p:cBhvr>
                                      <p:to>
                                        <p:strVal val="visible"/>
                                      </p:to>
                                    </p:set>
                                    <p:animEffect transition="in" filter="fade">
                                      <p:cBhvr>
                                        <p:cTn id="42" dur="500"/>
                                        <p:tgtEl>
                                          <p:spTgt spid="5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1"/>
                                        </p:tgtEl>
                                        <p:attrNameLst>
                                          <p:attrName>style.visibility</p:attrName>
                                        </p:attrNameLst>
                                      </p:cBhvr>
                                      <p:to>
                                        <p:strVal val="visible"/>
                                      </p:to>
                                    </p:set>
                                    <p:animEffect transition="in" filter="fade">
                                      <p:cBhvr>
                                        <p:cTn id="47" dur="500"/>
                                        <p:tgtEl>
                                          <p:spTgt spid="5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fade">
                                      <p:cBhvr>
                                        <p:cTn id="5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2"/>
          <p:cNvSpPr txBox="1">
            <a:spLocks noGrp="1"/>
          </p:cNvSpPr>
          <p:nvPr>
            <p:ph type="title"/>
          </p:nvPr>
        </p:nvSpPr>
        <p:spPr>
          <a:xfrm>
            <a:off x="1897039" y="0"/>
            <a:ext cx="8993875" cy="77577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595959"/>
              </a:buClr>
              <a:buSzPts val="3600"/>
              <a:buFont typeface="Arial"/>
              <a:buNone/>
            </a:pPr>
            <a:r>
              <a:rPr lang="fr-FR" sz="3600"/>
              <a:t>Distinctive Symbols &amp; Landmarks </a:t>
            </a:r>
            <a:endParaRPr sz="3600"/>
          </a:p>
        </p:txBody>
      </p:sp>
      <p:sp>
        <p:nvSpPr>
          <p:cNvPr id="59" name="Google Shape;59;p2"/>
          <p:cNvSpPr txBox="1">
            <a:spLocks noGrp="1"/>
          </p:cNvSpPr>
          <p:nvPr>
            <p:ph type="body" idx="1"/>
          </p:nvPr>
        </p:nvSpPr>
        <p:spPr>
          <a:xfrm>
            <a:off x="6782936" y="1728708"/>
            <a:ext cx="3430137" cy="41937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B0F0"/>
              </a:buClr>
              <a:buSzPts val="3600"/>
              <a:buFont typeface="Arial"/>
              <a:buNone/>
            </a:pPr>
            <a:r>
              <a:rPr lang="fr-FR" sz="3600" b="1" i="1">
                <a:solidFill>
                  <a:srgbClr val="00B0F0"/>
                </a:solidFill>
              </a:rPr>
              <a:t>United States</a:t>
            </a:r>
            <a:endParaRPr sz="3600" b="1" i="1">
              <a:solidFill>
                <a:srgbClr val="00B0F0"/>
              </a:solidFill>
            </a:endParaRPr>
          </a:p>
        </p:txBody>
      </p:sp>
      <p:sp>
        <p:nvSpPr>
          <p:cNvPr id="60" name="Google Shape;60;p2"/>
          <p:cNvSpPr txBox="1"/>
          <p:nvPr/>
        </p:nvSpPr>
        <p:spPr>
          <a:xfrm>
            <a:off x="303826" y="2451859"/>
            <a:ext cx="1320259"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chemeClr val="accent5"/>
                </a:solidFill>
                <a:latin typeface="Arial"/>
                <a:ea typeface="Arial"/>
                <a:cs typeface="Arial"/>
                <a:sym typeface="Arial"/>
              </a:rPr>
              <a:t>BIG BEN</a:t>
            </a:r>
            <a:endParaRPr sz="2000" b="0" i="0" u="none" strike="noStrike" cap="none">
              <a:solidFill>
                <a:schemeClr val="accent5"/>
              </a:solidFill>
              <a:latin typeface="Arial"/>
              <a:ea typeface="Arial"/>
              <a:cs typeface="Arial"/>
              <a:sym typeface="Arial"/>
            </a:endParaRPr>
          </a:p>
        </p:txBody>
      </p:sp>
      <p:sp>
        <p:nvSpPr>
          <p:cNvPr id="61" name="Google Shape;61;p2"/>
          <p:cNvSpPr txBox="1"/>
          <p:nvPr/>
        </p:nvSpPr>
        <p:spPr>
          <a:xfrm>
            <a:off x="276532" y="3830283"/>
            <a:ext cx="2971636"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chemeClr val="accent5"/>
                </a:solidFill>
                <a:latin typeface="Arial"/>
                <a:ea typeface="Arial"/>
                <a:cs typeface="Arial"/>
                <a:sym typeface="Arial"/>
              </a:rPr>
              <a:t>Buckingham Place</a:t>
            </a:r>
            <a:endParaRPr sz="2000" b="0" i="0" u="none" strike="noStrike" cap="none">
              <a:solidFill>
                <a:schemeClr val="accent5"/>
              </a:solidFill>
              <a:latin typeface="Arial"/>
              <a:ea typeface="Arial"/>
              <a:cs typeface="Arial"/>
              <a:sym typeface="Arial"/>
            </a:endParaRPr>
          </a:p>
        </p:txBody>
      </p:sp>
      <p:sp>
        <p:nvSpPr>
          <p:cNvPr id="62" name="Google Shape;62;p2"/>
          <p:cNvSpPr txBox="1"/>
          <p:nvPr/>
        </p:nvSpPr>
        <p:spPr>
          <a:xfrm>
            <a:off x="5885758" y="3052361"/>
            <a:ext cx="3763209"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045F92"/>
                </a:solidFill>
                <a:latin typeface="Arial"/>
                <a:ea typeface="Arial"/>
                <a:cs typeface="Arial"/>
                <a:sym typeface="Arial"/>
              </a:rPr>
              <a:t>Golden Gate Bridge</a:t>
            </a:r>
            <a:endParaRPr sz="2000" b="0" i="0" u="none" strike="noStrike" cap="none">
              <a:solidFill>
                <a:srgbClr val="045F92"/>
              </a:solidFill>
              <a:latin typeface="Arial"/>
              <a:ea typeface="Arial"/>
              <a:cs typeface="Arial"/>
              <a:sym typeface="Arial"/>
            </a:endParaRPr>
          </a:p>
        </p:txBody>
      </p:sp>
      <p:sp>
        <p:nvSpPr>
          <p:cNvPr id="63" name="Google Shape;63;p2"/>
          <p:cNvSpPr txBox="1"/>
          <p:nvPr/>
        </p:nvSpPr>
        <p:spPr>
          <a:xfrm>
            <a:off x="5926702" y="4007703"/>
            <a:ext cx="3763209"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045F92"/>
                </a:solidFill>
                <a:latin typeface="Arial"/>
                <a:ea typeface="Arial"/>
                <a:cs typeface="Arial"/>
                <a:sym typeface="Arial"/>
              </a:rPr>
              <a:t>White House</a:t>
            </a:r>
            <a:endParaRPr sz="2000" b="0" i="0" u="none" strike="noStrike" cap="none">
              <a:solidFill>
                <a:srgbClr val="045F92"/>
              </a:solidFill>
              <a:latin typeface="Arial"/>
              <a:ea typeface="Arial"/>
              <a:cs typeface="Arial"/>
              <a:sym typeface="Arial"/>
            </a:endParaRPr>
          </a:p>
        </p:txBody>
      </p:sp>
      <p:sp>
        <p:nvSpPr>
          <p:cNvPr id="64" name="Google Shape;64;p2"/>
          <p:cNvSpPr txBox="1"/>
          <p:nvPr/>
        </p:nvSpPr>
        <p:spPr>
          <a:xfrm>
            <a:off x="5966806" y="5138160"/>
            <a:ext cx="2848349"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045F92"/>
                </a:solidFill>
                <a:latin typeface="Arial"/>
                <a:ea typeface="Arial"/>
                <a:cs typeface="Arial"/>
                <a:sym typeface="Arial"/>
              </a:rPr>
              <a:t>Empire State Building</a:t>
            </a:r>
            <a:endParaRPr sz="2000" b="0" i="0" u="none" strike="noStrike" cap="none">
              <a:solidFill>
                <a:srgbClr val="045F92"/>
              </a:solidFill>
              <a:latin typeface="Arial"/>
              <a:ea typeface="Arial"/>
              <a:cs typeface="Arial"/>
              <a:sym typeface="Arial"/>
            </a:endParaRPr>
          </a:p>
        </p:txBody>
      </p:sp>
      <p:sp>
        <p:nvSpPr>
          <p:cNvPr id="65" name="Google Shape;65;p2"/>
          <p:cNvSpPr txBox="1"/>
          <p:nvPr/>
        </p:nvSpPr>
        <p:spPr>
          <a:xfrm>
            <a:off x="245874" y="5101833"/>
            <a:ext cx="2971636"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chemeClr val="accent5"/>
                </a:solidFill>
                <a:latin typeface="Arial"/>
                <a:ea typeface="Arial"/>
                <a:cs typeface="Arial"/>
                <a:sym typeface="Arial"/>
              </a:rPr>
              <a:t>Double-Decker Bus</a:t>
            </a:r>
            <a:endParaRPr sz="2000" b="0" i="0" u="none" strike="noStrike" cap="none">
              <a:solidFill>
                <a:schemeClr val="accent5"/>
              </a:solidFill>
              <a:latin typeface="Arial"/>
              <a:ea typeface="Arial"/>
              <a:cs typeface="Arial"/>
              <a:sym typeface="Arial"/>
            </a:endParaRPr>
          </a:p>
        </p:txBody>
      </p:sp>
      <p:sp>
        <p:nvSpPr>
          <p:cNvPr id="66" name="Google Shape;66;p2"/>
          <p:cNvSpPr txBox="1"/>
          <p:nvPr/>
        </p:nvSpPr>
        <p:spPr>
          <a:xfrm>
            <a:off x="5899407" y="2561040"/>
            <a:ext cx="2593532"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045F92"/>
                </a:solidFill>
                <a:latin typeface="Arial"/>
                <a:ea typeface="Arial"/>
                <a:cs typeface="Arial"/>
                <a:sym typeface="Arial"/>
              </a:rPr>
              <a:t>Statue of Liberty</a:t>
            </a:r>
            <a:endParaRPr sz="2000" b="0" i="0" u="none" strike="noStrike" cap="none">
              <a:solidFill>
                <a:srgbClr val="045F92"/>
              </a:solidFill>
              <a:latin typeface="Arial"/>
              <a:ea typeface="Arial"/>
              <a:cs typeface="Arial"/>
              <a:sym typeface="Arial"/>
            </a:endParaRPr>
          </a:p>
        </p:txBody>
      </p:sp>
      <p:sp>
        <p:nvSpPr>
          <p:cNvPr id="67" name="Google Shape;67;p2"/>
          <p:cNvSpPr txBox="1"/>
          <p:nvPr/>
        </p:nvSpPr>
        <p:spPr>
          <a:xfrm>
            <a:off x="262883" y="2902235"/>
            <a:ext cx="2971636"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chemeClr val="accent5"/>
                </a:solidFill>
                <a:latin typeface="Arial"/>
                <a:ea typeface="Arial"/>
                <a:cs typeface="Arial"/>
                <a:sym typeface="Arial"/>
              </a:rPr>
              <a:t>London Bridge</a:t>
            </a:r>
            <a:endParaRPr sz="2000" b="0" i="0" u="none" strike="noStrike" cap="none">
              <a:solidFill>
                <a:schemeClr val="accent5"/>
              </a:solidFill>
              <a:latin typeface="Arial"/>
              <a:ea typeface="Arial"/>
              <a:cs typeface="Arial"/>
              <a:sym typeface="Arial"/>
            </a:endParaRPr>
          </a:p>
        </p:txBody>
      </p:sp>
      <p:sp>
        <p:nvSpPr>
          <p:cNvPr id="68" name="Google Shape;68;p2"/>
          <p:cNvSpPr txBox="1"/>
          <p:nvPr/>
        </p:nvSpPr>
        <p:spPr>
          <a:xfrm>
            <a:off x="3220668" y="5742230"/>
            <a:ext cx="2125475"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chemeClr val="accent5"/>
                </a:solidFill>
                <a:latin typeface="Arial"/>
                <a:ea typeface="Arial"/>
                <a:cs typeface="Arial"/>
                <a:sym typeface="Arial"/>
              </a:rPr>
              <a:t>Rugby</a:t>
            </a:r>
            <a:endParaRPr sz="2000" b="0" i="0" u="none" strike="noStrike" cap="none">
              <a:solidFill>
                <a:schemeClr val="accent5"/>
              </a:solidFill>
              <a:latin typeface="Arial"/>
              <a:ea typeface="Arial"/>
              <a:cs typeface="Arial"/>
              <a:sym typeface="Arial"/>
            </a:endParaRPr>
          </a:p>
        </p:txBody>
      </p:sp>
      <p:sp>
        <p:nvSpPr>
          <p:cNvPr id="69" name="Google Shape;69;p2"/>
          <p:cNvSpPr txBox="1"/>
          <p:nvPr/>
        </p:nvSpPr>
        <p:spPr>
          <a:xfrm>
            <a:off x="9206714" y="5850152"/>
            <a:ext cx="2698683"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045F92"/>
                </a:solidFill>
                <a:latin typeface="Arial"/>
                <a:ea typeface="Arial"/>
                <a:cs typeface="Arial"/>
                <a:sym typeface="Arial"/>
              </a:rPr>
              <a:t>Baseball </a:t>
            </a:r>
            <a:endParaRPr sz="2000" b="0" i="0" u="none" strike="noStrike" cap="none">
              <a:solidFill>
                <a:srgbClr val="045F92"/>
              </a:solidFill>
              <a:latin typeface="Arial"/>
              <a:ea typeface="Arial"/>
              <a:cs typeface="Arial"/>
              <a:sym typeface="Arial"/>
            </a:endParaRPr>
          </a:p>
        </p:txBody>
      </p:sp>
      <p:sp>
        <p:nvSpPr>
          <p:cNvPr id="70" name="Google Shape;70;p2"/>
          <p:cNvSpPr txBox="1"/>
          <p:nvPr/>
        </p:nvSpPr>
        <p:spPr>
          <a:xfrm>
            <a:off x="8996604" y="5358832"/>
            <a:ext cx="2290096"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045F92"/>
                </a:solidFill>
                <a:latin typeface="Arial"/>
                <a:ea typeface="Arial"/>
                <a:cs typeface="Arial"/>
                <a:sym typeface="Arial"/>
              </a:rPr>
              <a:t>American Football</a:t>
            </a:r>
            <a:endParaRPr sz="2000" b="0" i="0" u="none" strike="noStrike" cap="none">
              <a:solidFill>
                <a:srgbClr val="045F92"/>
              </a:solidFill>
              <a:latin typeface="Arial"/>
              <a:ea typeface="Arial"/>
              <a:cs typeface="Arial"/>
              <a:sym typeface="Arial"/>
            </a:endParaRPr>
          </a:p>
        </p:txBody>
      </p:sp>
      <p:sp>
        <p:nvSpPr>
          <p:cNvPr id="71" name="Google Shape;71;p2"/>
          <p:cNvSpPr txBox="1"/>
          <p:nvPr/>
        </p:nvSpPr>
        <p:spPr>
          <a:xfrm>
            <a:off x="3265388" y="5236002"/>
            <a:ext cx="2575853"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chemeClr val="accent5"/>
                </a:solidFill>
                <a:latin typeface="Arial"/>
                <a:ea typeface="Arial"/>
                <a:cs typeface="Arial"/>
                <a:sym typeface="Arial"/>
              </a:rPr>
              <a:t>Cricket</a:t>
            </a:r>
            <a:endParaRPr sz="2000" b="0" i="0" u="none" strike="noStrike" cap="none">
              <a:solidFill>
                <a:schemeClr val="accent5"/>
              </a:solidFill>
              <a:latin typeface="Arial"/>
              <a:ea typeface="Arial"/>
              <a:cs typeface="Arial"/>
              <a:sym typeface="Arial"/>
            </a:endParaRPr>
          </a:p>
        </p:txBody>
      </p:sp>
      <p:sp>
        <p:nvSpPr>
          <p:cNvPr id="72" name="Google Shape;72;p2"/>
          <p:cNvSpPr txBox="1"/>
          <p:nvPr/>
        </p:nvSpPr>
        <p:spPr>
          <a:xfrm>
            <a:off x="179738" y="5727531"/>
            <a:ext cx="2971636"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chemeClr val="accent5"/>
                </a:solidFill>
                <a:latin typeface="Arial"/>
                <a:ea typeface="Arial"/>
                <a:cs typeface="Arial"/>
                <a:sym typeface="Arial"/>
              </a:rPr>
              <a:t>Fish and Chips</a:t>
            </a:r>
            <a:endParaRPr sz="2000" b="0" i="0" u="none" strike="noStrike" cap="none">
              <a:solidFill>
                <a:schemeClr val="accent5"/>
              </a:solidFill>
              <a:latin typeface="Arial"/>
              <a:ea typeface="Arial"/>
              <a:cs typeface="Arial"/>
              <a:sym typeface="Arial"/>
            </a:endParaRPr>
          </a:p>
        </p:txBody>
      </p:sp>
      <p:sp>
        <p:nvSpPr>
          <p:cNvPr id="73" name="Google Shape;73;p2"/>
          <p:cNvSpPr txBox="1"/>
          <p:nvPr/>
        </p:nvSpPr>
        <p:spPr>
          <a:xfrm>
            <a:off x="6123650" y="5707585"/>
            <a:ext cx="3763209"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045F92"/>
                </a:solidFill>
                <a:latin typeface="Arial"/>
                <a:ea typeface="Arial"/>
                <a:cs typeface="Arial"/>
                <a:sym typeface="Arial"/>
              </a:rPr>
              <a:t>Hot Dogs</a:t>
            </a:r>
            <a:endParaRPr sz="2000" b="0" i="0" u="none" strike="noStrike" cap="none">
              <a:solidFill>
                <a:srgbClr val="045F92"/>
              </a:solidFill>
              <a:latin typeface="Arial"/>
              <a:ea typeface="Arial"/>
              <a:cs typeface="Arial"/>
              <a:sym typeface="Arial"/>
            </a:endParaRPr>
          </a:p>
        </p:txBody>
      </p:sp>
      <p:sp>
        <p:nvSpPr>
          <p:cNvPr id="74" name="Google Shape;74;p2"/>
          <p:cNvSpPr txBox="1"/>
          <p:nvPr/>
        </p:nvSpPr>
        <p:spPr>
          <a:xfrm>
            <a:off x="290179" y="3379907"/>
            <a:ext cx="2971636"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chemeClr val="accent5"/>
                </a:solidFill>
                <a:latin typeface="Arial"/>
                <a:ea typeface="Arial"/>
                <a:cs typeface="Arial"/>
                <a:sym typeface="Arial"/>
              </a:rPr>
              <a:t>London Eye</a:t>
            </a:r>
            <a:endParaRPr sz="2000" b="0" i="0" u="none" strike="noStrike" cap="none">
              <a:solidFill>
                <a:schemeClr val="accent5"/>
              </a:solidFill>
              <a:latin typeface="Arial"/>
              <a:ea typeface="Arial"/>
              <a:cs typeface="Arial"/>
              <a:sym typeface="Arial"/>
            </a:endParaRPr>
          </a:p>
        </p:txBody>
      </p:sp>
      <p:sp>
        <p:nvSpPr>
          <p:cNvPr id="75" name="Google Shape;75;p2"/>
          <p:cNvSpPr txBox="1"/>
          <p:nvPr/>
        </p:nvSpPr>
        <p:spPr>
          <a:xfrm>
            <a:off x="182880" y="4445692"/>
            <a:ext cx="2971636"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chemeClr val="accent5"/>
                </a:solidFill>
                <a:latin typeface="Arial"/>
                <a:ea typeface="Arial"/>
                <a:cs typeface="Arial"/>
                <a:sym typeface="Arial"/>
              </a:rPr>
              <a:t>StoneHenge</a:t>
            </a:r>
            <a:endParaRPr sz="2000" b="0" i="0" u="none" strike="noStrike" cap="none">
              <a:solidFill>
                <a:schemeClr val="accent5"/>
              </a:solidFill>
              <a:latin typeface="Arial"/>
              <a:ea typeface="Arial"/>
              <a:cs typeface="Arial"/>
              <a:sym typeface="Arial"/>
            </a:endParaRPr>
          </a:p>
        </p:txBody>
      </p:sp>
      <p:sp>
        <p:nvSpPr>
          <p:cNvPr id="76" name="Google Shape;76;p2"/>
          <p:cNvSpPr txBox="1"/>
          <p:nvPr/>
        </p:nvSpPr>
        <p:spPr>
          <a:xfrm>
            <a:off x="5926701" y="3530032"/>
            <a:ext cx="3763209"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045F92"/>
                </a:solidFill>
                <a:latin typeface="Arial"/>
                <a:ea typeface="Arial"/>
                <a:cs typeface="Arial"/>
                <a:sym typeface="Arial"/>
              </a:rPr>
              <a:t>Mount Rushmore</a:t>
            </a:r>
            <a:endParaRPr sz="2000" b="0" i="0" u="none" strike="noStrike" cap="none">
              <a:solidFill>
                <a:srgbClr val="045F92"/>
              </a:solidFill>
              <a:latin typeface="Arial"/>
              <a:ea typeface="Arial"/>
              <a:cs typeface="Arial"/>
              <a:sym typeface="Arial"/>
            </a:endParaRPr>
          </a:p>
        </p:txBody>
      </p:sp>
      <p:sp>
        <p:nvSpPr>
          <p:cNvPr id="77" name="Google Shape;77;p2"/>
          <p:cNvSpPr txBox="1"/>
          <p:nvPr/>
        </p:nvSpPr>
        <p:spPr>
          <a:xfrm>
            <a:off x="5871692" y="4495875"/>
            <a:ext cx="3763209"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045F92"/>
                </a:solidFill>
                <a:latin typeface="Arial"/>
                <a:ea typeface="Arial"/>
                <a:cs typeface="Arial"/>
                <a:sym typeface="Arial"/>
              </a:rPr>
              <a:t>The Grand Canyon</a:t>
            </a:r>
            <a:endParaRPr sz="2000" b="0" i="0" u="none" strike="noStrike" cap="none">
              <a:solidFill>
                <a:srgbClr val="045F92"/>
              </a:solidFill>
              <a:latin typeface="Arial"/>
              <a:ea typeface="Arial"/>
              <a:cs typeface="Arial"/>
              <a:sym typeface="Arial"/>
            </a:endParaRPr>
          </a:p>
        </p:txBody>
      </p:sp>
      <p:cxnSp>
        <p:nvCxnSpPr>
          <p:cNvPr id="78" name="Google Shape;78;p2"/>
          <p:cNvCxnSpPr/>
          <p:nvPr/>
        </p:nvCxnSpPr>
        <p:spPr>
          <a:xfrm rot="-5400000" flipH="1">
            <a:off x="3145812" y="4162570"/>
            <a:ext cx="5295328" cy="95533"/>
          </a:xfrm>
          <a:prstGeom prst="straightConnector1">
            <a:avLst/>
          </a:prstGeom>
          <a:noFill/>
          <a:ln w="19050" cap="flat" cmpd="sng">
            <a:solidFill>
              <a:schemeClr val="accent1"/>
            </a:solidFill>
            <a:prstDash val="solid"/>
            <a:miter lim="800000"/>
            <a:headEnd type="none" w="sm" len="sm"/>
            <a:tailEnd type="none" w="sm" len="sm"/>
          </a:ln>
        </p:spPr>
      </p:cxnSp>
      <p:sp>
        <p:nvSpPr>
          <p:cNvPr id="79" name="Google Shape;79;p2"/>
          <p:cNvSpPr txBox="1"/>
          <p:nvPr/>
        </p:nvSpPr>
        <p:spPr>
          <a:xfrm>
            <a:off x="3087968" y="2547394"/>
            <a:ext cx="1579567"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chemeClr val="accent5"/>
                </a:solidFill>
                <a:latin typeface="Arial"/>
                <a:ea typeface="Arial"/>
                <a:cs typeface="Arial"/>
                <a:sym typeface="Arial"/>
              </a:rPr>
              <a:t>Shakespeare</a:t>
            </a:r>
            <a:endParaRPr sz="2000" b="0" i="0" u="none" strike="noStrike" cap="none">
              <a:solidFill>
                <a:schemeClr val="accent5"/>
              </a:solidFill>
              <a:latin typeface="Arial"/>
              <a:ea typeface="Arial"/>
              <a:cs typeface="Arial"/>
              <a:sym typeface="Arial"/>
            </a:endParaRPr>
          </a:p>
        </p:txBody>
      </p:sp>
      <p:sp>
        <p:nvSpPr>
          <p:cNvPr id="80" name="Google Shape;80;p2"/>
          <p:cNvSpPr txBox="1"/>
          <p:nvPr/>
        </p:nvSpPr>
        <p:spPr>
          <a:xfrm>
            <a:off x="8968404" y="2546975"/>
            <a:ext cx="3012581" cy="461665"/>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dirty="0">
                <a:solidFill>
                  <a:srgbClr val="045F92"/>
                </a:solidFill>
                <a:latin typeface="Arial"/>
                <a:ea typeface="Arial"/>
                <a:cs typeface="Arial"/>
                <a:sym typeface="Arial"/>
              </a:rPr>
              <a:t>E. Hemingway</a:t>
            </a:r>
            <a:endParaRPr sz="2000" b="0" i="0" u="none" strike="noStrike" cap="none" dirty="0">
              <a:solidFill>
                <a:srgbClr val="045F92"/>
              </a:solidFill>
              <a:latin typeface="Arial"/>
              <a:ea typeface="Arial"/>
              <a:cs typeface="Arial"/>
              <a:sym typeface="Arial"/>
            </a:endParaRPr>
          </a:p>
        </p:txBody>
      </p:sp>
      <p:sp>
        <p:nvSpPr>
          <p:cNvPr id="81" name="Google Shape;81;p2"/>
          <p:cNvSpPr txBox="1"/>
          <p:nvPr/>
        </p:nvSpPr>
        <p:spPr>
          <a:xfrm>
            <a:off x="3169855" y="3066010"/>
            <a:ext cx="1579567"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chemeClr val="accent5"/>
                </a:solidFill>
                <a:latin typeface="Arial"/>
                <a:ea typeface="Arial"/>
                <a:cs typeface="Arial"/>
                <a:sym typeface="Arial"/>
              </a:rPr>
              <a:t>Tea</a:t>
            </a:r>
            <a:endParaRPr sz="2000" b="0" i="0" u="none" strike="noStrike" cap="none">
              <a:solidFill>
                <a:schemeClr val="accent5"/>
              </a:solidFill>
              <a:latin typeface="Arial"/>
              <a:ea typeface="Arial"/>
              <a:cs typeface="Arial"/>
              <a:sym typeface="Arial"/>
            </a:endParaRPr>
          </a:p>
        </p:txBody>
      </p:sp>
      <p:sp>
        <p:nvSpPr>
          <p:cNvPr id="82" name="Google Shape;82;p2"/>
          <p:cNvSpPr txBox="1"/>
          <p:nvPr/>
        </p:nvSpPr>
        <p:spPr>
          <a:xfrm>
            <a:off x="9099284" y="3079239"/>
            <a:ext cx="1450436"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045F92"/>
                </a:solidFill>
                <a:latin typeface="Arial"/>
                <a:ea typeface="Arial"/>
                <a:cs typeface="Arial"/>
                <a:sym typeface="Arial"/>
              </a:rPr>
              <a:t>Coffee</a:t>
            </a:r>
            <a:endParaRPr sz="2000" b="0" i="0" u="none" strike="noStrike" cap="none">
              <a:solidFill>
                <a:srgbClr val="045F92"/>
              </a:solidFill>
              <a:latin typeface="Arial"/>
              <a:ea typeface="Arial"/>
              <a:cs typeface="Arial"/>
              <a:sym typeface="Arial"/>
            </a:endParaRPr>
          </a:p>
        </p:txBody>
      </p:sp>
      <p:sp>
        <p:nvSpPr>
          <p:cNvPr id="83" name="Google Shape;83;p2"/>
          <p:cNvSpPr txBox="1"/>
          <p:nvPr/>
        </p:nvSpPr>
        <p:spPr>
          <a:xfrm>
            <a:off x="3087968" y="4799273"/>
            <a:ext cx="1579567" cy="346954"/>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chemeClr val="accent5"/>
                </a:solidFill>
                <a:latin typeface="Arial"/>
                <a:ea typeface="Arial"/>
                <a:cs typeface="Arial"/>
                <a:sym typeface="Arial"/>
              </a:rPr>
              <a:t>The Beatles</a:t>
            </a:r>
            <a:endParaRPr sz="2000" b="0" i="0" u="none" strike="noStrike" cap="none">
              <a:solidFill>
                <a:schemeClr val="accent5"/>
              </a:solidFill>
              <a:latin typeface="Arial"/>
              <a:ea typeface="Arial"/>
              <a:cs typeface="Arial"/>
              <a:sym typeface="Arial"/>
            </a:endParaRPr>
          </a:p>
        </p:txBody>
      </p:sp>
      <p:sp>
        <p:nvSpPr>
          <p:cNvPr id="84" name="Google Shape;84;p2"/>
          <p:cNvSpPr txBox="1"/>
          <p:nvPr/>
        </p:nvSpPr>
        <p:spPr>
          <a:xfrm>
            <a:off x="1269241" y="1742357"/>
            <a:ext cx="3739488" cy="41937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C00000"/>
              </a:buClr>
              <a:buSzPts val="3600"/>
              <a:buFont typeface="Arial"/>
              <a:buNone/>
            </a:pPr>
            <a:r>
              <a:rPr lang="fr-FR" sz="3600" b="1" i="1" u="none" strike="noStrike" cap="none">
                <a:solidFill>
                  <a:srgbClr val="C00000"/>
                </a:solidFill>
                <a:latin typeface="Arial"/>
                <a:ea typeface="Arial"/>
                <a:cs typeface="Arial"/>
                <a:sym typeface="Arial"/>
              </a:rPr>
              <a:t>United Kingdom</a:t>
            </a:r>
            <a:endParaRPr sz="3600" b="1" i="1" u="none" strike="noStrike" cap="none">
              <a:solidFill>
                <a:srgbClr val="C00000"/>
              </a:solidFill>
              <a:latin typeface="Arial"/>
              <a:ea typeface="Arial"/>
              <a:cs typeface="Arial"/>
              <a:sym typeface="Arial"/>
            </a:endParaRPr>
          </a:p>
        </p:txBody>
      </p:sp>
      <p:sp>
        <p:nvSpPr>
          <p:cNvPr id="85" name="Google Shape;85;p2"/>
          <p:cNvSpPr txBox="1"/>
          <p:nvPr/>
        </p:nvSpPr>
        <p:spPr>
          <a:xfrm>
            <a:off x="9089410" y="4212003"/>
            <a:ext cx="1637732"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045F92"/>
                </a:solidFill>
                <a:latin typeface="Arial"/>
                <a:ea typeface="Arial"/>
                <a:cs typeface="Arial"/>
                <a:sym typeface="Arial"/>
              </a:rPr>
              <a:t>Elvis Prestley</a:t>
            </a:r>
            <a:endParaRPr sz="2000" b="0" i="0" u="none" strike="noStrike" cap="none">
              <a:solidFill>
                <a:srgbClr val="045F92"/>
              </a:solidFill>
              <a:latin typeface="Arial"/>
              <a:ea typeface="Arial"/>
              <a:cs typeface="Arial"/>
              <a:sym typeface="Arial"/>
            </a:endParaRPr>
          </a:p>
        </p:txBody>
      </p:sp>
      <p:sp>
        <p:nvSpPr>
          <p:cNvPr id="86" name="Google Shape;86;p2"/>
          <p:cNvSpPr txBox="1"/>
          <p:nvPr/>
        </p:nvSpPr>
        <p:spPr>
          <a:xfrm>
            <a:off x="3115263" y="3598271"/>
            <a:ext cx="2234659"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chemeClr val="accent5"/>
                </a:solidFill>
                <a:latin typeface="Arial"/>
                <a:ea typeface="Arial"/>
                <a:cs typeface="Arial"/>
                <a:sym typeface="Arial"/>
              </a:rPr>
              <a:t>The Royal Guard</a:t>
            </a:r>
            <a:endParaRPr sz="2000" b="0" i="0" u="none" strike="noStrike" cap="none">
              <a:solidFill>
                <a:schemeClr val="accent5"/>
              </a:solidFill>
              <a:latin typeface="Arial"/>
              <a:ea typeface="Arial"/>
              <a:cs typeface="Arial"/>
              <a:sym typeface="Arial"/>
            </a:endParaRPr>
          </a:p>
        </p:txBody>
      </p:sp>
      <p:sp>
        <p:nvSpPr>
          <p:cNvPr id="87" name="Google Shape;87;p2"/>
          <p:cNvSpPr txBox="1"/>
          <p:nvPr/>
        </p:nvSpPr>
        <p:spPr>
          <a:xfrm>
            <a:off x="9126580" y="3611502"/>
            <a:ext cx="1450436" cy="346954"/>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045F92"/>
                </a:solidFill>
                <a:latin typeface="Arial"/>
                <a:ea typeface="Arial"/>
                <a:cs typeface="Arial"/>
                <a:sym typeface="Arial"/>
              </a:rPr>
              <a:t>GI Joe</a:t>
            </a:r>
            <a:endParaRPr sz="2000" b="0" i="0" u="none" strike="noStrike" cap="none">
              <a:solidFill>
                <a:srgbClr val="045F92"/>
              </a:solidFill>
              <a:latin typeface="Arial"/>
              <a:ea typeface="Arial"/>
              <a:cs typeface="Arial"/>
              <a:sym typeface="Arial"/>
            </a:endParaRPr>
          </a:p>
        </p:txBody>
      </p:sp>
      <p:pic>
        <p:nvPicPr>
          <p:cNvPr id="88" name="Google Shape;88;p2" descr="D:\Teaching &amp; Univ\ESPRIT\British Vs American\Pics\GIFS\BasicCheerfulAmericanindianhorse-size_restricted.gif"/>
          <p:cNvPicPr preferRelativeResize="0"/>
          <p:nvPr/>
        </p:nvPicPr>
        <p:blipFill rotWithShape="1">
          <a:blip r:embed="rId3">
            <a:alphaModFix/>
          </a:blip>
          <a:srcRect/>
          <a:stretch/>
        </p:blipFill>
        <p:spPr>
          <a:xfrm>
            <a:off x="0" y="0"/>
            <a:ext cx="1487606" cy="1220864"/>
          </a:xfrm>
          <a:prstGeom prst="rect">
            <a:avLst/>
          </a:prstGeom>
          <a:noFill/>
          <a:ln>
            <a:noFill/>
          </a:ln>
        </p:spPr>
      </p:pic>
      <p:pic>
        <p:nvPicPr>
          <p:cNvPr id="89" name="Google Shape;89;p2" descr="D:\Teaching &amp; Univ\ESPRIT\British Vs American\Pics\GIFS\200.gif"/>
          <p:cNvPicPr preferRelativeResize="0"/>
          <p:nvPr/>
        </p:nvPicPr>
        <p:blipFill rotWithShape="1">
          <a:blip r:embed="rId4">
            <a:alphaModFix/>
          </a:blip>
          <a:srcRect/>
          <a:stretch/>
        </p:blipFill>
        <p:spPr>
          <a:xfrm>
            <a:off x="10336266" y="1"/>
            <a:ext cx="1855733" cy="1473958"/>
          </a:xfrm>
          <a:prstGeom prst="rect">
            <a:avLst/>
          </a:prstGeom>
          <a:noFill/>
          <a:ln>
            <a:noFill/>
          </a:ln>
        </p:spPr>
      </p:pic>
      <p:sp>
        <p:nvSpPr>
          <p:cNvPr id="90" name="Google Shape;90;p2"/>
          <p:cNvSpPr txBox="1"/>
          <p:nvPr/>
        </p:nvSpPr>
        <p:spPr>
          <a:xfrm>
            <a:off x="3016155" y="4171476"/>
            <a:ext cx="2647666"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chemeClr val="accent5"/>
                </a:solidFill>
                <a:latin typeface="Arial"/>
                <a:ea typeface="Arial"/>
                <a:cs typeface="Arial"/>
                <a:sym typeface="Arial"/>
              </a:rPr>
              <a:t>Red Phone Booth</a:t>
            </a:r>
            <a:endParaRPr sz="2000" b="0" i="0" u="none" strike="noStrike" cap="none">
              <a:solidFill>
                <a:schemeClr val="accent5"/>
              </a:solidFill>
              <a:latin typeface="Arial"/>
              <a:ea typeface="Arial"/>
              <a:cs typeface="Arial"/>
              <a:sym typeface="Arial"/>
            </a:endParaRPr>
          </a:p>
        </p:txBody>
      </p:sp>
      <p:sp>
        <p:nvSpPr>
          <p:cNvPr id="91" name="Google Shape;91;p2"/>
          <p:cNvSpPr txBox="1"/>
          <p:nvPr/>
        </p:nvSpPr>
        <p:spPr>
          <a:xfrm>
            <a:off x="1351128" y="909848"/>
            <a:ext cx="8666329" cy="41937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2800"/>
              <a:buFont typeface="Arial"/>
              <a:buNone/>
            </a:pPr>
            <a:r>
              <a:rPr lang="fr-FR" sz="2800" b="0" i="0" u="none" strike="noStrike" cap="none">
                <a:solidFill>
                  <a:schemeClr val="dk1"/>
                </a:solidFill>
                <a:latin typeface="Arial"/>
                <a:ea typeface="Arial"/>
                <a:cs typeface="Arial"/>
                <a:sym typeface="Arial"/>
              </a:rPr>
              <a:t>Name as many as possible for each nation?</a:t>
            </a:r>
            <a:endParaRPr sz="2800" b="0" i="0" u="none" strike="noStrike" cap="none">
              <a:solidFill>
                <a:schemeClr val="dk1"/>
              </a:solidFill>
              <a:latin typeface="Arial"/>
              <a:ea typeface="Arial"/>
              <a:cs typeface="Arial"/>
              <a:sym typeface="Arial"/>
            </a:endParaRPr>
          </a:p>
        </p:txBody>
      </p:sp>
      <p:sp>
        <p:nvSpPr>
          <p:cNvPr id="92" name="Google Shape;92;p2"/>
          <p:cNvSpPr txBox="1"/>
          <p:nvPr/>
        </p:nvSpPr>
        <p:spPr>
          <a:xfrm>
            <a:off x="9103058" y="4771560"/>
            <a:ext cx="1637732" cy="346954"/>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045F92"/>
                </a:solidFill>
                <a:latin typeface="Arial"/>
                <a:ea typeface="Arial"/>
                <a:cs typeface="Arial"/>
                <a:sym typeface="Arial"/>
              </a:rPr>
              <a:t>Hollywood</a:t>
            </a:r>
            <a:endParaRPr sz="2000" b="0" i="0" u="none" strike="noStrike" cap="none">
              <a:solidFill>
                <a:srgbClr val="045F92"/>
              </a:solidFill>
              <a:latin typeface="Arial"/>
              <a:ea typeface="Arial"/>
              <a:cs typeface="Arial"/>
              <a:sym typeface="Arial"/>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anim calcmode="lin" valueType="num">
                                      <p:cBhvr additive="base">
                                        <p:cTn id="7" dur="500"/>
                                        <p:tgtEl>
                                          <p:spTgt spid="84"/>
                                        </p:tgtEl>
                                        <p:attrNameLst>
                                          <p:attrName>ppt_w</p:attrName>
                                        </p:attrNameLst>
                                      </p:cBhvr>
                                      <p:tavLst>
                                        <p:tav tm="0">
                                          <p:val>
                                            <p:strVal val="0"/>
                                          </p:val>
                                        </p:tav>
                                        <p:tav tm="100000">
                                          <p:val>
                                            <p:strVal val="#ppt_w"/>
                                          </p:val>
                                        </p:tav>
                                      </p:tavLst>
                                    </p:anim>
                                    <p:anim calcmode="lin" valueType="num">
                                      <p:cBhvr additive="base">
                                        <p:cTn id="8" dur="500"/>
                                        <p:tgtEl>
                                          <p:spTgt spid="84"/>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8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9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8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7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6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3" presetClass="entr" presetSubtype="16" fill="hold" nodeType="clickEffect">
                                  <p:stCondLst>
                                    <p:cond delay="0"/>
                                  </p:stCondLst>
                                  <p:childTnLst>
                                    <p:set>
                                      <p:cBhvr>
                                        <p:cTn id="68" dur="1" fill="hold">
                                          <p:stCondLst>
                                            <p:cond delay="0"/>
                                          </p:stCondLst>
                                        </p:cTn>
                                        <p:tgtEl>
                                          <p:spTgt spid="59">
                                            <p:txEl>
                                              <p:pRg st="0" end="0"/>
                                            </p:txEl>
                                          </p:spTgt>
                                        </p:tgtEl>
                                        <p:attrNameLst>
                                          <p:attrName>style.visibility</p:attrName>
                                        </p:attrNameLst>
                                      </p:cBhvr>
                                      <p:to>
                                        <p:strVal val="visible"/>
                                      </p:to>
                                    </p:set>
                                    <p:anim calcmode="lin" valueType="num">
                                      <p:cBhvr additive="base">
                                        <p:cTn id="69" dur="500"/>
                                        <p:tgtEl>
                                          <p:spTgt spid="59">
                                            <p:txEl>
                                              <p:pRg st="0" end="0"/>
                                            </p:txEl>
                                          </p:spTgt>
                                        </p:tgtEl>
                                        <p:attrNameLst>
                                          <p:attrName>ppt_w</p:attrName>
                                        </p:attrNameLst>
                                      </p:cBhvr>
                                      <p:tavLst>
                                        <p:tav tm="0">
                                          <p:val>
                                            <p:strVal val="0"/>
                                          </p:val>
                                        </p:tav>
                                        <p:tav tm="100000">
                                          <p:val>
                                            <p:strVal val="#ppt_w"/>
                                          </p:val>
                                        </p:tav>
                                      </p:tavLst>
                                    </p:anim>
                                    <p:anim calcmode="lin" valueType="num">
                                      <p:cBhvr additive="base">
                                        <p:cTn id="70" dur="500"/>
                                        <p:tgtEl>
                                          <p:spTgt spid="59">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7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4"/>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80"/>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8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8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8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92"/>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70"/>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96"/>
        <p:cNvGrpSpPr/>
        <p:nvPr/>
      </p:nvGrpSpPr>
      <p:grpSpPr>
        <a:xfrm>
          <a:off x="0" y="0"/>
          <a:ext cx="0" cy="0"/>
          <a:chOff x="0" y="0"/>
          <a:chExt cx="0" cy="0"/>
        </a:xfrm>
      </p:grpSpPr>
      <p:sp>
        <p:nvSpPr>
          <p:cNvPr id="97" name="Google Shape;97;p3"/>
          <p:cNvSpPr txBox="1">
            <a:spLocks noGrp="1"/>
          </p:cNvSpPr>
          <p:nvPr>
            <p:ph type="title"/>
          </p:nvPr>
        </p:nvSpPr>
        <p:spPr>
          <a:xfrm>
            <a:off x="224051" y="365125"/>
            <a:ext cx="8906301"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F3F3F"/>
              </a:buClr>
              <a:buSzPts val="3600"/>
              <a:buFont typeface="Arial"/>
              <a:buNone/>
            </a:pPr>
            <a:r>
              <a:rPr lang="fr-FR" sz="3600">
                <a:solidFill>
                  <a:srgbClr val="3F3F3F"/>
                </a:solidFill>
              </a:rPr>
              <a:t>The United Kingdom and the United States share various cultural aspects, yet, many divergences divide the two nations as well:  </a:t>
            </a:r>
            <a:endParaRPr sz="3600">
              <a:solidFill>
                <a:srgbClr val="3F3F3F"/>
              </a:solidFill>
            </a:endParaRPr>
          </a:p>
        </p:txBody>
      </p:sp>
      <p:sp>
        <p:nvSpPr>
          <p:cNvPr id="98" name="Google Shape;98;p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fr-FR"/>
              <a:t>3</a:t>
            </a:fld>
            <a:endParaRPr/>
          </a:p>
        </p:txBody>
      </p:sp>
      <p:pic>
        <p:nvPicPr>
          <p:cNvPr id="99" name="Google Shape;99;p3" descr="C:\Users\Lenovo\OneDrive\Desktop\Difference-between-british-and-american-culture.jpg"/>
          <p:cNvPicPr preferRelativeResize="0"/>
          <p:nvPr/>
        </p:nvPicPr>
        <p:blipFill rotWithShape="1">
          <a:blip r:embed="rId3">
            <a:alphaModFix/>
          </a:blip>
          <a:srcRect l="1678" b="6116"/>
          <a:stretch/>
        </p:blipFill>
        <p:spPr>
          <a:xfrm>
            <a:off x="614150" y="2404979"/>
            <a:ext cx="7994602" cy="4453021"/>
          </a:xfrm>
          <a:prstGeom prst="rect">
            <a:avLst/>
          </a:prstGeom>
          <a:noFill/>
          <a:ln>
            <a:noFill/>
          </a:ln>
        </p:spPr>
      </p:pic>
      <p:pic>
        <p:nvPicPr>
          <p:cNvPr id="100" name="Google Shape;100;p3" descr="C:\Users\Lenovo\OneDrive\Desktop\15739.gif"/>
          <p:cNvPicPr preferRelativeResize="0"/>
          <p:nvPr/>
        </p:nvPicPr>
        <p:blipFill rotWithShape="1">
          <a:blip r:embed="rId4">
            <a:alphaModFix/>
          </a:blip>
          <a:srcRect/>
          <a:stretch/>
        </p:blipFill>
        <p:spPr>
          <a:xfrm>
            <a:off x="9230436" y="3133666"/>
            <a:ext cx="2961564" cy="3724334"/>
          </a:xfrm>
          <a:prstGeom prst="rect">
            <a:avLst/>
          </a:prstGeom>
          <a:noFill/>
          <a:ln>
            <a:noFill/>
          </a:ln>
        </p:spPr>
      </p:pic>
      <p:pic>
        <p:nvPicPr>
          <p:cNvPr id="101" name="Google Shape;101;p3" descr="D:\Teaching &amp; Univ\ESPRIT\British Vs American\Pics\GIFS\e31e52c555568449b31ea5ba6ade829d.gif"/>
          <p:cNvPicPr preferRelativeResize="0"/>
          <p:nvPr/>
        </p:nvPicPr>
        <p:blipFill rotWithShape="1">
          <a:blip r:embed="rId5">
            <a:alphaModFix/>
          </a:blip>
          <a:srcRect/>
          <a:stretch/>
        </p:blipFill>
        <p:spPr>
          <a:xfrm>
            <a:off x="9389660" y="327756"/>
            <a:ext cx="2540061" cy="2545666"/>
          </a:xfrm>
          <a:prstGeom prst="rect">
            <a:avLst/>
          </a:prstGeom>
          <a:noFill/>
          <a:ln>
            <a:noFill/>
          </a:ln>
        </p:spPr>
      </p:pic>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sp>
        <p:nvSpPr>
          <p:cNvPr id="106" name="Google Shape;106;p4"/>
          <p:cNvSpPr txBox="1">
            <a:spLocks noGrp="1"/>
          </p:cNvSpPr>
          <p:nvPr>
            <p:ph type="title"/>
          </p:nvPr>
        </p:nvSpPr>
        <p:spPr>
          <a:xfrm>
            <a:off x="4026090" y="0"/>
            <a:ext cx="8165910" cy="77577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595959"/>
              </a:buClr>
              <a:buSzPts val="4000"/>
              <a:buFont typeface="Arial"/>
              <a:buNone/>
            </a:pPr>
            <a:r>
              <a:rPr lang="fr-FR" sz="4000"/>
              <a:t>Divergences and Convergences</a:t>
            </a:r>
            <a:endParaRPr sz="4000"/>
          </a:p>
        </p:txBody>
      </p:sp>
      <p:sp>
        <p:nvSpPr>
          <p:cNvPr id="107" name="Google Shape;107;p4"/>
          <p:cNvSpPr txBox="1">
            <a:spLocks noGrp="1"/>
          </p:cNvSpPr>
          <p:nvPr>
            <p:ph type="body" idx="1"/>
          </p:nvPr>
        </p:nvSpPr>
        <p:spPr>
          <a:xfrm>
            <a:off x="4599296" y="937143"/>
            <a:ext cx="7592704" cy="41937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fr-FR" b="1">
                <a:solidFill>
                  <a:schemeClr val="dk1"/>
                </a:solidFill>
              </a:rPr>
              <a:t>Let’s brainstorm what unites and what parts them: </a:t>
            </a:r>
            <a:endParaRPr b="1">
              <a:solidFill>
                <a:schemeClr val="dk1"/>
              </a:solidFill>
            </a:endParaRPr>
          </a:p>
        </p:txBody>
      </p:sp>
      <p:cxnSp>
        <p:nvCxnSpPr>
          <p:cNvPr id="108" name="Google Shape;108;p4"/>
          <p:cNvCxnSpPr/>
          <p:nvPr/>
        </p:nvCxnSpPr>
        <p:spPr>
          <a:xfrm rot="-5400000" flipH="1">
            <a:off x="4099734" y="4261514"/>
            <a:ext cx="5152030" cy="40943"/>
          </a:xfrm>
          <a:prstGeom prst="straightConnector1">
            <a:avLst/>
          </a:prstGeom>
          <a:noFill/>
          <a:ln w="9525" cap="flat" cmpd="sng">
            <a:solidFill>
              <a:schemeClr val="accent1"/>
            </a:solidFill>
            <a:prstDash val="solid"/>
            <a:miter lim="800000"/>
            <a:headEnd type="none" w="sm" len="sm"/>
            <a:tailEnd type="none" w="sm" len="sm"/>
          </a:ln>
        </p:spPr>
      </p:cxnSp>
      <p:sp>
        <p:nvSpPr>
          <p:cNvPr id="109" name="Google Shape;109;p4"/>
          <p:cNvSpPr txBox="1"/>
          <p:nvPr/>
        </p:nvSpPr>
        <p:spPr>
          <a:xfrm>
            <a:off x="5012302" y="2165258"/>
            <a:ext cx="4232627" cy="731675"/>
          </a:xfrm>
          <a:prstGeom prst="rect">
            <a:avLst/>
          </a:prstGeom>
          <a:noFill/>
          <a:ln>
            <a:noFill/>
          </a:ln>
        </p:spPr>
        <p:txBody>
          <a:bodyPr spcFirstLastPara="1" wrap="square" lIns="36000" tIns="0" rIns="36000" bIns="0" anchor="t" anchorCtr="0">
            <a:spAutoFit/>
          </a:bodyPr>
          <a:lstStyle/>
          <a:p>
            <a:pPr marL="0" marR="0" lvl="0" indent="0" algn="ctr" rtl="0">
              <a:lnSpc>
                <a:spcPct val="150000"/>
              </a:lnSpc>
              <a:spcBef>
                <a:spcPts val="0"/>
              </a:spcBef>
              <a:spcAft>
                <a:spcPts val="0"/>
              </a:spcAft>
              <a:buNone/>
            </a:pPr>
            <a:r>
              <a:rPr lang="fr-FR" sz="2000" b="0" i="0" u="none" strike="noStrike" cap="none">
                <a:solidFill>
                  <a:srgbClr val="262626"/>
                </a:solidFill>
                <a:latin typeface="Arial"/>
                <a:ea typeface="Arial"/>
                <a:cs typeface="Arial"/>
                <a:sym typeface="Arial"/>
              </a:rPr>
              <a:t>History (Britain’s occupation of the north america until 1776)</a:t>
            </a:r>
            <a:endParaRPr sz="2000" b="0" i="0" u="none" strike="noStrike" cap="none">
              <a:solidFill>
                <a:srgbClr val="262626"/>
              </a:solidFill>
              <a:latin typeface="Arial"/>
              <a:ea typeface="Arial"/>
              <a:cs typeface="Arial"/>
              <a:sym typeface="Arial"/>
            </a:endParaRPr>
          </a:p>
        </p:txBody>
      </p:sp>
      <p:sp>
        <p:nvSpPr>
          <p:cNvPr id="110" name="Google Shape;110;p4"/>
          <p:cNvSpPr txBox="1"/>
          <p:nvPr/>
        </p:nvSpPr>
        <p:spPr>
          <a:xfrm>
            <a:off x="5288197" y="3824194"/>
            <a:ext cx="5304775"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1" i="0" u="none" strike="noStrike" cap="none">
                <a:solidFill>
                  <a:schemeClr val="dk2"/>
                </a:solidFill>
                <a:latin typeface="Arial"/>
                <a:ea typeface="Arial"/>
                <a:cs typeface="Arial"/>
                <a:sym typeface="Arial"/>
              </a:rPr>
              <a:t>Official Language (English) / BrE Vs AmE</a:t>
            </a:r>
            <a:endParaRPr sz="2000" b="1" i="0" u="none" strike="noStrike" cap="none">
              <a:solidFill>
                <a:schemeClr val="dk2"/>
              </a:solidFill>
              <a:latin typeface="Arial"/>
              <a:ea typeface="Arial"/>
              <a:cs typeface="Arial"/>
              <a:sym typeface="Arial"/>
            </a:endParaRPr>
          </a:p>
        </p:txBody>
      </p:sp>
      <p:sp>
        <p:nvSpPr>
          <p:cNvPr id="111" name="Google Shape;111;p4"/>
          <p:cNvSpPr txBox="1"/>
          <p:nvPr/>
        </p:nvSpPr>
        <p:spPr>
          <a:xfrm>
            <a:off x="0" y="6088559"/>
            <a:ext cx="6342635" cy="769441"/>
          </a:xfrm>
          <a:prstGeom prst="rect">
            <a:avLst/>
          </a:prstGeom>
          <a:noFill/>
          <a:ln>
            <a:noFill/>
          </a:ln>
        </p:spPr>
        <p:txBody>
          <a:bodyPr spcFirstLastPara="1" wrap="square" lIns="36000" tIns="0" rIns="36000" bIns="0" anchor="t" anchorCtr="0">
            <a:spAutoFit/>
          </a:bodyPr>
          <a:lstStyle/>
          <a:p>
            <a:pPr marL="0" marR="0" lvl="0" indent="0" algn="ctr" rtl="0">
              <a:lnSpc>
                <a:spcPct val="150000"/>
              </a:lnSpc>
              <a:spcBef>
                <a:spcPts val="0"/>
              </a:spcBef>
              <a:spcAft>
                <a:spcPts val="0"/>
              </a:spcAft>
              <a:buNone/>
            </a:pPr>
            <a:r>
              <a:rPr lang="fr-FR" sz="2000" b="0" i="0" u="none" strike="noStrike" cap="none">
                <a:solidFill>
                  <a:srgbClr val="262626"/>
                </a:solidFill>
                <a:latin typeface="Arial"/>
                <a:ea typeface="Arial"/>
                <a:cs typeface="Arial"/>
                <a:sym typeface="Arial"/>
              </a:rPr>
              <a:t>Geography ( 4 independant sovereign states Vs 50 Federated States)</a:t>
            </a:r>
            <a:endParaRPr sz="2000" b="0" i="0" u="none" strike="noStrike" cap="none">
              <a:solidFill>
                <a:srgbClr val="262626"/>
              </a:solidFill>
              <a:latin typeface="Arial"/>
              <a:ea typeface="Arial"/>
              <a:cs typeface="Arial"/>
              <a:sym typeface="Arial"/>
            </a:endParaRPr>
          </a:p>
        </p:txBody>
      </p:sp>
      <p:sp>
        <p:nvSpPr>
          <p:cNvPr id="112" name="Google Shape;112;p4"/>
          <p:cNvSpPr txBox="1"/>
          <p:nvPr/>
        </p:nvSpPr>
        <p:spPr>
          <a:xfrm>
            <a:off x="0" y="5158735"/>
            <a:ext cx="5568286" cy="731675"/>
          </a:xfrm>
          <a:prstGeom prst="rect">
            <a:avLst/>
          </a:prstGeom>
          <a:noFill/>
          <a:ln>
            <a:noFill/>
          </a:ln>
        </p:spPr>
        <p:txBody>
          <a:bodyPr spcFirstLastPara="1" wrap="square" lIns="36000" tIns="0" rIns="36000" bIns="0" anchor="t" anchorCtr="0">
            <a:spAutoFit/>
          </a:bodyPr>
          <a:lstStyle/>
          <a:p>
            <a:pPr marL="0" marR="0" lvl="0" indent="0" algn="ctr" rtl="0">
              <a:lnSpc>
                <a:spcPct val="150000"/>
              </a:lnSpc>
              <a:spcBef>
                <a:spcPts val="0"/>
              </a:spcBef>
              <a:spcAft>
                <a:spcPts val="0"/>
              </a:spcAft>
              <a:buNone/>
            </a:pPr>
            <a:r>
              <a:rPr lang="fr-FR" sz="2000" b="0" i="0" u="none" strike="noStrike" cap="none">
                <a:solidFill>
                  <a:srgbClr val="262626"/>
                </a:solidFill>
                <a:latin typeface="Arial"/>
                <a:ea typeface="Arial"/>
                <a:cs typeface="Arial"/>
                <a:sym typeface="Arial"/>
              </a:rPr>
              <a:t>Political System (Parlamentary Monarchy Vs Constitutional Federal Republic)</a:t>
            </a:r>
            <a:endParaRPr sz="2000" b="0" i="0" u="none" strike="noStrike" cap="none">
              <a:solidFill>
                <a:srgbClr val="262626"/>
              </a:solidFill>
              <a:latin typeface="Arial"/>
              <a:ea typeface="Arial"/>
              <a:cs typeface="Arial"/>
              <a:sym typeface="Arial"/>
            </a:endParaRPr>
          </a:p>
        </p:txBody>
      </p:sp>
      <p:sp>
        <p:nvSpPr>
          <p:cNvPr id="113" name="Google Shape;113;p4"/>
          <p:cNvSpPr txBox="1"/>
          <p:nvPr/>
        </p:nvSpPr>
        <p:spPr>
          <a:xfrm>
            <a:off x="207449" y="4715499"/>
            <a:ext cx="5632952"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262626"/>
                </a:solidFill>
                <a:latin typeface="Arial"/>
                <a:ea typeface="Arial"/>
                <a:cs typeface="Arial"/>
                <a:sym typeface="Arial"/>
              </a:rPr>
              <a:t>National Currency (Sterling Pound Vs US Dollar)</a:t>
            </a:r>
            <a:endParaRPr sz="2000" b="0" i="0" u="none" strike="noStrike" cap="none">
              <a:solidFill>
                <a:srgbClr val="262626"/>
              </a:solidFill>
              <a:latin typeface="Arial"/>
              <a:ea typeface="Arial"/>
              <a:cs typeface="Arial"/>
              <a:sym typeface="Arial"/>
            </a:endParaRPr>
          </a:p>
        </p:txBody>
      </p:sp>
      <p:sp>
        <p:nvSpPr>
          <p:cNvPr id="114" name="Google Shape;114;p4"/>
          <p:cNvSpPr txBox="1"/>
          <p:nvPr/>
        </p:nvSpPr>
        <p:spPr>
          <a:xfrm>
            <a:off x="7959373" y="4782899"/>
            <a:ext cx="4232627" cy="769441"/>
          </a:xfrm>
          <a:prstGeom prst="rect">
            <a:avLst/>
          </a:prstGeom>
          <a:noFill/>
          <a:ln>
            <a:noFill/>
          </a:ln>
        </p:spPr>
        <p:txBody>
          <a:bodyPr spcFirstLastPara="1" wrap="square" lIns="36000" tIns="0" rIns="36000" bIns="0" anchor="t" anchorCtr="0">
            <a:spAutoFit/>
          </a:bodyPr>
          <a:lstStyle/>
          <a:p>
            <a:pPr marL="0" marR="0" lvl="0" indent="0" algn="ctr" rtl="0">
              <a:lnSpc>
                <a:spcPct val="150000"/>
              </a:lnSpc>
              <a:spcBef>
                <a:spcPts val="0"/>
              </a:spcBef>
              <a:spcAft>
                <a:spcPts val="0"/>
              </a:spcAft>
              <a:buNone/>
            </a:pPr>
            <a:r>
              <a:rPr lang="fr-FR" sz="2000" b="0" i="0" u="none" strike="noStrike" cap="none">
                <a:solidFill>
                  <a:srgbClr val="262626"/>
                </a:solidFill>
                <a:latin typeface="Arial"/>
                <a:ea typeface="Arial"/>
                <a:cs typeface="Arial"/>
                <a:sym typeface="Arial"/>
              </a:rPr>
              <a:t>International Policy (WW2 &amp; NATO Military Alliances)</a:t>
            </a:r>
            <a:endParaRPr sz="2000" b="0" i="0" u="none" strike="noStrike" cap="none">
              <a:solidFill>
                <a:srgbClr val="262626"/>
              </a:solidFill>
              <a:latin typeface="Arial"/>
              <a:ea typeface="Arial"/>
              <a:cs typeface="Arial"/>
              <a:sym typeface="Arial"/>
            </a:endParaRPr>
          </a:p>
        </p:txBody>
      </p:sp>
      <p:sp>
        <p:nvSpPr>
          <p:cNvPr id="115" name="Google Shape;115;p4"/>
          <p:cNvSpPr txBox="1"/>
          <p:nvPr/>
        </p:nvSpPr>
        <p:spPr>
          <a:xfrm>
            <a:off x="7959373" y="5877658"/>
            <a:ext cx="4232627"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262626"/>
                </a:solidFill>
                <a:latin typeface="Arial"/>
                <a:ea typeface="Arial"/>
                <a:cs typeface="Arial"/>
                <a:sym typeface="Arial"/>
              </a:rPr>
              <a:t>Official religion (Christianity)</a:t>
            </a:r>
            <a:endParaRPr sz="2000" b="0" i="0" u="none" strike="noStrike" cap="none">
              <a:solidFill>
                <a:srgbClr val="262626"/>
              </a:solidFill>
              <a:latin typeface="Arial"/>
              <a:ea typeface="Arial"/>
              <a:cs typeface="Arial"/>
              <a:sym typeface="Arial"/>
            </a:endParaRPr>
          </a:p>
        </p:txBody>
      </p:sp>
      <p:pic>
        <p:nvPicPr>
          <p:cNvPr id="116" name="Google Shape;116;p4" descr="D:\Teaching &amp; Univ\ESPRIT\British Vs American\Pics\GIFS\CrispUntriedHare-size_restricted.gif"/>
          <p:cNvPicPr preferRelativeResize="0"/>
          <p:nvPr/>
        </p:nvPicPr>
        <p:blipFill rotWithShape="1">
          <a:blip r:embed="rId3">
            <a:alphaModFix/>
          </a:blip>
          <a:srcRect/>
          <a:stretch/>
        </p:blipFill>
        <p:spPr>
          <a:xfrm>
            <a:off x="1" y="1"/>
            <a:ext cx="4026089" cy="2524836"/>
          </a:xfrm>
          <a:prstGeom prst="rect">
            <a:avLst/>
          </a:prstGeom>
          <a:noFill/>
          <a:ln>
            <a:noFill/>
          </a:ln>
        </p:spPr>
      </p:pic>
      <p:sp>
        <p:nvSpPr>
          <p:cNvPr id="117" name="Google Shape;117;p4"/>
          <p:cNvSpPr txBox="1"/>
          <p:nvPr/>
        </p:nvSpPr>
        <p:spPr>
          <a:xfrm>
            <a:off x="259308" y="3760784"/>
            <a:ext cx="4531056" cy="384721"/>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262626"/>
                </a:solidFill>
                <a:latin typeface="Arial"/>
                <a:ea typeface="Arial"/>
                <a:cs typeface="Arial"/>
                <a:sym typeface="Arial"/>
              </a:rPr>
              <a:t>Dress Code (Casual US Vs Formal UK) </a:t>
            </a:r>
            <a:endParaRPr sz="2000" b="0" i="0" u="none" strike="noStrike" cap="none">
              <a:solidFill>
                <a:srgbClr val="262626"/>
              </a:solidFill>
              <a:latin typeface="Arial"/>
              <a:ea typeface="Arial"/>
              <a:cs typeface="Arial"/>
              <a:sym typeface="Arial"/>
            </a:endParaRPr>
          </a:p>
        </p:txBody>
      </p:sp>
      <p:sp>
        <p:nvSpPr>
          <p:cNvPr id="118" name="Google Shape;118;p4"/>
          <p:cNvSpPr txBox="1"/>
          <p:nvPr/>
        </p:nvSpPr>
        <p:spPr>
          <a:xfrm>
            <a:off x="245660" y="3257078"/>
            <a:ext cx="4531056" cy="346954"/>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262626"/>
                </a:solidFill>
                <a:latin typeface="Arial"/>
                <a:ea typeface="Arial"/>
                <a:cs typeface="Arial"/>
                <a:sym typeface="Arial"/>
              </a:rPr>
              <a:t>Map Location (Europe Vs America)</a:t>
            </a:r>
            <a:endParaRPr sz="2000" b="0" i="0" u="none" strike="noStrike" cap="none">
              <a:solidFill>
                <a:srgbClr val="262626"/>
              </a:solidFill>
              <a:latin typeface="Arial"/>
              <a:ea typeface="Arial"/>
              <a:cs typeface="Arial"/>
              <a:sym typeface="Arial"/>
            </a:endParaRPr>
          </a:p>
        </p:txBody>
      </p:sp>
      <p:sp>
        <p:nvSpPr>
          <p:cNvPr id="119" name="Google Shape;119;p4"/>
          <p:cNvSpPr txBox="1"/>
          <p:nvPr/>
        </p:nvSpPr>
        <p:spPr>
          <a:xfrm>
            <a:off x="245660" y="2711167"/>
            <a:ext cx="2702256" cy="346954"/>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262626"/>
                </a:solidFill>
                <a:latin typeface="Arial"/>
                <a:ea typeface="Arial"/>
                <a:cs typeface="Arial"/>
                <a:sym typeface="Arial"/>
              </a:rPr>
              <a:t>The Climate / Weather</a:t>
            </a:r>
            <a:endParaRPr sz="2000" b="0" i="0" u="none" strike="noStrike" cap="none">
              <a:solidFill>
                <a:srgbClr val="262626"/>
              </a:solidFill>
              <a:latin typeface="Arial"/>
              <a:ea typeface="Arial"/>
              <a:cs typeface="Arial"/>
              <a:sym typeface="Arial"/>
            </a:endParaRPr>
          </a:p>
        </p:txBody>
      </p:sp>
      <p:sp>
        <p:nvSpPr>
          <p:cNvPr id="120" name="Google Shape;120;p4"/>
          <p:cNvSpPr txBox="1"/>
          <p:nvPr/>
        </p:nvSpPr>
        <p:spPr>
          <a:xfrm>
            <a:off x="3688046" y="2767018"/>
            <a:ext cx="2702256" cy="346954"/>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262626"/>
                </a:solidFill>
                <a:latin typeface="Arial"/>
                <a:ea typeface="Arial"/>
                <a:cs typeface="Arial"/>
                <a:sym typeface="Arial"/>
              </a:rPr>
              <a:t>Food</a:t>
            </a:r>
            <a:endParaRPr sz="2000" b="0" i="0" u="none" strike="noStrike" cap="none">
              <a:solidFill>
                <a:srgbClr val="262626"/>
              </a:solidFill>
              <a:latin typeface="Arial"/>
              <a:ea typeface="Arial"/>
              <a:cs typeface="Arial"/>
              <a:sym typeface="Arial"/>
            </a:endParaRPr>
          </a:p>
        </p:txBody>
      </p:sp>
      <p:sp>
        <p:nvSpPr>
          <p:cNvPr id="121" name="Google Shape;121;p4"/>
          <p:cNvSpPr txBox="1"/>
          <p:nvPr/>
        </p:nvSpPr>
        <p:spPr>
          <a:xfrm>
            <a:off x="245241" y="4295358"/>
            <a:ext cx="4531056" cy="346954"/>
          </a:xfrm>
          <a:prstGeom prst="rect">
            <a:avLst/>
          </a:prstGeom>
          <a:noFill/>
          <a:ln>
            <a:noFill/>
          </a:ln>
        </p:spPr>
        <p:txBody>
          <a:bodyPr spcFirstLastPara="1" wrap="square" lIns="36000" tIns="0" rIns="36000" bIns="0" anchor="t" anchorCtr="0">
            <a:spAutoFit/>
          </a:bodyPr>
          <a:lstStyle/>
          <a:p>
            <a:pPr marL="0" marR="0" lvl="0" indent="0" algn="l" rtl="0">
              <a:lnSpc>
                <a:spcPct val="150000"/>
              </a:lnSpc>
              <a:spcBef>
                <a:spcPts val="0"/>
              </a:spcBef>
              <a:spcAft>
                <a:spcPts val="0"/>
              </a:spcAft>
              <a:buNone/>
            </a:pPr>
            <a:r>
              <a:rPr lang="fr-FR" sz="2000" b="0" i="0" u="none" strike="noStrike" cap="none">
                <a:solidFill>
                  <a:srgbClr val="262626"/>
                </a:solidFill>
                <a:latin typeface="Arial"/>
                <a:ea typeface="Arial"/>
                <a:cs typeface="Arial"/>
                <a:sym typeface="Arial"/>
              </a:rPr>
              <a:t>Lifestyle and traditions </a:t>
            </a:r>
            <a:endParaRPr sz="2000" b="0" i="0" u="none" strike="noStrike" cap="none">
              <a:solidFill>
                <a:srgbClr val="262626"/>
              </a:solidFill>
              <a:latin typeface="Arial"/>
              <a:ea typeface="Arial"/>
              <a:cs typeface="Arial"/>
              <a:sym typeface="Arial"/>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500"/>
                                        <p:tgtEl>
                                          <p:spTgt spid="1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0"/>
                                        </p:tgtEl>
                                        <p:attrNameLst>
                                          <p:attrName>style.visibility</p:attrName>
                                        </p:attrNameLst>
                                      </p:cBhvr>
                                      <p:to>
                                        <p:strVal val="visible"/>
                                      </p:to>
                                    </p:set>
                                    <p:animEffect transition="in" filter="fade">
                                      <p:cBhvr>
                                        <p:cTn id="12" dur="500"/>
                                        <p:tgtEl>
                                          <p:spTgt spid="1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8"/>
                                        </p:tgtEl>
                                        <p:attrNameLst>
                                          <p:attrName>style.visibility</p:attrName>
                                        </p:attrNameLst>
                                      </p:cBhvr>
                                      <p:to>
                                        <p:strVal val="visible"/>
                                      </p:to>
                                    </p:set>
                                    <p:animEffect transition="in" filter="fade">
                                      <p:cBhvr>
                                        <p:cTn id="17" dur="500"/>
                                        <p:tgtEl>
                                          <p:spTgt spid="1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7"/>
                                        </p:tgtEl>
                                        <p:attrNameLst>
                                          <p:attrName>style.visibility</p:attrName>
                                        </p:attrNameLst>
                                      </p:cBhvr>
                                      <p:to>
                                        <p:strVal val="visible"/>
                                      </p:to>
                                    </p:set>
                                    <p:animEffect transition="in" filter="fade">
                                      <p:cBhvr>
                                        <p:cTn id="22" dur="500"/>
                                        <p:tgtEl>
                                          <p:spTgt spid="1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1"/>
                                        </p:tgtEl>
                                        <p:attrNameLst>
                                          <p:attrName>style.visibility</p:attrName>
                                        </p:attrNameLst>
                                      </p:cBhvr>
                                      <p:to>
                                        <p:strVal val="visible"/>
                                      </p:to>
                                    </p:set>
                                    <p:animEffect transition="in" filter="fade">
                                      <p:cBhvr>
                                        <p:cTn id="27" dur="500"/>
                                        <p:tgtEl>
                                          <p:spTgt spid="1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3"/>
                                        </p:tgtEl>
                                        <p:attrNameLst>
                                          <p:attrName>style.visibility</p:attrName>
                                        </p:attrNameLst>
                                      </p:cBhvr>
                                      <p:to>
                                        <p:strVal val="visible"/>
                                      </p:to>
                                    </p:set>
                                    <p:animEffect transition="in" filter="fade">
                                      <p:cBhvr>
                                        <p:cTn id="32" dur="500"/>
                                        <p:tgtEl>
                                          <p:spTgt spid="1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2"/>
                                        </p:tgtEl>
                                        <p:attrNameLst>
                                          <p:attrName>style.visibility</p:attrName>
                                        </p:attrNameLst>
                                      </p:cBhvr>
                                      <p:to>
                                        <p:strVal val="visible"/>
                                      </p:to>
                                    </p:set>
                                    <p:animEffect transition="in" filter="fade">
                                      <p:cBhvr>
                                        <p:cTn id="37" dur="500"/>
                                        <p:tgtEl>
                                          <p:spTgt spid="1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1"/>
                                        </p:tgtEl>
                                        <p:attrNameLst>
                                          <p:attrName>style.visibility</p:attrName>
                                        </p:attrNameLst>
                                      </p:cBhvr>
                                      <p:to>
                                        <p:strVal val="visible"/>
                                      </p:to>
                                    </p:set>
                                    <p:animEffect transition="in" filter="fade">
                                      <p:cBhvr>
                                        <p:cTn id="42" dur="500"/>
                                        <p:tgtEl>
                                          <p:spTgt spid="1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4"/>
                                        </p:tgtEl>
                                        <p:attrNameLst>
                                          <p:attrName>style.visibility</p:attrName>
                                        </p:attrNameLst>
                                      </p:cBhvr>
                                      <p:to>
                                        <p:strVal val="visible"/>
                                      </p:to>
                                    </p:set>
                                    <p:animEffect transition="in" filter="fade">
                                      <p:cBhvr>
                                        <p:cTn id="47" dur="500"/>
                                        <p:tgtEl>
                                          <p:spTgt spid="11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15"/>
                                        </p:tgtEl>
                                        <p:attrNameLst>
                                          <p:attrName>style.visibility</p:attrName>
                                        </p:attrNameLst>
                                      </p:cBhvr>
                                      <p:to>
                                        <p:strVal val="visible"/>
                                      </p:to>
                                    </p:set>
                                    <p:animEffect transition="in" filter="fade">
                                      <p:cBhvr>
                                        <p:cTn id="52" dur="500"/>
                                        <p:tgtEl>
                                          <p:spTgt spid="11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9"/>
                                        </p:tgtEl>
                                        <p:attrNameLst>
                                          <p:attrName>style.visibility</p:attrName>
                                        </p:attrNameLst>
                                      </p:cBhvr>
                                      <p:to>
                                        <p:strVal val="visible"/>
                                      </p:to>
                                    </p:set>
                                    <p:animEffect transition="in" filter="fade">
                                      <p:cBhvr>
                                        <p:cTn id="57" dur="500"/>
                                        <p:tgtEl>
                                          <p:spTgt spid="109"/>
                                        </p:tgtEl>
                                      </p:cBhvr>
                                    </p:animEffect>
                                  </p:childTnLst>
                                </p:cTn>
                              </p:par>
                            </p:childTnLst>
                          </p:cTn>
                        </p:par>
                      </p:childTnLst>
                    </p:cTn>
                  </p:par>
                  <p:par>
                    <p:cTn id="58" fill="hold">
                      <p:stCondLst>
                        <p:cond delay="indefinite"/>
                      </p:stCondLst>
                      <p:childTnLst>
                        <p:par>
                          <p:cTn id="59" fill="hold">
                            <p:stCondLst>
                              <p:cond delay="0"/>
                            </p:stCondLst>
                            <p:childTnLst>
                              <p:par>
                                <p:cTn id="60" presetID="23" presetClass="entr" presetSubtype="16" fill="hold" nodeType="clickEffect">
                                  <p:stCondLst>
                                    <p:cond delay="0"/>
                                  </p:stCondLst>
                                  <p:childTnLst>
                                    <p:set>
                                      <p:cBhvr>
                                        <p:cTn id="61" dur="1" fill="hold">
                                          <p:stCondLst>
                                            <p:cond delay="0"/>
                                          </p:stCondLst>
                                        </p:cTn>
                                        <p:tgtEl>
                                          <p:spTgt spid="110"/>
                                        </p:tgtEl>
                                        <p:attrNameLst>
                                          <p:attrName>style.visibility</p:attrName>
                                        </p:attrNameLst>
                                      </p:cBhvr>
                                      <p:to>
                                        <p:strVal val="visible"/>
                                      </p:to>
                                    </p:set>
                                    <p:anim calcmode="lin" valueType="num">
                                      <p:cBhvr additive="base">
                                        <p:cTn id="62" dur="500"/>
                                        <p:tgtEl>
                                          <p:spTgt spid="110"/>
                                        </p:tgtEl>
                                        <p:attrNameLst>
                                          <p:attrName>ppt_w</p:attrName>
                                        </p:attrNameLst>
                                      </p:cBhvr>
                                      <p:tavLst>
                                        <p:tav tm="0">
                                          <p:val>
                                            <p:strVal val="0"/>
                                          </p:val>
                                        </p:tav>
                                        <p:tav tm="100000">
                                          <p:val>
                                            <p:strVal val="#ppt_w"/>
                                          </p:val>
                                        </p:tav>
                                      </p:tavLst>
                                    </p:anim>
                                    <p:anim calcmode="lin" valueType="num">
                                      <p:cBhvr additive="base">
                                        <p:cTn id="63" dur="500"/>
                                        <p:tgtEl>
                                          <p:spTgt spid="110"/>
                                        </p:tgtEl>
                                        <p:attrNameLst>
                                          <p:attrName>ppt_h</p:attrName>
                                        </p:attrNameLst>
                                      </p:cBhvr>
                                      <p:tavLst>
                                        <p:tav tm="0">
                                          <p:val>
                                            <p:str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8" presetClass="emph" presetSubtype="0" fill="hold" nodeType="clickEffect">
                                  <p:stCondLst>
                                    <p:cond delay="0"/>
                                  </p:stCondLst>
                                  <p:childTnLst>
                                    <p:animRot by="-21600000">
                                      <p:cBhvr>
                                        <p:cTn id="67" dur="2000" fill="hold"/>
                                        <p:tgtEl>
                                          <p:spTgt spid="1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25"/>
        <p:cNvGrpSpPr/>
        <p:nvPr/>
      </p:nvGrpSpPr>
      <p:grpSpPr>
        <a:xfrm>
          <a:off x="0" y="0"/>
          <a:ext cx="0" cy="0"/>
          <a:chOff x="0" y="0"/>
          <a:chExt cx="0" cy="0"/>
        </a:xfrm>
      </p:grpSpPr>
      <p:sp>
        <p:nvSpPr>
          <p:cNvPr id="126" name="Google Shape;126;p5"/>
          <p:cNvSpPr txBox="1">
            <a:spLocks noGrp="1"/>
          </p:cNvSpPr>
          <p:nvPr>
            <p:ph type="title"/>
          </p:nvPr>
        </p:nvSpPr>
        <p:spPr>
          <a:xfrm>
            <a:off x="-253218" y="962351"/>
            <a:ext cx="12192000" cy="77577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45F92"/>
              </a:buClr>
              <a:buSzPts val="5400"/>
              <a:buFont typeface="Overlock"/>
              <a:buNone/>
            </a:pPr>
            <a:r>
              <a:rPr lang="fr-FR" sz="5400" dirty="0">
                <a:solidFill>
                  <a:srgbClr val="045F92"/>
                </a:solidFill>
                <a:latin typeface="Overlock"/>
                <a:ea typeface="Overlock"/>
                <a:cs typeface="Overlock"/>
                <a:sym typeface="Overlock"/>
              </a:rPr>
              <a:t>One </a:t>
            </a:r>
            <a:r>
              <a:rPr lang="fr-FR" sz="5400" dirty="0" err="1">
                <a:solidFill>
                  <a:srgbClr val="045F92"/>
                </a:solidFill>
                <a:latin typeface="Overlock"/>
                <a:ea typeface="Overlock"/>
                <a:cs typeface="Overlock"/>
                <a:sym typeface="Overlock"/>
              </a:rPr>
              <a:t>Language</a:t>
            </a:r>
            <a:r>
              <a:rPr lang="fr-FR" sz="5400" dirty="0">
                <a:solidFill>
                  <a:srgbClr val="3F3F3F"/>
                </a:solidFill>
                <a:latin typeface="Overlock"/>
                <a:ea typeface="Overlock"/>
                <a:cs typeface="Overlock"/>
                <a:sym typeface="Overlock"/>
              </a:rPr>
              <a:t>, </a:t>
            </a:r>
            <a:r>
              <a:rPr lang="fr-FR" sz="5400" dirty="0" err="1">
                <a:solidFill>
                  <a:srgbClr val="FF0000"/>
                </a:solidFill>
                <a:latin typeface="Overlock"/>
                <a:ea typeface="Overlock"/>
                <a:cs typeface="Overlock"/>
                <a:sym typeface="Overlock"/>
              </a:rPr>
              <a:t>Two</a:t>
            </a:r>
            <a:r>
              <a:rPr lang="fr-FR" sz="5400" dirty="0">
                <a:solidFill>
                  <a:srgbClr val="FF0000"/>
                </a:solidFill>
                <a:latin typeface="Overlock"/>
                <a:ea typeface="Overlock"/>
                <a:cs typeface="Overlock"/>
                <a:sym typeface="Overlock"/>
              </a:rPr>
              <a:t> Cultures..</a:t>
            </a:r>
            <a:endParaRPr sz="5400" dirty="0">
              <a:solidFill>
                <a:srgbClr val="FF0000"/>
              </a:solidFill>
              <a:latin typeface="Overlock"/>
              <a:ea typeface="Overlock"/>
              <a:cs typeface="Overlock"/>
              <a:sym typeface="Overlock"/>
            </a:endParaRPr>
          </a:p>
        </p:txBody>
      </p:sp>
      <p:pic>
        <p:nvPicPr>
          <p:cNvPr id="127" name="Google Shape;127;p5" descr="C:\Users\Ирина\Desktop\НОУ1\амерБрит.jpg"/>
          <p:cNvPicPr preferRelativeResize="0"/>
          <p:nvPr/>
        </p:nvPicPr>
        <p:blipFill rotWithShape="1">
          <a:blip r:embed="rId3">
            <a:alphaModFix/>
          </a:blip>
          <a:srcRect/>
          <a:stretch/>
        </p:blipFill>
        <p:spPr>
          <a:xfrm flipH="1">
            <a:off x="373068" y="2408907"/>
            <a:ext cx="6241012" cy="3658524"/>
          </a:xfrm>
          <a:prstGeom prst="rect">
            <a:avLst/>
          </a:prstGeom>
          <a:noFill/>
          <a:ln>
            <a:noFill/>
          </a:ln>
        </p:spPr>
      </p:pic>
      <p:sp>
        <p:nvSpPr>
          <p:cNvPr id="128" name="Google Shape;128;p5"/>
          <p:cNvSpPr txBox="1">
            <a:spLocks noGrp="1"/>
          </p:cNvSpPr>
          <p:nvPr>
            <p:ph type="body" idx="1"/>
          </p:nvPr>
        </p:nvSpPr>
        <p:spPr>
          <a:xfrm>
            <a:off x="0" y="0"/>
            <a:ext cx="8666328" cy="419379"/>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23F61"/>
              </a:buClr>
              <a:buSzPts val="2400"/>
              <a:buNone/>
            </a:pPr>
            <a:r>
              <a:rPr lang="fr-FR" b="1" dirty="0">
                <a:solidFill>
                  <a:srgbClr val="023F61"/>
                </a:solidFill>
              </a:rPr>
              <a:t>CCCA3 	Lesson 02</a:t>
            </a:r>
            <a:endParaRPr b="1" dirty="0">
              <a:solidFill>
                <a:srgbClr val="023F61"/>
              </a:solidFill>
            </a:endParaRPr>
          </a:p>
        </p:txBody>
      </p:sp>
      <p:pic>
        <p:nvPicPr>
          <p:cNvPr id="129" name="Google Shape;129;p5"/>
          <p:cNvPicPr preferRelativeResize="0"/>
          <p:nvPr/>
        </p:nvPicPr>
        <p:blipFill rotWithShape="1">
          <a:blip r:embed="rId4">
            <a:alphaModFix/>
          </a:blip>
          <a:srcRect/>
          <a:stretch/>
        </p:blipFill>
        <p:spPr>
          <a:xfrm>
            <a:off x="7717625" y="5622878"/>
            <a:ext cx="4474375" cy="1235121"/>
          </a:xfrm>
          <a:prstGeom prst="rect">
            <a:avLst/>
          </a:prstGeom>
          <a:gradFill>
            <a:gsLst>
              <a:gs pos="0">
                <a:srgbClr val="0573AF">
                  <a:alpha val="0"/>
                </a:srgbClr>
              </a:gs>
              <a:gs pos="50000">
                <a:srgbClr val="FFFFFF"/>
              </a:gs>
              <a:gs pos="100000">
                <a:srgbClr val="A88573"/>
              </a:gs>
            </a:gsLst>
            <a:lin ang="2520000" scaled="0"/>
          </a:gradFill>
          <a:ln>
            <a:noFill/>
          </a:ln>
        </p:spPr>
      </p:pic>
      <p:pic>
        <p:nvPicPr>
          <p:cNvPr id="130" name="Google Shape;130;p5" descr="C:\Users\Lenovo\OneDrive\Desktop\American-English.jpg"/>
          <p:cNvPicPr preferRelativeResize="0"/>
          <p:nvPr/>
        </p:nvPicPr>
        <p:blipFill rotWithShape="1">
          <a:blip r:embed="rId5">
            <a:alphaModFix/>
          </a:blip>
          <a:srcRect r="1503" b="12888"/>
          <a:stretch/>
        </p:blipFill>
        <p:spPr>
          <a:xfrm>
            <a:off x="7387501" y="2602523"/>
            <a:ext cx="4246480" cy="2475913"/>
          </a:xfrm>
          <a:prstGeom prst="rect">
            <a:avLst/>
          </a:prstGeom>
          <a:noFill/>
          <a:ln>
            <a:noFill/>
          </a:ln>
        </p:spPr>
      </p:pic>
    </p:spTree>
  </p:cSld>
  <p:clrMapOvr>
    <a:masterClrMapping/>
  </p:clrMapOvr>
  <p:transition>
    <p:wipe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59002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23F61"/>
              </a:buClr>
              <a:buSzPts val="4800"/>
              <a:buFont typeface="Arial"/>
              <a:buNone/>
            </a:pPr>
            <a:r>
              <a:rPr lang="fr-FR" sz="4800">
                <a:solidFill>
                  <a:srgbClr val="023F61"/>
                </a:solidFill>
              </a:rPr>
              <a:t>Learning Outcomes</a:t>
            </a:r>
            <a:endParaRPr sz="4800">
              <a:solidFill>
                <a:srgbClr val="023F61"/>
              </a:solidFill>
            </a:endParaRPr>
          </a:p>
        </p:txBody>
      </p:sp>
      <p:sp>
        <p:nvSpPr>
          <p:cNvPr id="136" name="Google Shape;136;p6"/>
          <p:cNvSpPr txBox="1">
            <a:spLocks noGrp="1"/>
          </p:cNvSpPr>
          <p:nvPr>
            <p:ph type="body" idx="1"/>
          </p:nvPr>
        </p:nvSpPr>
        <p:spPr>
          <a:xfrm>
            <a:off x="300251" y="1965962"/>
            <a:ext cx="10972800" cy="4525963"/>
          </a:xfrm>
          <a:prstGeom prst="rect">
            <a:avLst/>
          </a:prstGeom>
          <a:noFill/>
          <a:ln>
            <a:noFill/>
          </a:ln>
        </p:spPr>
        <p:txBody>
          <a:bodyPr spcFirstLastPara="1" wrap="square" lIns="91425" tIns="45700" rIns="91425" bIns="45700" anchor="t" anchorCtr="0">
            <a:noAutofit/>
          </a:bodyPr>
          <a:lstStyle/>
          <a:p>
            <a:pPr marL="514350" lvl="0" indent="-514350" algn="l" rtl="0">
              <a:lnSpc>
                <a:spcPct val="150000"/>
              </a:lnSpc>
              <a:spcBef>
                <a:spcPts val="0"/>
              </a:spcBef>
              <a:spcAft>
                <a:spcPts val="0"/>
              </a:spcAft>
              <a:buClr>
                <a:srgbClr val="023F61"/>
              </a:buClr>
              <a:buSzPts val="2800"/>
              <a:buFont typeface="Arial"/>
              <a:buAutoNum type="arabicPeriod"/>
            </a:pPr>
            <a:r>
              <a:rPr lang="fr-FR" dirty="0">
                <a:solidFill>
                  <a:srgbClr val="023F61"/>
                </a:solidFill>
              </a:rPr>
              <a:t>Relate to English </a:t>
            </a:r>
            <a:r>
              <a:rPr lang="fr-FR" dirty="0" err="1">
                <a:solidFill>
                  <a:srgbClr val="023F61"/>
                </a:solidFill>
              </a:rPr>
              <a:t>language</a:t>
            </a:r>
            <a:r>
              <a:rPr lang="fr-FR" dirty="0">
                <a:solidFill>
                  <a:srgbClr val="023F61"/>
                </a:solidFill>
              </a:rPr>
              <a:t> </a:t>
            </a:r>
            <a:r>
              <a:rPr lang="fr-FR" dirty="0" err="1">
                <a:solidFill>
                  <a:srgbClr val="023F61"/>
                </a:solidFill>
              </a:rPr>
              <a:t>origins</a:t>
            </a:r>
            <a:r>
              <a:rPr lang="fr-FR" dirty="0">
                <a:solidFill>
                  <a:srgbClr val="023F61"/>
                </a:solidFill>
              </a:rPr>
              <a:t> &amp; variations</a:t>
            </a:r>
            <a:endParaRPr dirty="0">
              <a:solidFill>
                <a:srgbClr val="023F61"/>
              </a:solidFill>
            </a:endParaRPr>
          </a:p>
          <a:p>
            <a:pPr marL="514350" lvl="0" indent="-514350" algn="l" rtl="0">
              <a:lnSpc>
                <a:spcPct val="150000"/>
              </a:lnSpc>
              <a:spcBef>
                <a:spcPts val="1000"/>
              </a:spcBef>
              <a:spcAft>
                <a:spcPts val="0"/>
              </a:spcAft>
              <a:buClr>
                <a:srgbClr val="023F61"/>
              </a:buClr>
              <a:buSzPts val="2800"/>
              <a:buFont typeface="Arial"/>
              <a:buAutoNum type="arabicPeriod"/>
            </a:pPr>
            <a:r>
              <a:rPr lang="fr-FR" dirty="0">
                <a:solidFill>
                  <a:srgbClr val="023F61"/>
                </a:solidFill>
              </a:rPr>
              <a:t>Tell </a:t>
            </a:r>
            <a:r>
              <a:rPr lang="fr-FR" dirty="0" err="1">
                <a:solidFill>
                  <a:srgbClr val="023F61"/>
                </a:solidFill>
              </a:rPr>
              <a:t>Language</a:t>
            </a:r>
            <a:r>
              <a:rPr lang="fr-FR" dirty="0">
                <a:solidFill>
                  <a:srgbClr val="023F61"/>
                </a:solidFill>
              </a:rPr>
              <a:t> </a:t>
            </a:r>
            <a:r>
              <a:rPr lang="fr-FR" dirty="0" err="1">
                <a:solidFill>
                  <a:srgbClr val="023F61"/>
                </a:solidFill>
              </a:rPr>
              <a:t>differences</a:t>
            </a:r>
            <a:r>
              <a:rPr lang="fr-FR" dirty="0">
                <a:solidFill>
                  <a:srgbClr val="023F61"/>
                </a:solidFill>
              </a:rPr>
              <a:t> </a:t>
            </a:r>
            <a:r>
              <a:rPr lang="fr-FR" dirty="0" err="1">
                <a:solidFill>
                  <a:srgbClr val="023F61"/>
                </a:solidFill>
              </a:rPr>
              <a:t>between</a:t>
            </a:r>
            <a:r>
              <a:rPr lang="fr-FR" dirty="0">
                <a:solidFill>
                  <a:srgbClr val="023F61"/>
                </a:solidFill>
              </a:rPr>
              <a:t> </a:t>
            </a:r>
            <a:r>
              <a:rPr lang="fr-FR" dirty="0" err="1">
                <a:solidFill>
                  <a:srgbClr val="023F61"/>
                </a:solidFill>
              </a:rPr>
              <a:t>BrE</a:t>
            </a:r>
            <a:r>
              <a:rPr lang="fr-FR" dirty="0">
                <a:solidFill>
                  <a:srgbClr val="023F61"/>
                </a:solidFill>
              </a:rPr>
              <a:t> &amp; </a:t>
            </a:r>
            <a:r>
              <a:rPr lang="fr-FR" dirty="0" err="1">
                <a:solidFill>
                  <a:srgbClr val="023F61"/>
                </a:solidFill>
              </a:rPr>
              <a:t>AmE</a:t>
            </a:r>
            <a:endParaRPr dirty="0">
              <a:solidFill>
                <a:srgbClr val="023F61"/>
              </a:solidFill>
            </a:endParaRPr>
          </a:p>
          <a:p>
            <a:pPr marL="514350" lvl="0" indent="-514350" algn="l" rtl="0">
              <a:lnSpc>
                <a:spcPct val="150000"/>
              </a:lnSpc>
              <a:spcBef>
                <a:spcPts val="1000"/>
              </a:spcBef>
              <a:spcAft>
                <a:spcPts val="0"/>
              </a:spcAft>
              <a:buClr>
                <a:srgbClr val="023F61"/>
              </a:buClr>
              <a:buSzPts val="2800"/>
              <a:buFont typeface="Arial"/>
              <a:buAutoNum type="arabicPeriod"/>
            </a:pPr>
            <a:r>
              <a:rPr lang="fr-FR" dirty="0" err="1">
                <a:solidFill>
                  <a:srgbClr val="023F61"/>
                </a:solidFill>
              </a:rPr>
              <a:t>Identify</a:t>
            </a:r>
            <a:r>
              <a:rPr lang="fr-FR" dirty="0">
                <a:solidFill>
                  <a:srgbClr val="023F61"/>
                </a:solidFill>
              </a:rPr>
              <a:t> </a:t>
            </a:r>
            <a:r>
              <a:rPr lang="fr-FR" dirty="0" err="1">
                <a:solidFill>
                  <a:srgbClr val="023F61"/>
                </a:solidFill>
              </a:rPr>
              <a:t>borrowed</a:t>
            </a:r>
            <a:r>
              <a:rPr lang="fr-FR" dirty="0">
                <a:solidFill>
                  <a:srgbClr val="023F61"/>
                </a:solidFill>
              </a:rPr>
              <a:t> </a:t>
            </a:r>
            <a:r>
              <a:rPr lang="fr-FR" dirty="0" err="1">
                <a:solidFill>
                  <a:srgbClr val="023F61"/>
                </a:solidFill>
              </a:rPr>
              <a:t>words</a:t>
            </a:r>
            <a:r>
              <a:rPr lang="fr-FR" dirty="0">
                <a:solidFill>
                  <a:srgbClr val="023F61"/>
                </a:solidFill>
              </a:rPr>
              <a:t> in English </a:t>
            </a:r>
            <a:r>
              <a:rPr lang="fr-FR" dirty="0" err="1">
                <a:solidFill>
                  <a:srgbClr val="023F61"/>
                </a:solidFill>
              </a:rPr>
              <a:t>language</a:t>
            </a:r>
            <a:endParaRPr dirty="0">
              <a:solidFill>
                <a:srgbClr val="023F61"/>
              </a:solidFill>
            </a:endParaRPr>
          </a:p>
          <a:p>
            <a:pPr marL="514350" lvl="0" indent="-514350" algn="l" rtl="0">
              <a:lnSpc>
                <a:spcPct val="150000"/>
              </a:lnSpc>
              <a:spcBef>
                <a:spcPts val="1000"/>
              </a:spcBef>
              <a:spcAft>
                <a:spcPts val="0"/>
              </a:spcAft>
              <a:buClr>
                <a:srgbClr val="023F61"/>
              </a:buClr>
              <a:buSzPts val="2800"/>
              <a:buFont typeface="Arial"/>
              <a:buAutoNum type="arabicPeriod"/>
            </a:pPr>
            <a:r>
              <a:rPr lang="fr-FR" dirty="0">
                <a:solidFill>
                  <a:srgbClr val="023F61"/>
                </a:solidFill>
              </a:rPr>
              <a:t>Use Past </a:t>
            </a:r>
            <a:r>
              <a:rPr lang="fr-FR" dirty="0" err="1">
                <a:solidFill>
                  <a:srgbClr val="023F61"/>
                </a:solidFill>
              </a:rPr>
              <a:t>Perfect</a:t>
            </a:r>
            <a:r>
              <a:rPr lang="fr-FR" dirty="0">
                <a:solidFill>
                  <a:srgbClr val="023F61"/>
                </a:solidFill>
              </a:rPr>
              <a:t> </a:t>
            </a:r>
            <a:r>
              <a:rPr lang="fr-FR" dirty="0" err="1">
                <a:solidFill>
                  <a:srgbClr val="023F61"/>
                </a:solidFill>
              </a:rPr>
              <a:t>tenses</a:t>
            </a:r>
            <a:r>
              <a:rPr lang="fr-FR" dirty="0">
                <a:solidFill>
                  <a:srgbClr val="023F61"/>
                </a:solidFill>
              </a:rPr>
              <a:t> </a:t>
            </a:r>
            <a:r>
              <a:rPr lang="fr-FR" dirty="0" err="1">
                <a:solidFill>
                  <a:srgbClr val="023F61"/>
                </a:solidFill>
              </a:rPr>
              <a:t>correctly</a:t>
            </a:r>
            <a:endParaRPr dirty="0">
              <a:solidFill>
                <a:srgbClr val="023F61"/>
              </a:solidFill>
            </a:endParaRPr>
          </a:p>
        </p:txBody>
      </p:sp>
      <p:sp>
        <p:nvSpPr>
          <p:cNvPr id="137" name="Google Shape;137;p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fr-FR"/>
              <a:t>6</a:t>
            </a:fld>
            <a:endParaRPr/>
          </a:p>
        </p:txBody>
      </p:sp>
      <p:sp>
        <p:nvSpPr>
          <p:cNvPr id="138" name="Google Shape;138;p6"/>
          <p:cNvSpPr txBox="1"/>
          <p:nvPr/>
        </p:nvSpPr>
        <p:spPr>
          <a:xfrm>
            <a:off x="295422" y="1311091"/>
            <a:ext cx="10480430" cy="419379"/>
          </a:xfrm>
          <a:prstGeom prst="rect">
            <a:avLst/>
          </a:prstGeom>
          <a:noFill/>
          <a:ln>
            <a:noFill/>
          </a:ln>
        </p:spPr>
        <p:txBody>
          <a:bodyPr spcFirstLastPara="1" wrap="square" lIns="91425" tIns="45700" rIns="91425" bIns="45700" anchor="t" anchorCtr="0">
            <a:noAutofit/>
          </a:bodyPr>
          <a:lstStyle/>
          <a:p>
            <a:pPr marL="685800" marR="0" lvl="1" indent="-228600" algn="l" rtl="0">
              <a:lnSpc>
                <a:spcPct val="90000"/>
              </a:lnSpc>
              <a:spcBef>
                <a:spcPts val="0"/>
              </a:spcBef>
              <a:spcAft>
                <a:spcPts val="0"/>
              </a:spcAft>
              <a:buNone/>
            </a:pPr>
            <a:r>
              <a:rPr lang="fr-FR" sz="3200" b="1" i="0" u="none" strike="noStrike" cap="none">
                <a:solidFill>
                  <a:srgbClr val="C00000"/>
                </a:solidFill>
                <a:latin typeface="Arial"/>
                <a:ea typeface="Arial"/>
                <a:cs typeface="Arial"/>
                <a:sym typeface="Arial"/>
              </a:rPr>
              <a:t>By the end of this session you will be able to: </a:t>
            </a:r>
            <a:endParaRPr sz="3200" b="1" i="0" u="none" strike="noStrike" cap="none">
              <a:solidFill>
                <a:srgbClr val="C00000"/>
              </a:solidFill>
              <a:latin typeface="Arial"/>
              <a:ea typeface="Arial"/>
              <a:cs typeface="Arial"/>
              <a:sym typeface="Arial"/>
            </a:endParaRPr>
          </a:p>
        </p:txBody>
      </p:sp>
      <p:pic>
        <p:nvPicPr>
          <p:cNvPr id="139" name="Google Shape;139;p6" descr="D:\Teaching &amp; Univ\ESPRIT\British Vs American\Pics\British-vs-American-English.png"/>
          <p:cNvPicPr preferRelativeResize="0"/>
          <p:nvPr/>
        </p:nvPicPr>
        <p:blipFill rotWithShape="1">
          <a:blip r:embed="rId3">
            <a:alphaModFix/>
          </a:blip>
          <a:srcRect l="53903" r="8652" b="-3229"/>
          <a:stretch/>
        </p:blipFill>
        <p:spPr>
          <a:xfrm>
            <a:off x="9439422" y="524988"/>
            <a:ext cx="2752578" cy="602593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6">
                                            <p:txEl>
                                              <p:pRg st="0" end="0"/>
                                            </p:txEl>
                                          </p:spTgt>
                                        </p:tgtEl>
                                        <p:attrNameLst>
                                          <p:attrName>style.visibility</p:attrName>
                                        </p:attrNameLst>
                                      </p:cBhvr>
                                      <p:to>
                                        <p:strVal val="visible"/>
                                      </p:to>
                                    </p:set>
                                    <p:animEffect transition="in" filter="fade">
                                      <p:cBhvr>
                                        <p:cTn id="7" dur="500"/>
                                        <p:tgtEl>
                                          <p:spTgt spid="1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6">
                                            <p:txEl>
                                              <p:pRg st="1" end="1"/>
                                            </p:txEl>
                                          </p:spTgt>
                                        </p:tgtEl>
                                        <p:attrNameLst>
                                          <p:attrName>style.visibility</p:attrName>
                                        </p:attrNameLst>
                                      </p:cBhvr>
                                      <p:to>
                                        <p:strVal val="visible"/>
                                      </p:to>
                                    </p:set>
                                    <p:animEffect transition="in" filter="fade">
                                      <p:cBhvr>
                                        <p:cTn id="12" dur="500"/>
                                        <p:tgtEl>
                                          <p:spTgt spid="13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6">
                                            <p:txEl>
                                              <p:pRg st="2" end="2"/>
                                            </p:txEl>
                                          </p:spTgt>
                                        </p:tgtEl>
                                        <p:attrNameLst>
                                          <p:attrName>style.visibility</p:attrName>
                                        </p:attrNameLst>
                                      </p:cBhvr>
                                      <p:to>
                                        <p:strVal val="visible"/>
                                      </p:to>
                                    </p:set>
                                    <p:animEffect transition="in" filter="fade">
                                      <p:cBhvr>
                                        <p:cTn id="17" dur="500"/>
                                        <p:tgtEl>
                                          <p:spTgt spid="13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6">
                                            <p:txEl>
                                              <p:pRg st="3" end="3"/>
                                            </p:txEl>
                                          </p:spTgt>
                                        </p:tgtEl>
                                        <p:attrNameLst>
                                          <p:attrName>style.visibility</p:attrName>
                                        </p:attrNameLst>
                                      </p:cBhvr>
                                      <p:to>
                                        <p:strVal val="visible"/>
                                      </p:to>
                                    </p:set>
                                    <p:animEffect transition="in" filter="fade">
                                      <p:cBhvr>
                                        <p:cTn id="22" dur="500"/>
                                        <p:tgtEl>
                                          <p:spTgt spid="13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7"/>
          <p:cNvSpPr txBox="1">
            <a:spLocks noGrp="1"/>
          </p:cNvSpPr>
          <p:nvPr>
            <p:ph type="title"/>
          </p:nvPr>
        </p:nvSpPr>
        <p:spPr>
          <a:xfrm>
            <a:off x="555376" y="-19694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800"/>
              <a:buFont typeface="Corben"/>
              <a:buNone/>
            </a:pPr>
            <a:r>
              <a:rPr lang="fr-FR" sz="4800">
                <a:solidFill>
                  <a:srgbClr val="C00000"/>
                </a:solidFill>
                <a:latin typeface="Corben"/>
                <a:ea typeface="Corben"/>
                <a:cs typeface="Corben"/>
                <a:sym typeface="Corben"/>
              </a:rPr>
              <a:t>Presentation Outline</a:t>
            </a:r>
            <a:endParaRPr sz="4800">
              <a:solidFill>
                <a:srgbClr val="C00000"/>
              </a:solidFill>
              <a:latin typeface="Corben"/>
              <a:ea typeface="Corben"/>
              <a:cs typeface="Corben"/>
              <a:sym typeface="Corben"/>
            </a:endParaRPr>
          </a:p>
        </p:txBody>
      </p:sp>
      <p:sp>
        <p:nvSpPr>
          <p:cNvPr id="145" name="Google Shape;145;p7"/>
          <p:cNvSpPr txBox="1"/>
          <p:nvPr/>
        </p:nvSpPr>
        <p:spPr>
          <a:xfrm>
            <a:off x="5764052" y="6356350"/>
            <a:ext cx="21336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23F61"/>
              </a:buClr>
              <a:buSzPts val="1800"/>
              <a:buFont typeface="Arial"/>
              <a:buNone/>
            </a:pPr>
            <a:fld id="{00000000-1234-1234-1234-123412341234}" type="slidenum">
              <a:rPr lang="fr-FR" sz="1800" b="0" i="0" u="none" strike="noStrike" cap="none">
                <a:solidFill>
                  <a:srgbClr val="023F61"/>
                </a:solidFill>
                <a:latin typeface="Arial"/>
                <a:ea typeface="Arial"/>
                <a:cs typeface="Arial"/>
                <a:sym typeface="Arial"/>
              </a:rPr>
              <a:t>7</a:t>
            </a:fld>
            <a:endParaRPr sz="1800" b="0" i="0" u="none" strike="noStrike" cap="none">
              <a:solidFill>
                <a:srgbClr val="023F61"/>
              </a:solidFill>
              <a:latin typeface="Arial"/>
              <a:ea typeface="Arial"/>
              <a:cs typeface="Arial"/>
              <a:sym typeface="Arial"/>
            </a:endParaRPr>
          </a:p>
        </p:txBody>
      </p:sp>
      <p:grpSp>
        <p:nvGrpSpPr>
          <p:cNvPr id="146" name="Google Shape;146;p7"/>
          <p:cNvGrpSpPr/>
          <p:nvPr/>
        </p:nvGrpSpPr>
        <p:grpSpPr>
          <a:xfrm>
            <a:off x="1459427" y="2442516"/>
            <a:ext cx="2500330" cy="2500331"/>
            <a:chOff x="4253833" y="2037467"/>
            <a:chExt cx="3578202" cy="3578202"/>
          </a:xfrm>
        </p:grpSpPr>
        <p:sp>
          <p:nvSpPr>
            <p:cNvPr id="147" name="Google Shape;147;p7"/>
            <p:cNvSpPr/>
            <p:nvPr/>
          </p:nvSpPr>
          <p:spPr>
            <a:xfrm>
              <a:off x="4253833" y="2037467"/>
              <a:ext cx="3578202" cy="3578202"/>
            </a:xfrm>
            <a:prstGeom prst="ellipse">
              <a:avLst/>
            </a:prstGeom>
            <a:gradFill>
              <a:gsLst>
                <a:gs pos="0">
                  <a:srgbClr val="EE4D47"/>
                </a:gs>
                <a:gs pos="50000">
                  <a:srgbClr val="F11E00"/>
                </a:gs>
                <a:gs pos="100000">
                  <a:srgbClr val="DE1200"/>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148" name="Google Shape;148;p7"/>
            <p:cNvGrpSpPr/>
            <p:nvPr/>
          </p:nvGrpSpPr>
          <p:grpSpPr>
            <a:xfrm>
              <a:off x="4662770" y="2353743"/>
              <a:ext cx="2760327" cy="2565276"/>
              <a:chOff x="4715778" y="2512767"/>
              <a:chExt cx="2760327" cy="2565276"/>
            </a:xfrm>
          </p:grpSpPr>
          <p:sp>
            <p:nvSpPr>
              <p:cNvPr id="149" name="Google Shape;149;p7"/>
              <p:cNvSpPr txBox="1"/>
              <p:nvPr/>
            </p:nvSpPr>
            <p:spPr>
              <a:xfrm>
                <a:off x="5181522" y="2512767"/>
                <a:ext cx="1722739" cy="1328547"/>
              </a:xfrm>
              <a:prstGeom prst="rect">
                <a:avLst/>
              </a:prstGeom>
              <a:gradFill>
                <a:gsLst>
                  <a:gs pos="0">
                    <a:srgbClr val="EE4D47"/>
                  </a:gs>
                  <a:gs pos="50000">
                    <a:srgbClr val="F11E00"/>
                  </a:gs>
                  <a:gs pos="100000">
                    <a:srgbClr val="DE1200"/>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7200" b="1" i="0" u="none" strike="noStrike" cap="none">
                    <a:solidFill>
                      <a:srgbClr val="E6E7E9"/>
                    </a:solidFill>
                    <a:latin typeface="Times New Roman"/>
                    <a:ea typeface="Times New Roman"/>
                    <a:cs typeface="Times New Roman"/>
                    <a:sym typeface="Times New Roman"/>
                  </a:rPr>
                  <a:t>1</a:t>
                </a:r>
                <a:endParaRPr sz="7200" b="1" i="0" u="none" strike="noStrike" cap="none">
                  <a:solidFill>
                    <a:srgbClr val="E6E7E9"/>
                  </a:solidFill>
                  <a:latin typeface="Times New Roman"/>
                  <a:ea typeface="Times New Roman"/>
                  <a:cs typeface="Times New Roman"/>
                  <a:sym typeface="Times New Roman"/>
                </a:endParaRPr>
              </a:p>
            </p:txBody>
          </p:sp>
          <p:sp>
            <p:nvSpPr>
              <p:cNvPr id="150" name="Google Shape;150;p7"/>
              <p:cNvSpPr txBox="1"/>
              <p:nvPr/>
            </p:nvSpPr>
            <p:spPr>
              <a:xfrm>
                <a:off x="4715778" y="4241177"/>
                <a:ext cx="2760327" cy="836866"/>
              </a:xfrm>
              <a:prstGeom prst="rect">
                <a:avLst/>
              </a:prstGeom>
              <a:gradFill>
                <a:gsLst>
                  <a:gs pos="0">
                    <a:srgbClr val="EE4D47"/>
                  </a:gs>
                  <a:gs pos="50000">
                    <a:srgbClr val="F11E00"/>
                  </a:gs>
                  <a:gs pos="100000">
                    <a:srgbClr val="DE1200"/>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fr-FR" sz="3200" b="1" i="0" u="none" strike="noStrike" cap="none">
                    <a:solidFill>
                      <a:schemeClr val="lt2"/>
                    </a:solidFill>
                    <a:latin typeface="Times New Roman"/>
                    <a:ea typeface="Times New Roman"/>
                    <a:cs typeface="Times New Roman"/>
                    <a:sym typeface="Times New Roman"/>
                  </a:rPr>
                  <a:t>Warm up</a:t>
                </a:r>
                <a:endParaRPr sz="3200" b="1">
                  <a:solidFill>
                    <a:schemeClr val="lt2"/>
                  </a:solidFill>
                  <a:latin typeface="Times New Roman"/>
                  <a:ea typeface="Times New Roman"/>
                  <a:cs typeface="Times New Roman"/>
                  <a:sym typeface="Times New Roman"/>
                </a:endParaRPr>
              </a:p>
            </p:txBody>
          </p:sp>
        </p:grpSp>
      </p:grpSp>
      <p:sp>
        <p:nvSpPr>
          <p:cNvPr id="151" name="Google Shape;151;p7"/>
          <p:cNvSpPr txBox="1"/>
          <p:nvPr/>
        </p:nvSpPr>
        <p:spPr>
          <a:xfrm>
            <a:off x="6018663" y="2357430"/>
            <a:ext cx="4421873"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800" b="1">
                <a:solidFill>
                  <a:srgbClr val="023F61"/>
                </a:solidFill>
                <a:latin typeface="Arial"/>
                <a:ea typeface="Arial"/>
                <a:cs typeface="Arial"/>
                <a:sym typeface="Arial"/>
              </a:rPr>
              <a:t>BrE Vs AmE: Differences at all language levels </a:t>
            </a:r>
            <a:endParaRPr sz="2800" b="1">
              <a:solidFill>
                <a:srgbClr val="023F61"/>
              </a:solidFill>
              <a:latin typeface="Arial"/>
              <a:ea typeface="Arial"/>
              <a:cs typeface="Arial"/>
              <a:sym typeface="Arial"/>
            </a:endParaRPr>
          </a:p>
        </p:txBody>
      </p:sp>
      <p:sp>
        <p:nvSpPr>
          <p:cNvPr id="152" name="Google Shape;152;p7"/>
          <p:cNvSpPr/>
          <p:nvPr/>
        </p:nvSpPr>
        <p:spPr>
          <a:xfrm>
            <a:off x="5587482" y="3556709"/>
            <a:ext cx="1146212" cy="1146212"/>
          </a:xfrm>
          <a:prstGeom prst="ellipse">
            <a:avLst/>
          </a:prstGeom>
          <a:solidFill>
            <a:schemeClr val="accen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800" b="1">
                <a:solidFill>
                  <a:schemeClr val="lt1"/>
                </a:solidFill>
                <a:latin typeface="Times New Roman"/>
                <a:ea typeface="Times New Roman"/>
                <a:cs typeface="Times New Roman"/>
                <a:sym typeface="Times New Roman"/>
              </a:rPr>
              <a:t>4</a:t>
            </a:r>
            <a:endParaRPr sz="2800" b="1">
              <a:solidFill>
                <a:schemeClr val="lt1"/>
              </a:solidFill>
              <a:latin typeface="Times New Roman"/>
              <a:ea typeface="Times New Roman"/>
              <a:cs typeface="Times New Roman"/>
              <a:sym typeface="Times New Roman"/>
            </a:endParaRPr>
          </a:p>
        </p:txBody>
      </p:sp>
      <p:sp>
        <p:nvSpPr>
          <p:cNvPr id="153" name="Google Shape;153;p7"/>
          <p:cNvSpPr/>
          <p:nvPr/>
        </p:nvSpPr>
        <p:spPr>
          <a:xfrm>
            <a:off x="4873102" y="2071678"/>
            <a:ext cx="1146212" cy="1146212"/>
          </a:xfrm>
          <a:prstGeom prst="ellipse">
            <a:avLst/>
          </a:prstGeom>
          <a:solidFill>
            <a:schemeClr val="accent5"/>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800" b="1">
                <a:solidFill>
                  <a:schemeClr val="lt1"/>
                </a:solidFill>
                <a:latin typeface="Times New Roman"/>
                <a:ea typeface="Times New Roman"/>
                <a:cs typeface="Times New Roman"/>
                <a:sym typeface="Times New Roman"/>
              </a:rPr>
              <a:t>3</a:t>
            </a:r>
            <a:endParaRPr sz="2800" b="1">
              <a:solidFill>
                <a:schemeClr val="lt1"/>
              </a:solidFill>
              <a:latin typeface="Times New Roman"/>
              <a:ea typeface="Times New Roman"/>
              <a:cs typeface="Times New Roman"/>
              <a:sym typeface="Times New Roman"/>
            </a:endParaRPr>
          </a:p>
        </p:txBody>
      </p:sp>
      <p:sp>
        <p:nvSpPr>
          <p:cNvPr id="154" name="Google Shape;154;p7"/>
          <p:cNvSpPr/>
          <p:nvPr/>
        </p:nvSpPr>
        <p:spPr>
          <a:xfrm>
            <a:off x="4658788" y="4714884"/>
            <a:ext cx="1146212" cy="1146212"/>
          </a:xfrm>
          <a:prstGeom prst="ellipse">
            <a:avLst/>
          </a:prstGeom>
          <a:gradFill>
            <a:gsLst>
              <a:gs pos="0">
                <a:srgbClr val="EE4D47"/>
              </a:gs>
              <a:gs pos="50000">
                <a:srgbClr val="F11E00"/>
              </a:gs>
              <a:gs pos="100000">
                <a:srgbClr val="DE1200"/>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800" b="1">
                <a:solidFill>
                  <a:schemeClr val="lt1"/>
                </a:solidFill>
                <a:latin typeface="Times New Roman"/>
                <a:ea typeface="Times New Roman"/>
                <a:cs typeface="Times New Roman"/>
                <a:sym typeface="Times New Roman"/>
              </a:rPr>
              <a:t>5</a:t>
            </a:r>
            <a:endParaRPr sz="2800" b="1">
              <a:solidFill>
                <a:schemeClr val="lt1"/>
              </a:solidFill>
              <a:latin typeface="Times New Roman"/>
              <a:ea typeface="Times New Roman"/>
              <a:cs typeface="Times New Roman"/>
              <a:sym typeface="Times New Roman"/>
            </a:endParaRPr>
          </a:p>
        </p:txBody>
      </p:sp>
      <p:sp>
        <p:nvSpPr>
          <p:cNvPr id="155" name="Google Shape;155;p7"/>
          <p:cNvSpPr/>
          <p:nvPr/>
        </p:nvSpPr>
        <p:spPr>
          <a:xfrm>
            <a:off x="3158590" y="5711788"/>
            <a:ext cx="1146212" cy="1146212"/>
          </a:xfrm>
          <a:prstGeom prst="ellipse">
            <a:avLst/>
          </a:prstGeom>
          <a:solidFill>
            <a:schemeClr val="accen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800" b="1">
                <a:solidFill>
                  <a:schemeClr val="lt1"/>
                </a:solidFill>
                <a:latin typeface="Times New Roman"/>
                <a:ea typeface="Times New Roman"/>
                <a:cs typeface="Times New Roman"/>
                <a:sym typeface="Times New Roman"/>
              </a:rPr>
              <a:t>6</a:t>
            </a:r>
            <a:endParaRPr sz="2800" b="1">
              <a:solidFill>
                <a:schemeClr val="lt1"/>
              </a:solidFill>
              <a:latin typeface="Times New Roman"/>
              <a:ea typeface="Times New Roman"/>
              <a:cs typeface="Times New Roman"/>
              <a:sym typeface="Times New Roman"/>
            </a:endParaRPr>
          </a:p>
        </p:txBody>
      </p:sp>
      <p:sp>
        <p:nvSpPr>
          <p:cNvPr id="156" name="Google Shape;156;p7"/>
          <p:cNvSpPr/>
          <p:nvPr/>
        </p:nvSpPr>
        <p:spPr>
          <a:xfrm>
            <a:off x="3515780" y="1000108"/>
            <a:ext cx="1146212" cy="1146212"/>
          </a:xfrm>
          <a:prstGeom prst="ellipse">
            <a:avLst/>
          </a:prstGeom>
          <a:solidFill>
            <a:schemeClr val="accen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800" b="1">
                <a:solidFill>
                  <a:schemeClr val="lt1"/>
                </a:solidFill>
                <a:latin typeface="Times New Roman"/>
                <a:ea typeface="Times New Roman"/>
                <a:cs typeface="Times New Roman"/>
                <a:sym typeface="Times New Roman"/>
              </a:rPr>
              <a:t>2</a:t>
            </a:r>
            <a:endParaRPr sz="2800" b="1">
              <a:solidFill>
                <a:schemeClr val="lt1"/>
              </a:solidFill>
              <a:latin typeface="Times New Roman"/>
              <a:ea typeface="Times New Roman"/>
              <a:cs typeface="Times New Roman"/>
              <a:sym typeface="Times New Roman"/>
            </a:endParaRPr>
          </a:p>
        </p:txBody>
      </p:sp>
      <p:sp>
        <p:nvSpPr>
          <p:cNvPr id="157" name="Google Shape;157;p7"/>
          <p:cNvSpPr txBox="1"/>
          <p:nvPr/>
        </p:nvSpPr>
        <p:spPr>
          <a:xfrm>
            <a:off x="6812375" y="3848031"/>
            <a:ext cx="5379625"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800" b="1">
                <a:solidFill>
                  <a:srgbClr val="FF0000"/>
                </a:solidFill>
                <a:latin typeface="Arial"/>
                <a:ea typeface="Arial"/>
                <a:cs typeface="Arial"/>
                <a:sym typeface="Arial"/>
              </a:rPr>
              <a:t>Colloquial language, Slangs &amp; Idioms in BrE &amp; AmE</a:t>
            </a:r>
            <a:endParaRPr sz="2800" b="1">
              <a:solidFill>
                <a:srgbClr val="FF0000"/>
              </a:solidFill>
              <a:latin typeface="Arial"/>
              <a:ea typeface="Arial"/>
              <a:cs typeface="Arial"/>
              <a:sym typeface="Arial"/>
            </a:endParaRPr>
          </a:p>
        </p:txBody>
      </p:sp>
      <p:sp>
        <p:nvSpPr>
          <p:cNvPr id="158" name="Google Shape;158;p7"/>
          <p:cNvSpPr txBox="1"/>
          <p:nvPr/>
        </p:nvSpPr>
        <p:spPr>
          <a:xfrm>
            <a:off x="4213312" y="6067666"/>
            <a:ext cx="666395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a:solidFill>
                  <a:srgbClr val="FF0000"/>
                </a:solidFill>
                <a:latin typeface="Arial"/>
                <a:ea typeface="Arial"/>
                <a:cs typeface="Arial"/>
                <a:sym typeface="Arial"/>
              </a:rPr>
              <a:t>Past Perfect Simple &amp; Continuous</a:t>
            </a:r>
            <a:endParaRPr sz="2800" b="1">
              <a:solidFill>
                <a:srgbClr val="FF0000"/>
              </a:solidFill>
              <a:latin typeface="Arial"/>
              <a:ea typeface="Arial"/>
              <a:cs typeface="Arial"/>
              <a:sym typeface="Arial"/>
            </a:endParaRPr>
          </a:p>
        </p:txBody>
      </p:sp>
      <p:sp>
        <p:nvSpPr>
          <p:cNvPr id="159" name="Google Shape;159;p7"/>
          <p:cNvSpPr txBox="1"/>
          <p:nvPr/>
        </p:nvSpPr>
        <p:spPr>
          <a:xfrm>
            <a:off x="4656440" y="1190325"/>
            <a:ext cx="7535560"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800" b="1">
                <a:solidFill>
                  <a:srgbClr val="FF0000"/>
                </a:solidFill>
                <a:latin typeface="Arial"/>
                <a:ea typeface="Arial"/>
                <a:cs typeface="Arial"/>
                <a:sym typeface="Arial"/>
              </a:rPr>
              <a:t>English language :History &amp; Development</a:t>
            </a:r>
            <a:endParaRPr sz="2800" b="1">
              <a:solidFill>
                <a:srgbClr val="FF0000"/>
              </a:solidFill>
              <a:latin typeface="Arial"/>
              <a:ea typeface="Arial"/>
              <a:cs typeface="Arial"/>
              <a:sym typeface="Arial"/>
            </a:endParaRPr>
          </a:p>
        </p:txBody>
      </p:sp>
      <p:sp>
        <p:nvSpPr>
          <p:cNvPr id="160" name="Google Shape;160;p7"/>
          <p:cNvSpPr txBox="1"/>
          <p:nvPr/>
        </p:nvSpPr>
        <p:spPr>
          <a:xfrm>
            <a:off x="5942473" y="5070974"/>
            <a:ext cx="5775915"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800" b="1">
                <a:solidFill>
                  <a:srgbClr val="023F61"/>
                </a:solidFill>
                <a:latin typeface="Arial"/>
                <a:ea typeface="Arial"/>
                <a:cs typeface="Arial"/>
                <a:sym typeface="Arial"/>
              </a:rPr>
              <a:t>Loanwords in English Language </a:t>
            </a:r>
            <a:endParaRPr sz="2800" b="1">
              <a:solidFill>
                <a:srgbClr val="023F61"/>
              </a:solidFill>
              <a:latin typeface="Arial"/>
              <a:ea typeface="Arial"/>
              <a:cs typeface="Arial"/>
              <a:sym typeface="Arial"/>
            </a:endParaRPr>
          </a:p>
        </p:txBody>
      </p:sp>
      <p:pic>
        <p:nvPicPr>
          <p:cNvPr id="161" name="Google Shape;161;p7" descr="D:\Teaching &amp; Univ\ESPRIT\British Vs American\Pics\GIFS\unnamed.gif"/>
          <p:cNvPicPr preferRelativeResize="0"/>
          <p:nvPr/>
        </p:nvPicPr>
        <p:blipFill rotWithShape="1">
          <a:blip r:embed="rId3">
            <a:alphaModFix/>
          </a:blip>
          <a:srcRect/>
          <a:stretch/>
        </p:blipFill>
        <p:spPr>
          <a:xfrm>
            <a:off x="10426890" y="1724602"/>
            <a:ext cx="1765110" cy="1765110"/>
          </a:xfrm>
          <a:prstGeom prst="rect">
            <a:avLst/>
          </a:prstGeom>
          <a:noFill/>
          <a:ln>
            <a:noFill/>
          </a:ln>
        </p:spPr>
      </p:pic>
      <p:pic>
        <p:nvPicPr>
          <p:cNvPr id="162" name="Google Shape;162;p7" descr="C:\Users\Lenovo\OneDrive\Desktop\statue-liberty-cartoon-illustration_123553-253.jpg"/>
          <p:cNvPicPr preferRelativeResize="0"/>
          <p:nvPr/>
        </p:nvPicPr>
        <p:blipFill rotWithShape="1">
          <a:blip r:embed="rId4">
            <a:alphaModFix/>
          </a:blip>
          <a:srcRect/>
          <a:stretch/>
        </p:blipFill>
        <p:spPr>
          <a:xfrm>
            <a:off x="1" y="4832252"/>
            <a:ext cx="2025748" cy="202574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46"/>
                                        </p:tgtEl>
                                        <p:attrNameLst>
                                          <p:attrName>style.visibility</p:attrName>
                                        </p:attrNameLst>
                                      </p:cBhvr>
                                      <p:to>
                                        <p:strVal val="visible"/>
                                      </p:to>
                                    </p:set>
                                    <p:anim calcmode="lin" valueType="num">
                                      <p:cBhvr additive="base">
                                        <p:cTn id="7" dur="500"/>
                                        <p:tgtEl>
                                          <p:spTgt spid="146"/>
                                        </p:tgtEl>
                                        <p:attrNameLst>
                                          <p:attrName>ppt_w</p:attrName>
                                        </p:attrNameLst>
                                      </p:cBhvr>
                                      <p:tavLst>
                                        <p:tav tm="0">
                                          <p:val>
                                            <p:strVal val="0"/>
                                          </p:val>
                                        </p:tav>
                                        <p:tav tm="100000">
                                          <p:val>
                                            <p:strVal val="#ppt_w"/>
                                          </p:val>
                                        </p:tav>
                                      </p:tavLst>
                                    </p:anim>
                                    <p:anim calcmode="lin" valueType="num">
                                      <p:cBhvr additive="base">
                                        <p:cTn id="8" dur="500"/>
                                        <p:tgtEl>
                                          <p:spTgt spid="14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56"/>
                                        </p:tgtEl>
                                        <p:attrNameLst>
                                          <p:attrName>style.visibility</p:attrName>
                                        </p:attrNameLst>
                                      </p:cBhvr>
                                      <p:to>
                                        <p:strVal val="visible"/>
                                      </p:to>
                                    </p:set>
                                    <p:animEffect transition="in" filter="fade">
                                      <p:cBhvr>
                                        <p:cTn id="13" dur="1000"/>
                                        <p:tgtEl>
                                          <p:spTgt spid="15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9"/>
                                        </p:tgtEl>
                                        <p:attrNameLst>
                                          <p:attrName>style.visibility</p:attrName>
                                        </p:attrNameLst>
                                      </p:cBhvr>
                                      <p:to>
                                        <p:strVal val="visible"/>
                                      </p:to>
                                    </p:set>
                                    <p:animEffect transition="in" filter="fade">
                                      <p:cBhvr>
                                        <p:cTn id="18" dur="1000"/>
                                        <p:tgtEl>
                                          <p:spTgt spid="15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3"/>
                                        </p:tgtEl>
                                        <p:attrNameLst>
                                          <p:attrName>style.visibility</p:attrName>
                                        </p:attrNameLst>
                                      </p:cBhvr>
                                      <p:to>
                                        <p:strVal val="visible"/>
                                      </p:to>
                                    </p:set>
                                    <p:animEffect transition="in" filter="fade">
                                      <p:cBhvr>
                                        <p:cTn id="23" dur="1000"/>
                                        <p:tgtEl>
                                          <p:spTgt spid="15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51"/>
                                        </p:tgtEl>
                                        <p:attrNameLst>
                                          <p:attrName>style.visibility</p:attrName>
                                        </p:attrNameLst>
                                      </p:cBhvr>
                                      <p:to>
                                        <p:strVal val="visible"/>
                                      </p:to>
                                    </p:set>
                                    <p:animEffect transition="in" filter="fade">
                                      <p:cBhvr>
                                        <p:cTn id="28" dur="1000"/>
                                        <p:tgtEl>
                                          <p:spTgt spid="15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52"/>
                                        </p:tgtEl>
                                        <p:attrNameLst>
                                          <p:attrName>style.visibility</p:attrName>
                                        </p:attrNameLst>
                                      </p:cBhvr>
                                      <p:to>
                                        <p:strVal val="visible"/>
                                      </p:to>
                                    </p:set>
                                    <p:animEffect transition="in" filter="fade">
                                      <p:cBhvr>
                                        <p:cTn id="33" dur="1000"/>
                                        <p:tgtEl>
                                          <p:spTgt spid="15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7"/>
                                        </p:tgtEl>
                                        <p:attrNameLst>
                                          <p:attrName>style.visibility</p:attrName>
                                        </p:attrNameLst>
                                      </p:cBhvr>
                                      <p:to>
                                        <p:strVal val="visible"/>
                                      </p:to>
                                    </p:set>
                                    <p:animEffect transition="in" filter="fade">
                                      <p:cBhvr>
                                        <p:cTn id="38" dur="1000"/>
                                        <p:tgtEl>
                                          <p:spTgt spid="15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54"/>
                                        </p:tgtEl>
                                        <p:attrNameLst>
                                          <p:attrName>style.visibility</p:attrName>
                                        </p:attrNameLst>
                                      </p:cBhvr>
                                      <p:to>
                                        <p:strVal val="visible"/>
                                      </p:to>
                                    </p:set>
                                    <p:animEffect transition="in" filter="fade">
                                      <p:cBhvr>
                                        <p:cTn id="43" dur="1000"/>
                                        <p:tgtEl>
                                          <p:spTgt spid="15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60"/>
                                        </p:tgtEl>
                                        <p:attrNameLst>
                                          <p:attrName>style.visibility</p:attrName>
                                        </p:attrNameLst>
                                      </p:cBhvr>
                                      <p:to>
                                        <p:strVal val="visible"/>
                                      </p:to>
                                    </p:set>
                                    <p:animEffect transition="in" filter="fade">
                                      <p:cBhvr>
                                        <p:cTn id="48" dur="1000"/>
                                        <p:tgtEl>
                                          <p:spTgt spid="160"/>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55"/>
                                        </p:tgtEl>
                                        <p:attrNameLst>
                                          <p:attrName>style.visibility</p:attrName>
                                        </p:attrNameLst>
                                      </p:cBhvr>
                                      <p:to>
                                        <p:strVal val="visible"/>
                                      </p:to>
                                    </p:set>
                                    <p:animEffect transition="in" filter="fade">
                                      <p:cBhvr>
                                        <p:cTn id="53" dur="1000"/>
                                        <p:tgtEl>
                                          <p:spTgt spid="15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58"/>
                                        </p:tgtEl>
                                        <p:attrNameLst>
                                          <p:attrName>style.visibility</p:attrName>
                                        </p:attrNameLst>
                                      </p:cBhvr>
                                      <p:to>
                                        <p:strVal val="visible"/>
                                      </p:to>
                                    </p:set>
                                    <p:animEffect transition="in" filter="fade">
                                      <p:cBhvr>
                                        <p:cTn id="58" dur="10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67"/>
        <p:cNvGrpSpPr/>
        <p:nvPr/>
      </p:nvGrpSpPr>
      <p:grpSpPr>
        <a:xfrm>
          <a:off x="0" y="0"/>
          <a:ext cx="0" cy="0"/>
          <a:chOff x="0" y="0"/>
          <a:chExt cx="0" cy="0"/>
        </a:xfrm>
      </p:grpSpPr>
      <p:sp>
        <p:nvSpPr>
          <p:cNvPr id="168" name="Google Shape;168;p8"/>
          <p:cNvSpPr/>
          <p:nvPr/>
        </p:nvSpPr>
        <p:spPr>
          <a:xfrm>
            <a:off x="2688609" y="1840681"/>
            <a:ext cx="9503391" cy="5262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600" b="1">
              <a:solidFill>
                <a:srgbClr val="023F61"/>
              </a:solidFill>
              <a:latin typeface="Arial"/>
              <a:ea typeface="Arial"/>
              <a:cs typeface="Arial"/>
              <a:sym typeface="Arial"/>
            </a:endParaRPr>
          </a:p>
          <a:p>
            <a:pPr marL="0" marR="0" lvl="0" indent="0" algn="l" rtl="0">
              <a:spcBef>
                <a:spcPts val="0"/>
              </a:spcBef>
              <a:spcAft>
                <a:spcPts val="0"/>
              </a:spcAft>
              <a:buNone/>
            </a:pPr>
            <a:r>
              <a:rPr lang="fr-FR" sz="1600" b="1">
                <a:solidFill>
                  <a:srgbClr val="023F61"/>
                </a:solidFill>
                <a:latin typeface="Arial"/>
                <a:ea typeface="Arial"/>
                <a:cs typeface="Arial"/>
                <a:sym typeface="Arial"/>
              </a:rPr>
              <a:t>1. The ultimate origins of the English language lie in which language family?</a:t>
            </a:r>
            <a:endParaRPr sz="1600" b="1">
              <a:solidFill>
                <a:srgbClr val="023F61"/>
              </a:solidFill>
              <a:latin typeface="Arial"/>
              <a:ea typeface="Arial"/>
              <a:cs typeface="Arial"/>
              <a:sym typeface="Arial"/>
            </a:endParaRPr>
          </a:p>
          <a:p>
            <a:pPr marL="0" marR="0" lvl="0" indent="0" algn="l" rtl="0">
              <a:spcBef>
                <a:spcPts val="0"/>
              </a:spcBef>
              <a:spcAft>
                <a:spcPts val="0"/>
              </a:spcAft>
              <a:buNone/>
            </a:pPr>
            <a:r>
              <a:rPr lang="fr-FR" sz="1600" b="1">
                <a:solidFill>
                  <a:srgbClr val="023F61"/>
                </a:solidFill>
                <a:latin typeface="Arial"/>
                <a:ea typeface="Arial"/>
                <a:cs typeface="Arial"/>
                <a:sym typeface="Arial"/>
              </a:rPr>
              <a:t>A. Indo-European		B. Latin		C. North American</a:t>
            </a:r>
            <a:endParaRPr sz="1600" b="1">
              <a:solidFill>
                <a:srgbClr val="023F61"/>
              </a:solidFill>
              <a:latin typeface="Arial"/>
              <a:ea typeface="Arial"/>
              <a:cs typeface="Arial"/>
              <a:sym typeface="Arial"/>
            </a:endParaRPr>
          </a:p>
          <a:p>
            <a:pPr marL="342900" marR="0" lvl="0" indent="-241300" algn="l" rtl="0">
              <a:spcBef>
                <a:spcPts val="0"/>
              </a:spcBef>
              <a:spcAft>
                <a:spcPts val="0"/>
              </a:spcAft>
              <a:buClr>
                <a:schemeClr val="dk1"/>
              </a:buClr>
              <a:buSzPts val="1600"/>
              <a:buFont typeface="Arial"/>
              <a:buNone/>
            </a:pPr>
            <a:endParaRPr sz="1600" b="1">
              <a:solidFill>
                <a:srgbClr val="023F61"/>
              </a:solidFill>
              <a:latin typeface="Arial"/>
              <a:ea typeface="Arial"/>
              <a:cs typeface="Arial"/>
              <a:sym typeface="Arial"/>
            </a:endParaRPr>
          </a:p>
          <a:p>
            <a:pPr marL="0" marR="0" lvl="0" indent="0" algn="l" rtl="0">
              <a:spcBef>
                <a:spcPts val="0"/>
              </a:spcBef>
              <a:spcAft>
                <a:spcPts val="0"/>
              </a:spcAft>
              <a:buNone/>
            </a:pPr>
            <a:r>
              <a:rPr lang="fr-FR" sz="1600" b="1">
                <a:solidFill>
                  <a:srgbClr val="023F61"/>
                </a:solidFill>
                <a:latin typeface="Arial"/>
                <a:ea typeface="Arial"/>
                <a:cs typeface="Arial"/>
                <a:sym typeface="Arial"/>
              </a:rPr>
              <a:t> 2. Another name for old english is Anglo-Saxon</a:t>
            </a:r>
            <a:endParaRPr sz="1600" b="1">
              <a:solidFill>
                <a:srgbClr val="023F61"/>
              </a:solidFill>
              <a:latin typeface="Arial"/>
              <a:ea typeface="Arial"/>
              <a:cs typeface="Arial"/>
              <a:sym typeface="Arial"/>
            </a:endParaRPr>
          </a:p>
          <a:p>
            <a:pPr marL="0" marR="0" lvl="0" indent="0" algn="l" rtl="0">
              <a:spcBef>
                <a:spcPts val="0"/>
              </a:spcBef>
              <a:spcAft>
                <a:spcPts val="0"/>
              </a:spcAft>
              <a:buNone/>
            </a:pPr>
            <a:r>
              <a:rPr lang="fr-FR" sz="1600" b="1">
                <a:solidFill>
                  <a:srgbClr val="023F61"/>
                </a:solidFill>
                <a:latin typeface="Arial"/>
                <a:ea typeface="Arial"/>
                <a:cs typeface="Arial"/>
                <a:sym typeface="Arial"/>
              </a:rPr>
              <a:t>A. True			B. False</a:t>
            </a:r>
            <a:endParaRPr sz="1600" b="1">
              <a:solidFill>
                <a:srgbClr val="023F61"/>
              </a:solidFill>
              <a:latin typeface="Arial"/>
              <a:ea typeface="Arial"/>
              <a:cs typeface="Arial"/>
              <a:sym typeface="Arial"/>
            </a:endParaRPr>
          </a:p>
          <a:p>
            <a:pPr marL="342900" marR="0" lvl="0" indent="-342900" algn="l" rtl="0">
              <a:spcBef>
                <a:spcPts val="0"/>
              </a:spcBef>
              <a:spcAft>
                <a:spcPts val="0"/>
              </a:spcAft>
              <a:buNone/>
            </a:pPr>
            <a:endParaRPr sz="1600" b="1">
              <a:solidFill>
                <a:srgbClr val="023F61"/>
              </a:solidFill>
              <a:latin typeface="Arial"/>
              <a:ea typeface="Arial"/>
              <a:cs typeface="Arial"/>
              <a:sym typeface="Arial"/>
            </a:endParaRPr>
          </a:p>
          <a:p>
            <a:pPr marL="342900" marR="0" lvl="0" indent="-342900" algn="l" rtl="0">
              <a:spcBef>
                <a:spcPts val="0"/>
              </a:spcBef>
              <a:spcAft>
                <a:spcPts val="0"/>
              </a:spcAft>
              <a:buNone/>
            </a:pPr>
            <a:r>
              <a:rPr lang="fr-FR" sz="1600" b="1">
                <a:solidFill>
                  <a:srgbClr val="023F61"/>
                </a:solidFill>
                <a:latin typeface="Arial"/>
                <a:ea typeface="Arial"/>
                <a:cs typeface="Arial"/>
                <a:sym typeface="Arial"/>
              </a:rPr>
              <a:t>3. In which part of Europe did the English language originate?</a:t>
            </a:r>
            <a:endParaRPr/>
          </a:p>
          <a:p>
            <a:pPr marL="342900" marR="0" lvl="0" indent="-342900" algn="l" rtl="0">
              <a:spcBef>
                <a:spcPts val="0"/>
              </a:spcBef>
              <a:spcAft>
                <a:spcPts val="0"/>
              </a:spcAft>
              <a:buNone/>
            </a:pPr>
            <a:r>
              <a:rPr lang="fr-FR" sz="1600" b="1">
                <a:solidFill>
                  <a:srgbClr val="023F61"/>
                </a:solidFill>
                <a:latin typeface="Arial"/>
                <a:ea typeface="Arial"/>
                <a:cs typeface="Arial"/>
                <a:sym typeface="Arial"/>
              </a:rPr>
              <a:t>A. Germany and the Netherlands 		B. Wales 		C. England</a:t>
            </a:r>
            <a:endParaRPr/>
          </a:p>
          <a:p>
            <a:pPr marL="342900" marR="0" lvl="0" indent="-342900" algn="l" rtl="0">
              <a:spcBef>
                <a:spcPts val="0"/>
              </a:spcBef>
              <a:spcAft>
                <a:spcPts val="0"/>
              </a:spcAft>
              <a:buNone/>
            </a:pPr>
            <a:endParaRPr sz="1600" b="1">
              <a:solidFill>
                <a:srgbClr val="023F61"/>
              </a:solidFill>
              <a:latin typeface="Arial"/>
              <a:ea typeface="Arial"/>
              <a:cs typeface="Arial"/>
              <a:sym typeface="Arial"/>
            </a:endParaRPr>
          </a:p>
          <a:p>
            <a:pPr marL="342900" marR="0" lvl="0" indent="-342900" algn="l" rtl="0">
              <a:spcBef>
                <a:spcPts val="0"/>
              </a:spcBef>
              <a:spcAft>
                <a:spcPts val="0"/>
              </a:spcAft>
              <a:buNone/>
            </a:pPr>
            <a:r>
              <a:rPr lang="fr-FR" sz="1600" b="1">
                <a:solidFill>
                  <a:srgbClr val="023F61"/>
                </a:solidFill>
                <a:latin typeface="Arial"/>
                <a:ea typeface="Arial"/>
                <a:cs typeface="Arial"/>
                <a:sym typeface="Arial"/>
              </a:rPr>
              <a:t>4. Approximately how many words are there in the English language?</a:t>
            </a:r>
            <a:endParaRPr/>
          </a:p>
          <a:p>
            <a:pPr marL="342900" marR="0" lvl="0" indent="-342900" algn="l" rtl="0">
              <a:spcBef>
                <a:spcPts val="0"/>
              </a:spcBef>
              <a:spcAft>
                <a:spcPts val="0"/>
              </a:spcAft>
              <a:buNone/>
            </a:pPr>
            <a:r>
              <a:rPr lang="fr-FR" sz="1600" b="1">
                <a:solidFill>
                  <a:srgbClr val="023F61"/>
                </a:solidFill>
                <a:latin typeface="Arial"/>
                <a:ea typeface="Arial"/>
                <a:cs typeface="Arial"/>
                <a:sym typeface="Arial"/>
              </a:rPr>
              <a:t>A. between 20,000 and 30,000 		B. 770,550 	C. More than a million </a:t>
            </a:r>
            <a:endParaRPr/>
          </a:p>
          <a:p>
            <a:pPr marL="342900" marR="0" lvl="0" indent="-342900" algn="l" rtl="0">
              <a:spcBef>
                <a:spcPts val="0"/>
              </a:spcBef>
              <a:spcAft>
                <a:spcPts val="0"/>
              </a:spcAft>
              <a:buNone/>
            </a:pPr>
            <a:endParaRPr sz="1600" b="1">
              <a:solidFill>
                <a:srgbClr val="023F61"/>
              </a:solidFill>
              <a:latin typeface="Arial"/>
              <a:ea typeface="Arial"/>
              <a:cs typeface="Arial"/>
              <a:sym typeface="Arial"/>
            </a:endParaRPr>
          </a:p>
          <a:p>
            <a:pPr marL="342900" marR="0" lvl="0" indent="-342900" algn="l" rtl="0">
              <a:spcBef>
                <a:spcPts val="0"/>
              </a:spcBef>
              <a:spcAft>
                <a:spcPts val="0"/>
              </a:spcAft>
              <a:buNone/>
            </a:pPr>
            <a:r>
              <a:rPr lang="fr-FR" sz="1600" b="1">
                <a:solidFill>
                  <a:srgbClr val="023F61"/>
                </a:solidFill>
                <a:latin typeface="Arial"/>
                <a:ea typeface="Arial"/>
                <a:cs typeface="Arial"/>
                <a:sym typeface="Arial"/>
              </a:rPr>
              <a:t>5. What percentage of English words actually have their origin in a different language?</a:t>
            </a:r>
            <a:endParaRPr/>
          </a:p>
          <a:p>
            <a:pPr marL="342900" marR="0" lvl="0" indent="-342900" algn="l" rtl="0">
              <a:spcBef>
                <a:spcPts val="0"/>
              </a:spcBef>
              <a:spcAft>
                <a:spcPts val="0"/>
              </a:spcAft>
              <a:buNone/>
            </a:pPr>
            <a:r>
              <a:rPr lang="fr-FR" sz="1600" b="1">
                <a:solidFill>
                  <a:srgbClr val="023F61"/>
                </a:solidFill>
                <a:latin typeface="Arial"/>
                <a:ea typeface="Arial"/>
                <a:cs typeface="Arial"/>
                <a:sym typeface="Arial"/>
              </a:rPr>
              <a:t>A. Over 20% 			B. Over 60% 		C. Over80%</a:t>
            </a:r>
            <a:endParaRPr/>
          </a:p>
          <a:p>
            <a:pPr marL="342900" marR="0" lvl="0" indent="-342900" algn="l" rtl="0">
              <a:spcBef>
                <a:spcPts val="0"/>
              </a:spcBef>
              <a:spcAft>
                <a:spcPts val="0"/>
              </a:spcAft>
              <a:buNone/>
            </a:pPr>
            <a:endParaRPr sz="1600" b="1">
              <a:solidFill>
                <a:srgbClr val="023F61"/>
              </a:solidFill>
              <a:latin typeface="Arial"/>
              <a:ea typeface="Arial"/>
              <a:cs typeface="Arial"/>
              <a:sym typeface="Arial"/>
            </a:endParaRPr>
          </a:p>
          <a:p>
            <a:pPr marL="342900" marR="0" lvl="0" indent="-342900" algn="l" rtl="0">
              <a:spcBef>
                <a:spcPts val="0"/>
              </a:spcBef>
              <a:spcAft>
                <a:spcPts val="0"/>
              </a:spcAft>
              <a:buNone/>
            </a:pPr>
            <a:r>
              <a:rPr lang="fr-FR" sz="1600" b="1">
                <a:solidFill>
                  <a:srgbClr val="023F61"/>
                </a:solidFill>
                <a:latin typeface="Arial"/>
                <a:ea typeface="Arial"/>
                <a:cs typeface="Arial"/>
                <a:sym typeface="Arial"/>
              </a:rPr>
              <a:t>6. How many languages is it estimated English has “borrowed” words from?</a:t>
            </a:r>
            <a:endParaRPr/>
          </a:p>
          <a:p>
            <a:pPr marL="342900" marR="0" lvl="0" indent="-342900" algn="l" rtl="0">
              <a:spcBef>
                <a:spcPts val="0"/>
              </a:spcBef>
              <a:spcAft>
                <a:spcPts val="0"/>
              </a:spcAft>
              <a:buNone/>
            </a:pPr>
            <a:r>
              <a:rPr lang="fr-FR" sz="1600" b="1">
                <a:solidFill>
                  <a:srgbClr val="023F61"/>
                </a:solidFill>
                <a:latin typeface="Arial"/>
                <a:ea typeface="Arial"/>
                <a:cs typeface="Arial"/>
                <a:sym typeface="Arial"/>
              </a:rPr>
              <a:t>A. 55 			B. 380 			C. 126</a:t>
            </a:r>
            <a:endParaRPr/>
          </a:p>
          <a:p>
            <a:pPr marL="342900" marR="0" lvl="0" indent="-342900" algn="l" rtl="0">
              <a:spcBef>
                <a:spcPts val="0"/>
              </a:spcBef>
              <a:spcAft>
                <a:spcPts val="0"/>
              </a:spcAft>
              <a:buNone/>
            </a:pPr>
            <a:endParaRPr sz="1600" b="1">
              <a:solidFill>
                <a:srgbClr val="023F61"/>
              </a:solidFill>
              <a:latin typeface="Arial"/>
              <a:ea typeface="Arial"/>
              <a:cs typeface="Arial"/>
              <a:sym typeface="Arial"/>
            </a:endParaRPr>
          </a:p>
          <a:p>
            <a:pPr marL="342900" marR="0" lvl="0" indent="-342900" algn="l" rtl="0">
              <a:spcBef>
                <a:spcPts val="0"/>
              </a:spcBef>
              <a:spcAft>
                <a:spcPts val="0"/>
              </a:spcAft>
              <a:buNone/>
            </a:pPr>
            <a:r>
              <a:rPr lang="fr-FR" sz="1600" b="1">
                <a:solidFill>
                  <a:schemeClr val="dk1"/>
                </a:solidFill>
                <a:latin typeface="Arial"/>
                <a:ea typeface="Arial"/>
                <a:cs typeface="Arial"/>
                <a:sym typeface="Arial"/>
              </a:rPr>
              <a:t> </a:t>
            </a:r>
            <a:endParaRPr sz="1600" b="1">
              <a:solidFill>
                <a:schemeClr val="dk1"/>
              </a:solidFill>
              <a:latin typeface="Arial"/>
              <a:ea typeface="Arial"/>
              <a:cs typeface="Arial"/>
              <a:sym typeface="Arial"/>
            </a:endParaRPr>
          </a:p>
          <a:p>
            <a:pPr marL="342900" marR="0" lvl="0" indent="-241300" algn="l" rtl="0">
              <a:spcBef>
                <a:spcPts val="0"/>
              </a:spcBef>
              <a:spcAft>
                <a:spcPts val="0"/>
              </a:spcAft>
              <a:buClr>
                <a:schemeClr val="dk1"/>
              </a:buClr>
              <a:buSzPts val="1600"/>
              <a:buFont typeface="Arial"/>
              <a:buNone/>
            </a:pPr>
            <a:endParaRPr sz="1600" b="1">
              <a:solidFill>
                <a:srgbClr val="023F61"/>
              </a:solidFill>
              <a:latin typeface="Arial"/>
              <a:ea typeface="Arial"/>
              <a:cs typeface="Arial"/>
              <a:sym typeface="Arial"/>
            </a:endParaRPr>
          </a:p>
        </p:txBody>
      </p:sp>
      <p:sp>
        <p:nvSpPr>
          <p:cNvPr id="169" name="Google Shape;169;p8"/>
          <p:cNvSpPr txBox="1">
            <a:spLocks noGrp="1"/>
          </p:cNvSpPr>
          <p:nvPr>
            <p:ph type="body" idx="1"/>
          </p:nvPr>
        </p:nvSpPr>
        <p:spPr>
          <a:xfrm>
            <a:off x="0" y="1005381"/>
            <a:ext cx="12192000" cy="41937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C00000"/>
              </a:buClr>
              <a:buSzPts val="2400"/>
              <a:buFont typeface="Arial"/>
              <a:buNone/>
            </a:pPr>
            <a:r>
              <a:rPr lang="fr-FR" b="1">
                <a:solidFill>
                  <a:srgbClr val="C00000"/>
                </a:solidFill>
              </a:rPr>
              <a:t>Quiz - What do you know about the English language?</a:t>
            </a:r>
            <a:endParaRPr/>
          </a:p>
          <a:p>
            <a:pPr marL="0" marR="0" lvl="0" indent="0" algn="ctr" rtl="0">
              <a:lnSpc>
                <a:spcPct val="90000"/>
              </a:lnSpc>
              <a:spcBef>
                <a:spcPts val="1000"/>
              </a:spcBef>
              <a:spcAft>
                <a:spcPts val="0"/>
              </a:spcAft>
              <a:buClr>
                <a:srgbClr val="595959"/>
              </a:buClr>
              <a:buSzPts val="2400"/>
              <a:buFont typeface="Arial"/>
              <a:buNone/>
            </a:pPr>
            <a:endParaRPr/>
          </a:p>
        </p:txBody>
      </p:sp>
      <p:pic>
        <p:nvPicPr>
          <p:cNvPr id="170" name="Google Shape;170;p8" descr="D:\Teaching &amp; Univ\ESPRIT\British Vs American\Pics\GIFS\Animated-dancing-red-question-mark-picture-moving.gif"/>
          <p:cNvPicPr preferRelativeResize="0"/>
          <p:nvPr/>
        </p:nvPicPr>
        <p:blipFill rotWithShape="1">
          <a:blip r:embed="rId3">
            <a:alphaModFix/>
          </a:blip>
          <a:srcRect/>
          <a:stretch/>
        </p:blipFill>
        <p:spPr>
          <a:xfrm>
            <a:off x="10467975" y="0"/>
            <a:ext cx="1724025" cy="2114550"/>
          </a:xfrm>
          <a:prstGeom prst="rect">
            <a:avLst/>
          </a:prstGeom>
          <a:noFill/>
          <a:ln>
            <a:noFill/>
          </a:ln>
        </p:spPr>
      </p:pic>
      <p:pic>
        <p:nvPicPr>
          <p:cNvPr id="171" name="Google Shape;171;p8" descr="C:\Users\Lenovo\OneDrive\Desktop\giphy.gif"/>
          <p:cNvPicPr preferRelativeResize="0"/>
          <p:nvPr/>
        </p:nvPicPr>
        <p:blipFill rotWithShape="1">
          <a:blip r:embed="rId4">
            <a:alphaModFix/>
          </a:blip>
          <a:srcRect/>
          <a:stretch/>
        </p:blipFill>
        <p:spPr>
          <a:xfrm>
            <a:off x="0" y="0"/>
            <a:ext cx="2661313" cy="3188457"/>
          </a:xfrm>
          <a:prstGeom prst="rect">
            <a:avLst/>
          </a:prstGeom>
          <a:noFill/>
          <a:ln>
            <a:noFill/>
          </a:ln>
        </p:spPr>
      </p:pic>
      <p:sp>
        <p:nvSpPr>
          <p:cNvPr id="172" name="Google Shape;172;p8"/>
          <p:cNvSpPr/>
          <p:nvPr/>
        </p:nvSpPr>
        <p:spPr>
          <a:xfrm>
            <a:off x="4490114" y="2333767"/>
            <a:ext cx="395785" cy="300250"/>
          </a:xfrm>
          <a:prstGeom prst="star5">
            <a:avLst>
              <a:gd name="adj" fmla="val 19098"/>
              <a:gd name="hf" fmla="val 105146"/>
              <a:gd name="vf" fmla="val 110557"/>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3" name="Google Shape;173;p8"/>
          <p:cNvSpPr/>
          <p:nvPr/>
        </p:nvSpPr>
        <p:spPr>
          <a:xfrm>
            <a:off x="3493827" y="3098042"/>
            <a:ext cx="395785" cy="300250"/>
          </a:xfrm>
          <a:prstGeom prst="star5">
            <a:avLst>
              <a:gd name="adj" fmla="val 19098"/>
              <a:gd name="hf" fmla="val 105146"/>
              <a:gd name="vf" fmla="val 110557"/>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4" name="Google Shape;174;p8"/>
          <p:cNvSpPr/>
          <p:nvPr/>
        </p:nvSpPr>
        <p:spPr>
          <a:xfrm>
            <a:off x="5909481" y="3821374"/>
            <a:ext cx="395785" cy="300250"/>
          </a:xfrm>
          <a:prstGeom prst="star5">
            <a:avLst>
              <a:gd name="adj" fmla="val 19098"/>
              <a:gd name="hf" fmla="val 105146"/>
              <a:gd name="vf" fmla="val 110557"/>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5" name="Google Shape;175;p8"/>
          <p:cNvSpPr/>
          <p:nvPr/>
        </p:nvSpPr>
        <p:spPr>
          <a:xfrm>
            <a:off x="11300346" y="4462817"/>
            <a:ext cx="395785" cy="341193"/>
          </a:xfrm>
          <a:prstGeom prst="star5">
            <a:avLst>
              <a:gd name="adj" fmla="val 19098"/>
              <a:gd name="hf" fmla="val 105146"/>
              <a:gd name="vf" fmla="val 110557"/>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6" name="Google Shape;176;p8"/>
          <p:cNvSpPr/>
          <p:nvPr/>
        </p:nvSpPr>
        <p:spPr>
          <a:xfrm>
            <a:off x="7615452" y="5281685"/>
            <a:ext cx="395785" cy="300250"/>
          </a:xfrm>
          <a:prstGeom prst="star5">
            <a:avLst>
              <a:gd name="adj" fmla="val 19098"/>
              <a:gd name="hf" fmla="val 105146"/>
              <a:gd name="vf" fmla="val 110557"/>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7" name="Google Shape;177;p8"/>
          <p:cNvSpPr/>
          <p:nvPr/>
        </p:nvSpPr>
        <p:spPr>
          <a:xfrm>
            <a:off x="6141494" y="5977721"/>
            <a:ext cx="395785" cy="300250"/>
          </a:xfrm>
          <a:prstGeom prst="star5">
            <a:avLst>
              <a:gd name="adj" fmla="val 19098"/>
              <a:gd name="hf" fmla="val 105146"/>
              <a:gd name="vf" fmla="val 110557"/>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2"/>
                                        </p:tgtEl>
                                        <p:attrNameLst>
                                          <p:attrName>style.visibility</p:attrName>
                                        </p:attrNameLst>
                                      </p:cBhvr>
                                      <p:to>
                                        <p:strVal val="visible"/>
                                      </p:to>
                                    </p:set>
                                    <p:animEffect transition="in" filter="fade">
                                      <p:cBhvr>
                                        <p:cTn id="7" dur="500"/>
                                        <p:tgtEl>
                                          <p:spTgt spid="17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3"/>
                                        </p:tgtEl>
                                        <p:attrNameLst>
                                          <p:attrName>style.visibility</p:attrName>
                                        </p:attrNameLst>
                                      </p:cBhvr>
                                      <p:to>
                                        <p:strVal val="visible"/>
                                      </p:to>
                                    </p:set>
                                    <p:animEffect transition="in" filter="fade">
                                      <p:cBhvr>
                                        <p:cTn id="12" dur="500"/>
                                        <p:tgtEl>
                                          <p:spTgt spid="17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4"/>
                                        </p:tgtEl>
                                        <p:attrNameLst>
                                          <p:attrName>style.visibility</p:attrName>
                                        </p:attrNameLst>
                                      </p:cBhvr>
                                      <p:to>
                                        <p:strVal val="visible"/>
                                      </p:to>
                                    </p:set>
                                    <p:animEffect transition="in" filter="fade">
                                      <p:cBhvr>
                                        <p:cTn id="17" dur="500"/>
                                        <p:tgtEl>
                                          <p:spTgt spid="17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5"/>
                                        </p:tgtEl>
                                        <p:attrNameLst>
                                          <p:attrName>style.visibility</p:attrName>
                                        </p:attrNameLst>
                                      </p:cBhvr>
                                      <p:to>
                                        <p:strVal val="visible"/>
                                      </p:to>
                                    </p:set>
                                    <p:animEffect transition="in" filter="fade">
                                      <p:cBhvr>
                                        <p:cTn id="22" dur="500"/>
                                        <p:tgtEl>
                                          <p:spTgt spid="17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6"/>
                                        </p:tgtEl>
                                        <p:attrNameLst>
                                          <p:attrName>style.visibility</p:attrName>
                                        </p:attrNameLst>
                                      </p:cBhvr>
                                      <p:to>
                                        <p:strVal val="visible"/>
                                      </p:to>
                                    </p:set>
                                    <p:animEffect transition="in" filter="fade">
                                      <p:cBhvr>
                                        <p:cTn id="27" dur="500"/>
                                        <p:tgtEl>
                                          <p:spTgt spid="17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7"/>
                                        </p:tgtEl>
                                        <p:attrNameLst>
                                          <p:attrName>style.visibility</p:attrName>
                                        </p:attrNameLst>
                                      </p:cBhvr>
                                      <p:to>
                                        <p:strVal val="visible"/>
                                      </p:to>
                                    </p:set>
                                    <p:animEffect transition="in" filter="fade">
                                      <p:cBhvr>
                                        <p:cTn id="32" dur="500"/>
                                        <p:tgtEl>
                                          <p:spTgt spid="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81"/>
        <p:cNvGrpSpPr/>
        <p:nvPr/>
      </p:nvGrpSpPr>
      <p:grpSpPr>
        <a:xfrm>
          <a:off x="0" y="0"/>
          <a:ext cx="0" cy="0"/>
          <a:chOff x="0" y="0"/>
          <a:chExt cx="0" cy="0"/>
        </a:xfrm>
      </p:grpSpPr>
      <p:sp>
        <p:nvSpPr>
          <p:cNvPr id="182" name="Google Shape;182;p9"/>
          <p:cNvSpPr txBox="1">
            <a:spLocks noGrp="1"/>
          </p:cNvSpPr>
          <p:nvPr>
            <p:ph type="title"/>
          </p:nvPr>
        </p:nvSpPr>
        <p:spPr>
          <a:xfrm>
            <a:off x="0" y="191069"/>
            <a:ext cx="12192000" cy="77577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C00000"/>
              </a:buClr>
              <a:buSzPts val="4800"/>
              <a:buFont typeface="Arial"/>
              <a:buNone/>
            </a:pPr>
            <a:r>
              <a:rPr lang="fr-FR">
                <a:solidFill>
                  <a:srgbClr val="C00000"/>
                </a:solidFill>
              </a:rPr>
              <a:t>Origins of English language</a:t>
            </a:r>
            <a:endParaRPr>
              <a:solidFill>
                <a:srgbClr val="C00000"/>
              </a:solidFill>
            </a:endParaRPr>
          </a:p>
        </p:txBody>
      </p:sp>
      <p:pic>
        <p:nvPicPr>
          <p:cNvPr id="183" name="Google Shape;183;p9" descr="C:\Users\Lenovo\OneDrive\Desktop\History_of_English Lge.png"/>
          <p:cNvPicPr preferRelativeResize="0"/>
          <p:nvPr/>
        </p:nvPicPr>
        <p:blipFill rotWithShape="1">
          <a:blip r:embed="rId3">
            <a:alphaModFix/>
          </a:blip>
          <a:srcRect/>
          <a:stretch/>
        </p:blipFill>
        <p:spPr>
          <a:xfrm>
            <a:off x="718402" y="1583140"/>
            <a:ext cx="10765715" cy="4653887"/>
          </a:xfrm>
          <a:prstGeom prst="rect">
            <a:avLst/>
          </a:prstGeom>
          <a:noFill/>
          <a:ln w="9525" cap="flat" cmpd="sng">
            <a:solidFill>
              <a:schemeClr val="dk2"/>
            </a:solidFill>
            <a:prstDash val="solid"/>
            <a:round/>
            <a:headEnd type="none" w="sm" len="sm"/>
            <a:tailEnd type="none" w="sm" len="sm"/>
          </a:ln>
        </p:spPr>
      </p:pic>
      <p:sp>
        <p:nvSpPr>
          <p:cNvPr id="184" name="Google Shape;184;p9"/>
          <p:cNvSpPr/>
          <p:nvPr/>
        </p:nvSpPr>
        <p:spPr>
          <a:xfrm>
            <a:off x="9512489" y="2088107"/>
            <a:ext cx="518615" cy="163773"/>
          </a:xfrm>
          <a:prstGeom prst="stripedRightArrow">
            <a:avLst>
              <a:gd name="adj1" fmla="val 50000"/>
              <a:gd name="adj2" fmla="val 50000"/>
            </a:avLst>
          </a:prstGeom>
          <a:gradFill>
            <a:gsLst>
              <a:gs pos="0">
                <a:srgbClr val="FF9C9A"/>
              </a:gs>
              <a:gs pos="50000">
                <a:srgbClr val="F78F8D"/>
              </a:gs>
              <a:gs pos="100000">
                <a:srgbClr val="FC7A78"/>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85" name="Google Shape;185;p9"/>
          <p:cNvSpPr/>
          <p:nvPr/>
        </p:nvSpPr>
        <p:spPr>
          <a:xfrm>
            <a:off x="7492621" y="2074461"/>
            <a:ext cx="641444" cy="191068"/>
          </a:xfrm>
          <a:prstGeom prst="stripedRightArrow">
            <a:avLst>
              <a:gd name="adj1" fmla="val 50000"/>
              <a:gd name="adj2" fmla="val 50000"/>
            </a:avLst>
          </a:prstGeom>
          <a:gradFill>
            <a:gsLst>
              <a:gs pos="0">
                <a:srgbClr val="FF9C9A"/>
              </a:gs>
              <a:gs pos="50000">
                <a:srgbClr val="F78F8D"/>
              </a:gs>
              <a:gs pos="100000">
                <a:srgbClr val="FC7A78"/>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86" name="Google Shape;186;p9"/>
          <p:cNvSpPr/>
          <p:nvPr/>
        </p:nvSpPr>
        <p:spPr>
          <a:xfrm>
            <a:off x="6086902" y="2074460"/>
            <a:ext cx="518615" cy="163773"/>
          </a:xfrm>
          <a:prstGeom prst="stripedRightArrow">
            <a:avLst>
              <a:gd name="adj1" fmla="val 50000"/>
              <a:gd name="adj2" fmla="val 50000"/>
            </a:avLst>
          </a:prstGeom>
          <a:gradFill>
            <a:gsLst>
              <a:gs pos="0">
                <a:srgbClr val="FF9C9A"/>
              </a:gs>
              <a:gs pos="50000">
                <a:srgbClr val="F78F8D"/>
              </a:gs>
              <a:gs pos="100000">
                <a:srgbClr val="FC7A78"/>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87" name="Google Shape;187;p9"/>
          <p:cNvSpPr/>
          <p:nvPr/>
        </p:nvSpPr>
        <p:spPr>
          <a:xfrm>
            <a:off x="4844956" y="2101754"/>
            <a:ext cx="518615" cy="163773"/>
          </a:xfrm>
          <a:prstGeom prst="stripedRightArrow">
            <a:avLst>
              <a:gd name="adj1" fmla="val 50000"/>
              <a:gd name="adj2" fmla="val 50000"/>
            </a:avLst>
          </a:prstGeom>
          <a:gradFill>
            <a:gsLst>
              <a:gs pos="0">
                <a:srgbClr val="FF9C9A"/>
              </a:gs>
              <a:gs pos="50000">
                <a:srgbClr val="F78F8D"/>
              </a:gs>
              <a:gs pos="100000">
                <a:srgbClr val="FC7A78"/>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88" name="Google Shape;188;p9"/>
          <p:cNvSpPr/>
          <p:nvPr/>
        </p:nvSpPr>
        <p:spPr>
          <a:xfrm>
            <a:off x="3152635" y="2101755"/>
            <a:ext cx="518615" cy="163773"/>
          </a:xfrm>
          <a:prstGeom prst="stripedRightArrow">
            <a:avLst>
              <a:gd name="adj1" fmla="val 50000"/>
              <a:gd name="adj2" fmla="val 50000"/>
            </a:avLst>
          </a:prstGeom>
          <a:gradFill>
            <a:gsLst>
              <a:gs pos="0">
                <a:srgbClr val="FF9C9A"/>
              </a:gs>
              <a:gs pos="50000">
                <a:srgbClr val="F78F8D"/>
              </a:gs>
              <a:gs pos="100000">
                <a:srgbClr val="FC7A78"/>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89" name="Google Shape;189;p9"/>
          <p:cNvSpPr/>
          <p:nvPr/>
        </p:nvSpPr>
        <p:spPr>
          <a:xfrm>
            <a:off x="1610436" y="2060812"/>
            <a:ext cx="518615" cy="163773"/>
          </a:xfrm>
          <a:prstGeom prst="stripedRightArrow">
            <a:avLst>
              <a:gd name="adj1" fmla="val 50000"/>
              <a:gd name="adj2" fmla="val 50000"/>
            </a:avLst>
          </a:prstGeom>
          <a:gradFill>
            <a:gsLst>
              <a:gs pos="0">
                <a:srgbClr val="FF9C9A"/>
              </a:gs>
              <a:gs pos="50000">
                <a:srgbClr val="F78F8D"/>
              </a:gs>
              <a:gs pos="100000">
                <a:srgbClr val="FC7A78"/>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90" name="Google Shape;190;p9"/>
          <p:cNvSpPr/>
          <p:nvPr/>
        </p:nvSpPr>
        <p:spPr>
          <a:xfrm>
            <a:off x="4612944" y="4872251"/>
            <a:ext cx="2060812" cy="873455"/>
          </a:xfrm>
          <a:prstGeom prst="ellipse">
            <a:avLst/>
          </a:prstGeom>
          <a:solidFill>
            <a:schemeClr val="lt1">
              <a:alpha val="0"/>
            </a:schemeClr>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91" name="Google Shape;191;p9"/>
          <p:cNvSpPr/>
          <p:nvPr/>
        </p:nvSpPr>
        <p:spPr>
          <a:xfrm>
            <a:off x="6755642" y="4844955"/>
            <a:ext cx="2060812" cy="791569"/>
          </a:xfrm>
          <a:prstGeom prst="ellipse">
            <a:avLst/>
          </a:prstGeom>
          <a:solidFill>
            <a:schemeClr val="lt1">
              <a:alpha val="0"/>
            </a:schemeClr>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92" name="Google Shape;192;p9"/>
          <p:cNvSpPr/>
          <p:nvPr/>
        </p:nvSpPr>
        <p:spPr>
          <a:xfrm>
            <a:off x="8639033" y="4885899"/>
            <a:ext cx="1323834" cy="791569"/>
          </a:xfrm>
          <a:prstGeom prst="ellipse">
            <a:avLst/>
          </a:prstGeom>
          <a:solidFill>
            <a:schemeClr val="lt1">
              <a:alpha val="0"/>
            </a:schemeClr>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93" name="Google Shape;193;p9"/>
          <p:cNvSpPr/>
          <p:nvPr/>
        </p:nvSpPr>
        <p:spPr>
          <a:xfrm>
            <a:off x="9976513" y="4899547"/>
            <a:ext cx="1405721" cy="791569"/>
          </a:xfrm>
          <a:prstGeom prst="ellipse">
            <a:avLst/>
          </a:prstGeom>
          <a:solidFill>
            <a:schemeClr val="lt1">
              <a:alpha val="0"/>
            </a:schemeClr>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89"/>
                                        </p:tgtEl>
                                        <p:attrNameLst>
                                          <p:attrName>style.visibility</p:attrName>
                                        </p:attrNameLst>
                                      </p:cBhvr>
                                      <p:to>
                                        <p:strVal val="visible"/>
                                      </p:to>
                                    </p:set>
                                    <p:anim calcmode="lin" valueType="num">
                                      <p:cBhvr additive="base">
                                        <p:cTn id="7" dur="500"/>
                                        <p:tgtEl>
                                          <p:spTgt spid="189"/>
                                        </p:tgtEl>
                                        <p:attrNameLst>
                                          <p:attrName>ppt_w</p:attrName>
                                        </p:attrNameLst>
                                      </p:cBhvr>
                                      <p:tavLst>
                                        <p:tav tm="0">
                                          <p:val>
                                            <p:strVal val="0"/>
                                          </p:val>
                                        </p:tav>
                                        <p:tav tm="100000">
                                          <p:val>
                                            <p:strVal val="#ppt_w"/>
                                          </p:val>
                                        </p:tav>
                                      </p:tavLst>
                                    </p:anim>
                                    <p:anim calcmode="lin" valueType="num">
                                      <p:cBhvr additive="base">
                                        <p:cTn id="8" dur="500"/>
                                        <p:tgtEl>
                                          <p:spTgt spid="189"/>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88"/>
                                        </p:tgtEl>
                                        <p:attrNameLst>
                                          <p:attrName>style.visibility</p:attrName>
                                        </p:attrNameLst>
                                      </p:cBhvr>
                                      <p:to>
                                        <p:strVal val="visible"/>
                                      </p:to>
                                    </p:set>
                                    <p:anim calcmode="lin" valueType="num">
                                      <p:cBhvr additive="base">
                                        <p:cTn id="13" dur="500"/>
                                        <p:tgtEl>
                                          <p:spTgt spid="188"/>
                                        </p:tgtEl>
                                        <p:attrNameLst>
                                          <p:attrName>ppt_w</p:attrName>
                                        </p:attrNameLst>
                                      </p:cBhvr>
                                      <p:tavLst>
                                        <p:tav tm="0">
                                          <p:val>
                                            <p:strVal val="0"/>
                                          </p:val>
                                        </p:tav>
                                        <p:tav tm="100000">
                                          <p:val>
                                            <p:strVal val="#ppt_w"/>
                                          </p:val>
                                        </p:tav>
                                      </p:tavLst>
                                    </p:anim>
                                    <p:anim calcmode="lin" valueType="num">
                                      <p:cBhvr additive="base">
                                        <p:cTn id="14" dur="500"/>
                                        <p:tgtEl>
                                          <p:spTgt spid="188"/>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187"/>
                                        </p:tgtEl>
                                        <p:attrNameLst>
                                          <p:attrName>style.visibility</p:attrName>
                                        </p:attrNameLst>
                                      </p:cBhvr>
                                      <p:to>
                                        <p:strVal val="visible"/>
                                      </p:to>
                                    </p:set>
                                    <p:anim calcmode="lin" valueType="num">
                                      <p:cBhvr additive="base">
                                        <p:cTn id="19" dur="500"/>
                                        <p:tgtEl>
                                          <p:spTgt spid="187"/>
                                        </p:tgtEl>
                                        <p:attrNameLst>
                                          <p:attrName>ppt_w</p:attrName>
                                        </p:attrNameLst>
                                      </p:cBhvr>
                                      <p:tavLst>
                                        <p:tav tm="0">
                                          <p:val>
                                            <p:strVal val="0"/>
                                          </p:val>
                                        </p:tav>
                                        <p:tav tm="100000">
                                          <p:val>
                                            <p:strVal val="#ppt_w"/>
                                          </p:val>
                                        </p:tav>
                                      </p:tavLst>
                                    </p:anim>
                                    <p:anim calcmode="lin" valueType="num">
                                      <p:cBhvr additive="base">
                                        <p:cTn id="20" dur="500"/>
                                        <p:tgtEl>
                                          <p:spTgt spid="187"/>
                                        </p:tgtEl>
                                        <p:attrNameLst>
                                          <p:attrName>ppt_h</p:attrName>
                                        </p:attrNameLst>
                                      </p:cBhvr>
                                      <p:tavLst>
                                        <p:tav tm="0">
                                          <p:val>
                                            <p:str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186"/>
                                        </p:tgtEl>
                                        <p:attrNameLst>
                                          <p:attrName>style.visibility</p:attrName>
                                        </p:attrNameLst>
                                      </p:cBhvr>
                                      <p:to>
                                        <p:strVal val="visible"/>
                                      </p:to>
                                    </p:set>
                                    <p:anim calcmode="lin" valueType="num">
                                      <p:cBhvr additive="base">
                                        <p:cTn id="25" dur="500"/>
                                        <p:tgtEl>
                                          <p:spTgt spid="186"/>
                                        </p:tgtEl>
                                        <p:attrNameLst>
                                          <p:attrName>ppt_w</p:attrName>
                                        </p:attrNameLst>
                                      </p:cBhvr>
                                      <p:tavLst>
                                        <p:tav tm="0">
                                          <p:val>
                                            <p:strVal val="0"/>
                                          </p:val>
                                        </p:tav>
                                        <p:tav tm="100000">
                                          <p:val>
                                            <p:strVal val="#ppt_w"/>
                                          </p:val>
                                        </p:tav>
                                      </p:tavLst>
                                    </p:anim>
                                    <p:anim calcmode="lin" valueType="num">
                                      <p:cBhvr additive="base">
                                        <p:cTn id="26" dur="500"/>
                                        <p:tgtEl>
                                          <p:spTgt spid="186"/>
                                        </p:tgtEl>
                                        <p:attrNameLst>
                                          <p:attrName>ppt_h</p:attrName>
                                        </p:attrNameLst>
                                      </p:cBhvr>
                                      <p:tavLst>
                                        <p:tav tm="0">
                                          <p:val>
                                            <p:str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185"/>
                                        </p:tgtEl>
                                        <p:attrNameLst>
                                          <p:attrName>style.visibility</p:attrName>
                                        </p:attrNameLst>
                                      </p:cBhvr>
                                      <p:to>
                                        <p:strVal val="visible"/>
                                      </p:to>
                                    </p:set>
                                    <p:anim calcmode="lin" valueType="num">
                                      <p:cBhvr additive="base">
                                        <p:cTn id="31" dur="500"/>
                                        <p:tgtEl>
                                          <p:spTgt spid="185"/>
                                        </p:tgtEl>
                                        <p:attrNameLst>
                                          <p:attrName>ppt_w</p:attrName>
                                        </p:attrNameLst>
                                      </p:cBhvr>
                                      <p:tavLst>
                                        <p:tav tm="0">
                                          <p:val>
                                            <p:strVal val="0"/>
                                          </p:val>
                                        </p:tav>
                                        <p:tav tm="100000">
                                          <p:val>
                                            <p:strVal val="#ppt_w"/>
                                          </p:val>
                                        </p:tav>
                                      </p:tavLst>
                                    </p:anim>
                                    <p:anim calcmode="lin" valueType="num">
                                      <p:cBhvr additive="base">
                                        <p:cTn id="32" dur="500"/>
                                        <p:tgtEl>
                                          <p:spTgt spid="185"/>
                                        </p:tgtEl>
                                        <p:attrNameLst>
                                          <p:attrName>ppt_h</p:attrName>
                                        </p:attrNameLst>
                                      </p:cBhvr>
                                      <p:tavLst>
                                        <p:tav tm="0">
                                          <p:val>
                                            <p:str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184"/>
                                        </p:tgtEl>
                                        <p:attrNameLst>
                                          <p:attrName>style.visibility</p:attrName>
                                        </p:attrNameLst>
                                      </p:cBhvr>
                                      <p:to>
                                        <p:strVal val="visible"/>
                                      </p:to>
                                    </p:set>
                                    <p:anim calcmode="lin" valueType="num">
                                      <p:cBhvr additive="base">
                                        <p:cTn id="37" dur="500"/>
                                        <p:tgtEl>
                                          <p:spTgt spid="184"/>
                                        </p:tgtEl>
                                        <p:attrNameLst>
                                          <p:attrName>ppt_w</p:attrName>
                                        </p:attrNameLst>
                                      </p:cBhvr>
                                      <p:tavLst>
                                        <p:tav tm="0">
                                          <p:val>
                                            <p:strVal val="0"/>
                                          </p:val>
                                        </p:tav>
                                        <p:tav tm="100000">
                                          <p:val>
                                            <p:strVal val="#ppt_w"/>
                                          </p:val>
                                        </p:tav>
                                      </p:tavLst>
                                    </p:anim>
                                    <p:anim calcmode="lin" valueType="num">
                                      <p:cBhvr additive="base">
                                        <p:cTn id="38" dur="500"/>
                                        <p:tgtEl>
                                          <p:spTgt spid="184"/>
                                        </p:tgtEl>
                                        <p:attrNameLst>
                                          <p:attrName>ppt_h</p:attrName>
                                        </p:attrNameLst>
                                      </p:cBhvr>
                                      <p:tavLst>
                                        <p:tav tm="0">
                                          <p:val>
                                            <p:str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190"/>
                                        </p:tgtEl>
                                        <p:attrNameLst>
                                          <p:attrName>style.visibility</p:attrName>
                                        </p:attrNameLst>
                                      </p:cBhvr>
                                      <p:to>
                                        <p:strVal val="visible"/>
                                      </p:to>
                                    </p:set>
                                    <p:anim calcmode="lin" valueType="num">
                                      <p:cBhvr additive="base">
                                        <p:cTn id="43" dur="500"/>
                                        <p:tgtEl>
                                          <p:spTgt spid="190"/>
                                        </p:tgtEl>
                                        <p:attrNameLst>
                                          <p:attrName>ppt_w</p:attrName>
                                        </p:attrNameLst>
                                      </p:cBhvr>
                                      <p:tavLst>
                                        <p:tav tm="0">
                                          <p:val>
                                            <p:strVal val="0"/>
                                          </p:val>
                                        </p:tav>
                                        <p:tav tm="100000">
                                          <p:val>
                                            <p:strVal val="#ppt_w"/>
                                          </p:val>
                                        </p:tav>
                                      </p:tavLst>
                                    </p:anim>
                                    <p:anim calcmode="lin" valueType="num">
                                      <p:cBhvr additive="base">
                                        <p:cTn id="44" dur="500"/>
                                        <p:tgtEl>
                                          <p:spTgt spid="190"/>
                                        </p:tgtEl>
                                        <p:attrNameLst>
                                          <p:attrName>ppt_h</p:attrName>
                                        </p:attrNameLst>
                                      </p:cBhvr>
                                      <p:tavLst>
                                        <p:tav tm="0">
                                          <p:val>
                                            <p:str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nodeType="clickEffect">
                                  <p:stCondLst>
                                    <p:cond delay="0"/>
                                  </p:stCondLst>
                                  <p:childTnLst>
                                    <p:set>
                                      <p:cBhvr>
                                        <p:cTn id="48" dur="1" fill="hold">
                                          <p:stCondLst>
                                            <p:cond delay="0"/>
                                          </p:stCondLst>
                                        </p:cTn>
                                        <p:tgtEl>
                                          <p:spTgt spid="191"/>
                                        </p:tgtEl>
                                        <p:attrNameLst>
                                          <p:attrName>style.visibility</p:attrName>
                                        </p:attrNameLst>
                                      </p:cBhvr>
                                      <p:to>
                                        <p:strVal val="visible"/>
                                      </p:to>
                                    </p:set>
                                    <p:anim calcmode="lin" valueType="num">
                                      <p:cBhvr additive="base">
                                        <p:cTn id="49" dur="500"/>
                                        <p:tgtEl>
                                          <p:spTgt spid="191"/>
                                        </p:tgtEl>
                                        <p:attrNameLst>
                                          <p:attrName>ppt_w</p:attrName>
                                        </p:attrNameLst>
                                      </p:cBhvr>
                                      <p:tavLst>
                                        <p:tav tm="0">
                                          <p:val>
                                            <p:strVal val="0"/>
                                          </p:val>
                                        </p:tav>
                                        <p:tav tm="100000">
                                          <p:val>
                                            <p:strVal val="#ppt_w"/>
                                          </p:val>
                                        </p:tav>
                                      </p:tavLst>
                                    </p:anim>
                                    <p:anim calcmode="lin" valueType="num">
                                      <p:cBhvr additive="base">
                                        <p:cTn id="50" dur="500"/>
                                        <p:tgtEl>
                                          <p:spTgt spid="191"/>
                                        </p:tgtEl>
                                        <p:attrNameLst>
                                          <p:attrName>ppt_h</p:attrName>
                                        </p:attrNameLst>
                                      </p:cBhvr>
                                      <p:tavLst>
                                        <p:tav tm="0">
                                          <p:val>
                                            <p:str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3" presetClass="entr" presetSubtype="16" fill="hold" nodeType="clickEffect">
                                  <p:stCondLst>
                                    <p:cond delay="0"/>
                                  </p:stCondLst>
                                  <p:childTnLst>
                                    <p:set>
                                      <p:cBhvr>
                                        <p:cTn id="54" dur="1" fill="hold">
                                          <p:stCondLst>
                                            <p:cond delay="0"/>
                                          </p:stCondLst>
                                        </p:cTn>
                                        <p:tgtEl>
                                          <p:spTgt spid="192"/>
                                        </p:tgtEl>
                                        <p:attrNameLst>
                                          <p:attrName>style.visibility</p:attrName>
                                        </p:attrNameLst>
                                      </p:cBhvr>
                                      <p:to>
                                        <p:strVal val="visible"/>
                                      </p:to>
                                    </p:set>
                                    <p:anim calcmode="lin" valueType="num">
                                      <p:cBhvr additive="base">
                                        <p:cTn id="55" dur="500"/>
                                        <p:tgtEl>
                                          <p:spTgt spid="192"/>
                                        </p:tgtEl>
                                        <p:attrNameLst>
                                          <p:attrName>ppt_w</p:attrName>
                                        </p:attrNameLst>
                                      </p:cBhvr>
                                      <p:tavLst>
                                        <p:tav tm="0">
                                          <p:val>
                                            <p:strVal val="0"/>
                                          </p:val>
                                        </p:tav>
                                        <p:tav tm="100000">
                                          <p:val>
                                            <p:strVal val="#ppt_w"/>
                                          </p:val>
                                        </p:tav>
                                      </p:tavLst>
                                    </p:anim>
                                    <p:anim calcmode="lin" valueType="num">
                                      <p:cBhvr additive="base">
                                        <p:cTn id="56" dur="500"/>
                                        <p:tgtEl>
                                          <p:spTgt spid="192"/>
                                        </p:tgtEl>
                                        <p:attrNameLst>
                                          <p:attrName>ppt_h</p:attrName>
                                        </p:attrNameLst>
                                      </p:cBhvr>
                                      <p:tavLst>
                                        <p:tav tm="0">
                                          <p:val>
                                            <p:str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3" presetClass="entr" presetSubtype="16" fill="hold" nodeType="clickEffect">
                                  <p:stCondLst>
                                    <p:cond delay="0"/>
                                  </p:stCondLst>
                                  <p:childTnLst>
                                    <p:set>
                                      <p:cBhvr>
                                        <p:cTn id="60" dur="1" fill="hold">
                                          <p:stCondLst>
                                            <p:cond delay="0"/>
                                          </p:stCondLst>
                                        </p:cTn>
                                        <p:tgtEl>
                                          <p:spTgt spid="193"/>
                                        </p:tgtEl>
                                        <p:attrNameLst>
                                          <p:attrName>style.visibility</p:attrName>
                                        </p:attrNameLst>
                                      </p:cBhvr>
                                      <p:to>
                                        <p:strVal val="visible"/>
                                      </p:to>
                                    </p:set>
                                    <p:anim calcmode="lin" valueType="num">
                                      <p:cBhvr additive="base">
                                        <p:cTn id="61" dur="500"/>
                                        <p:tgtEl>
                                          <p:spTgt spid="193"/>
                                        </p:tgtEl>
                                        <p:attrNameLst>
                                          <p:attrName>ppt_w</p:attrName>
                                        </p:attrNameLst>
                                      </p:cBhvr>
                                      <p:tavLst>
                                        <p:tav tm="0">
                                          <p:val>
                                            <p:strVal val="0"/>
                                          </p:val>
                                        </p:tav>
                                        <p:tav tm="100000">
                                          <p:val>
                                            <p:strVal val="#ppt_w"/>
                                          </p:val>
                                        </p:tav>
                                      </p:tavLst>
                                    </p:anim>
                                    <p:anim calcmode="lin" valueType="num">
                                      <p:cBhvr additive="base">
                                        <p:cTn id="62" dur="500"/>
                                        <p:tgtEl>
                                          <p:spTgt spid="19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97"/>
        <p:cNvGrpSpPr/>
        <p:nvPr/>
      </p:nvGrpSpPr>
      <p:grpSpPr>
        <a:xfrm>
          <a:off x="0" y="0"/>
          <a:ext cx="0" cy="0"/>
          <a:chOff x="0" y="0"/>
          <a:chExt cx="0" cy="0"/>
        </a:xfrm>
      </p:grpSpPr>
      <p:sp>
        <p:nvSpPr>
          <p:cNvPr id="198" name="Google Shape;198;p10"/>
          <p:cNvSpPr txBox="1"/>
          <p:nvPr/>
        </p:nvSpPr>
        <p:spPr>
          <a:xfrm>
            <a:off x="566383" y="2947915"/>
            <a:ext cx="7881581" cy="91267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23F61"/>
              </a:buClr>
              <a:buSzPts val="3200"/>
              <a:buFont typeface="Arial"/>
              <a:buNone/>
            </a:pPr>
            <a:r>
              <a:rPr lang="fr-FR" sz="3200" b="1" i="0" u="none" strike="noStrike" cap="none">
                <a:solidFill>
                  <a:srgbClr val="023F61"/>
                </a:solidFill>
                <a:latin typeface="Arial"/>
                <a:ea typeface="Arial"/>
                <a:cs typeface="Arial"/>
                <a:sym typeface="Arial"/>
              </a:rPr>
              <a:t>How did this divergence occur?</a:t>
            </a:r>
            <a:endParaRPr/>
          </a:p>
        </p:txBody>
      </p:sp>
      <p:sp>
        <p:nvSpPr>
          <p:cNvPr id="199" name="Google Shape;199;p10"/>
          <p:cNvSpPr txBox="1"/>
          <p:nvPr/>
        </p:nvSpPr>
        <p:spPr>
          <a:xfrm>
            <a:off x="3480180" y="3998795"/>
            <a:ext cx="8352430" cy="2306472"/>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90000"/>
              </a:lnSpc>
              <a:spcBef>
                <a:spcPts val="0"/>
              </a:spcBef>
              <a:spcAft>
                <a:spcPts val="0"/>
              </a:spcAft>
              <a:buClr>
                <a:srgbClr val="023F61"/>
              </a:buClr>
              <a:buSzPts val="2400"/>
              <a:buFont typeface="Arial"/>
              <a:buNone/>
            </a:pPr>
            <a:r>
              <a:rPr lang="fr-FR" sz="2400" b="0" i="0" u="none" strike="noStrike" cap="none" dirty="0">
                <a:solidFill>
                  <a:srgbClr val="023F61"/>
                </a:solidFill>
                <a:latin typeface="Arial"/>
                <a:ea typeface="Arial"/>
                <a:cs typeface="Arial"/>
                <a:sym typeface="Arial"/>
              </a:rPr>
              <a:t>   </a:t>
            </a:r>
            <a:r>
              <a:rPr lang="fr-FR" sz="2400" b="0" i="0" u="none" strike="noStrike" cap="none" dirty="0">
                <a:solidFill>
                  <a:srgbClr val="C00000"/>
                </a:solidFill>
                <a:latin typeface="Arial"/>
                <a:ea typeface="Arial"/>
                <a:cs typeface="Arial"/>
                <a:sym typeface="Arial"/>
              </a:rPr>
              <a:t>The English </a:t>
            </a:r>
            <a:r>
              <a:rPr lang="fr-FR" sz="2400" b="0" i="0" u="none" strike="noStrike" cap="none" dirty="0" err="1">
                <a:solidFill>
                  <a:srgbClr val="C00000"/>
                </a:solidFill>
                <a:latin typeface="Arial"/>
                <a:ea typeface="Arial"/>
                <a:cs typeface="Arial"/>
                <a:sym typeface="Arial"/>
              </a:rPr>
              <a:t>language</a:t>
            </a:r>
            <a:r>
              <a:rPr lang="fr-FR" sz="2400" b="0" i="0" u="none" strike="noStrike" cap="none" dirty="0">
                <a:solidFill>
                  <a:srgbClr val="C00000"/>
                </a:solidFill>
                <a:latin typeface="Arial"/>
                <a:ea typeface="Arial"/>
                <a:cs typeface="Arial"/>
                <a:sym typeface="Arial"/>
              </a:rPr>
              <a:t> </a:t>
            </a:r>
            <a:r>
              <a:rPr lang="fr-FR" sz="2400" b="0" i="0" u="none" strike="noStrike" cap="none" dirty="0" err="1">
                <a:solidFill>
                  <a:srgbClr val="C00000"/>
                </a:solidFill>
                <a:latin typeface="Arial"/>
                <a:ea typeface="Arial"/>
                <a:cs typeface="Arial"/>
                <a:sym typeface="Arial"/>
              </a:rPr>
              <a:t>was</a:t>
            </a:r>
            <a:r>
              <a:rPr lang="fr-FR" sz="2400" b="0" i="0" u="none" strike="noStrike" cap="none" dirty="0">
                <a:solidFill>
                  <a:srgbClr val="C00000"/>
                </a:solidFill>
                <a:latin typeface="Arial"/>
                <a:ea typeface="Arial"/>
                <a:cs typeface="Arial"/>
                <a:sym typeface="Arial"/>
              </a:rPr>
              <a:t> </a:t>
            </a:r>
            <a:r>
              <a:rPr lang="fr-FR" sz="2400" b="0" i="0" u="none" strike="noStrike" cap="none" dirty="0" err="1">
                <a:solidFill>
                  <a:srgbClr val="C00000"/>
                </a:solidFill>
                <a:latin typeface="Arial"/>
                <a:ea typeface="Arial"/>
                <a:cs typeface="Arial"/>
                <a:sym typeface="Arial"/>
              </a:rPr>
              <a:t>introduced</a:t>
            </a:r>
            <a:r>
              <a:rPr lang="fr-FR" sz="2400" b="0" i="0" u="none" strike="noStrike" cap="none" dirty="0">
                <a:solidFill>
                  <a:srgbClr val="C00000"/>
                </a:solidFill>
                <a:latin typeface="Arial"/>
                <a:ea typeface="Arial"/>
                <a:cs typeface="Arial"/>
                <a:sym typeface="Arial"/>
              </a:rPr>
              <a:t> to the </a:t>
            </a:r>
            <a:r>
              <a:rPr lang="fr-FR" sz="2400" b="0" i="0" u="none" strike="noStrike" cap="none" dirty="0" err="1">
                <a:solidFill>
                  <a:srgbClr val="C00000"/>
                </a:solidFill>
                <a:latin typeface="Arial"/>
                <a:ea typeface="Arial"/>
                <a:cs typeface="Arial"/>
                <a:sym typeface="Arial"/>
              </a:rPr>
              <a:t>Americans</a:t>
            </a:r>
            <a:r>
              <a:rPr lang="fr-FR" sz="2400" b="0" i="0" u="none" strike="noStrike" cap="none" dirty="0">
                <a:solidFill>
                  <a:srgbClr val="C00000"/>
                </a:solidFill>
                <a:latin typeface="Arial"/>
                <a:ea typeface="Arial"/>
                <a:cs typeface="Arial"/>
                <a:sym typeface="Arial"/>
              </a:rPr>
              <a:t> </a:t>
            </a:r>
            <a:r>
              <a:rPr lang="fr-FR" sz="2400" b="0" i="0" u="none" strike="noStrike" cap="none" dirty="0" err="1">
                <a:solidFill>
                  <a:srgbClr val="C00000"/>
                </a:solidFill>
                <a:latin typeface="Arial"/>
                <a:ea typeface="Arial"/>
                <a:cs typeface="Arial"/>
                <a:sym typeface="Arial"/>
              </a:rPr>
              <a:t>through</a:t>
            </a:r>
            <a:r>
              <a:rPr lang="fr-FR" sz="2400" b="0" i="0" u="none" strike="noStrike" cap="none" dirty="0">
                <a:solidFill>
                  <a:srgbClr val="C00000"/>
                </a:solidFill>
                <a:latin typeface="Arial"/>
                <a:ea typeface="Arial"/>
                <a:cs typeface="Arial"/>
                <a:sym typeface="Arial"/>
              </a:rPr>
              <a:t> British </a:t>
            </a:r>
            <a:r>
              <a:rPr lang="fr-FR" sz="2400" b="0" i="0" u="none" strike="noStrike" cap="none" dirty="0" err="1">
                <a:solidFill>
                  <a:srgbClr val="C00000"/>
                </a:solidFill>
                <a:latin typeface="Arial"/>
                <a:ea typeface="Arial"/>
                <a:cs typeface="Arial"/>
                <a:sym typeface="Arial"/>
              </a:rPr>
              <a:t>colonization</a:t>
            </a:r>
            <a:r>
              <a:rPr lang="fr-FR" sz="2400" b="0" i="0" u="none" strike="noStrike" cap="none" dirty="0">
                <a:solidFill>
                  <a:srgbClr val="C00000"/>
                </a:solidFill>
                <a:latin typeface="Arial"/>
                <a:ea typeface="Arial"/>
                <a:cs typeface="Arial"/>
                <a:sym typeface="Arial"/>
              </a:rPr>
              <a:t> in the </a:t>
            </a:r>
            <a:r>
              <a:rPr lang="fr-FR" sz="2400" b="0" i="0" u="none" strike="noStrike" cap="none" dirty="0" err="1">
                <a:solidFill>
                  <a:srgbClr val="C00000"/>
                </a:solidFill>
                <a:latin typeface="Arial"/>
                <a:ea typeface="Arial"/>
                <a:cs typeface="Arial"/>
                <a:sym typeface="Arial"/>
              </a:rPr>
              <a:t>early</a:t>
            </a:r>
            <a:r>
              <a:rPr lang="fr-FR" sz="2400" b="0" i="0" u="none" strike="noStrike" cap="none" dirty="0">
                <a:solidFill>
                  <a:srgbClr val="C00000"/>
                </a:solidFill>
                <a:latin typeface="Arial"/>
                <a:ea typeface="Arial"/>
                <a:cs typeface="Arial"/>
                <a:sym typeface="Arial"/>
              </a:rPr>
              <a:t> 17th century and </a:t>
            </a:r>
            <a:r>
              <a:rPr lang="fr-FR" sz="2400" b="0" i="0" u="none" strike="noStrike" cap="none" dirty="0" err="1">
                <a:solidFill>
                  <a:srgbClr val="C00000"/>
                </a:solidFill>
                <a:latin typeface="Arial"/>
                <a:ea typeface="Arial"/>
                <a:cs typeface="Arial"/>
                <a:sym typeface="Arial"/>
              </a:rPr>
              <a:t>it</a:t>
            </a:r>
            <a:r>
              <a:rPr lang="fr-FR" sz="2400" b="0" i="0" u="none" strike="noStrike" cap="none" dirty="0">
                <a:solidFill>
                  <a:srgbClr val="C00000"/>
                </a:solidFill>
                <a:latin typeface="Arial"/>
                <a:ea typeface="Arial"/>
                <a:cs typeface="Arial"/>
                <a:sym typeface="Arial"/>
              </a:rPr>
              <a:t> spread to </a:t>
            </a:r>
            <a:r>
              <a:rPr lang="fr-FR" sz="2400" b="0" i="0" u="none" strike="noStrike" cap="none" dirty="0" err="1">
                <a:solidFill>
                  <a:srgbClr val="C00000"/>
                </a:solidFill>
                <a:latin typeface="Arial"/>
                <a:ea typeface="Arial"/>
                <a:cs typeface="Arial"/>
                <a:sym typeface="Arial"/>
              </a:rPr>
              <a:t>many</a:t>
            </a:r>
            <a:r>
              <a:rPr lang="fr-FR" sz="2400" b="0" i="0" u="none" strike="noStrike" cap="none" dirty="0">
                <a:solidFill>
                  <a:srgbClr val="C00000"/>
                </a:solidFill>
                <a:latin typeface="Arial"/>
                <a:ea typeface="Arial"/>
                <a:cs typeface="Arial"/>
                <a:sym typeface="Arial"/>
              </a:rPr>
              <a:t> parts of the world </a:t>
            </a:r>
            <a:r>
              <a:rPr lang="fr-FR" sz="2400" b="0" i="0" u="none" strike="noStrike" cap="none" dirty="0" err="1">
                <a:solidFill>
                  <a:srgbClr val="C00000"/>
                </a:solidFill>
                <a:latin typeface="Arial"/>
                <a:ea typeface="Arial"/>
                <a:cs typeface="Arial"/>
                <a:sym typeface="Arial"/>
              </a:rPr>
              <a:t>because</a:t>
            </a:r>
            <a:r>
              <a:rPr lang="fr-FR" sz="2400" b="0" i="0" u="none" strike="noStrike" cap="none" dirty="0">
                <a:solidFill>
                  <a:srgbClr val="C00000"/>
                </a:solidFill>
                <a:latin typeface="Arial"/>
                <a:ea typeface="Arial"/>
                <a:cs typeface="Arial"/>
                <a:sym typeface="Arial"/>
              </a:rPr>
              <a:t> of the </a:t>
            </a:r>
            <a:r>
              <a:rPr lang="fr-FR" sz="2400" b="0" i="0" u="none" strike="noStrike" cap="none" dirty="0" err="1">
                <a:solidFill>
                  <a:srgbClr val="C00000"/>
                </a:solidFill>
                <a:latin typeface="Arial"/>
                <a:ea typeface="Arial"/>
                <a:cs typeface="Arial"/>
                <a:sym typeface="Arial"/>
              </a:rPr>
              <a:t>strength</a:t>
            </a:r>
            <a:r>
              <a:rPr lang="fr-FR" sz="2400" b="0" i="0" u="none" strike="noStrike" cap="none" dirty="0">
                <a:solidFill>
                  <a:srgbClr val="C00000"/>
                </a:solidFill>
                <a:latin typeface="Arial"/>
                <a:ea typeface="Arial"/>
                <a:cs typeface="Arial"/>
                <a:sym typeface="Arial"/>
              </a:rPr>
              <a:t> of the British empire. Over the </a:t>
            </a:r>
            <a:r>
              <a:rPr lang="fr-FR" sz="2400" b="0" i="0" u="none" strike="noStrike" cap="none" dirty="0" err="1">
                <a:solidFill>
                  <a:srgbClr val="C00000"/>
                </a:solidFill>
                <a:latin typeface="Arial"/>
                <a:ea typeface="Arial"/>
                <a:cs typeface="Arial"/>
                <a:sym typeface="Arial"/>
              </a:rPr>
              <a:t>years</a:t>
            </a:r>
            <a:r>
              <a:rPr lang="fr-FR" sz="2400" b="0" i="0" u="none" strike="noStrike" cap="none" dirty="0">
                <a:solidFill>
                  <a:srgbClr val="C00000"/>
                </a:solidFill>
                <a:latin typeface="Arial"/>
                <a:ea typeface="Arial"/>
                <a:cs typeface="Arial"/>
                <a:sym typeface="Arial"/>
              </a:rPr>
              <a:t>, English </a:t>
            </a:r>
            <a:r>
              <a:rPr lang="fr-FR" sz="2400" b="0" i="0" u="none" strike="noStrike" cap="none" dirty="0" err="1">
                <a:solidFill>
                  <a:srgbClr val="C00000"/>
                </a:solidFill>
                <a:latin typeface="Arial"/>
                <a:ea typeface="Arial"/>
                <a:cs typeface="Arial"/>
                <a:sym typeface="Arial"/>
              </a:rPr>
              <a:t>spoken</a:t>
            </a:r>
            <a:r>
              <a:rPr lang="fr-FR" sz="2400" b="0" i="0" u="none" strike="noStrike" cap="none" dirty="0">
                <a:solidFill>
                  <a:srgbClr val="C00000"/>
                </a:solidFill>
                <a:latin typeface="Arial"/>
                <a:ea typeface="Arial"/>
                <a:cs typeface="Arial"/>
                <a:sym typeface="Arial"/>
              </a:rPr>
              <a:t> in the United States and in </a:t>
            </a:r>
            <a:r>
              <a:rPr lang="fr-FR" sz="2400" b="0" i="0" u="none" strike="noStrike" cap="none" dirty="0" err="1">
                <a:solidFill>
                  <a:srgbClr val="C00000"/>
                </a:solidFill>
                <a:latin typeface="Arial"/>
                <a:ea typeface="Arial"/>
                <a:cs typeface="Arial"/>
                <a:sym typeface="Arial"/>
              </a:rPr>
              <a:t>Britain</a:t>
            </a:r>
            <a:r>
              <a:rPr lang="fr-FR" sz="2400" b="0" i="0" u="none" strike="noStrike" cap="none" dirty="0">
                <a:solidFill>
                  <a:srgbClr val="C00000"/>
                </a:solidFill>
                <a:latin typeface="Arial"/>
                <a:ea typeface="Arial"/>
                <a:cs typeface="Arial"/>
                <a:sym typeface="Arial"/>
              </a:rPr>
              <a:t> </a:t>
            </a:r>
            <a:r>
              <a:rPr lang="fr-FR" sz="2400" b="0" i="0" u="none" strike="noStrike" cap="none" dirty="0" err="1">
                <a:solidFill>
                  <a:srgbClr val="C00000"/>
                </a:solidFill>
                <a:latin typeface="Arial"/>
                <a:ea typeface="Arial"/>
                <a:cs typeface="Arial"/>
                <a:sym typeface="Arial"/>
              </a:rPr>
              <a:t>started</a:t>
            </a:r>
            <a:r>
              <a:rPr lang="fr-FR" sz="2400" b="0" i="0" u="none" strike="noStrike" cap="none" dirty="0">
                <a:solidFill>
                  <a:srgbClr val="C00000"/>
                </a:solidFill>
                <a:latin typeface="Arial"/>
                <a:ea typeface="Arial"/>
                <a:cs typeface="Arial"/>
                <a:sym typeface="Arial"/>
              </a:rPr>
              <a:t> </a:t>
            </a:r>
            <a:r>
              <a:rPr lang="fr-FR" sz="2400" b="0" i="0" u="none" strike="noStrike" cap="none" dirty="0" err="1">
                <a:solidFill>
                  <a:srgbClr val="C00000"/>
                </a:solidFill>
                <a:latin typeface="Arial"/>
                <a:ea typeface="Arial"/>
                <a:cs typeface="Arial"/>
                <a:sym typeface="Arial"/>
              </a:rPr>
              <a:t>diverging</a:t>
            </a:r>
            <a:r>
              <a:rPr lang="fr-FR" sz="2400" b="0" i="0" u="none" strike="noStrike" cap="none" dirty="0">
                <a:solidFill>
                  <a:srgbClr val="C00000"/>
                </a:solidFill>
                <a:latin typeface="Arial"/>
                <a:ea typeface="Arial"/>
                <a:cs typeface="Arial"/>
                <a:sym typeface="Arial"/>
              </a:rPr>
              <a:t> </a:t>
            </a:r>
            <a:r>
              <a:rPr lang="fr-FR" sz="2400" b="0" i="0" u="none" strike="noStrike" cap="none" dirty="0" err="1">
                <a:solidFill>
                  <a:srgbClr val="C00000"/>
                </a:solidFill>
                <a:latin typeface="Arial"/>
                <a:ea typeface="Arial"/>
                <a:cs typeface="Arial"/>
                <a:sym typeface="Arial"/>
              </a:rPr>
              <a:t>from</a:t>
            </a:r>
            <a:r>
              <a:rPr lang="fr-FR" sz="2400" b="0" i="0" u="none" strike="noStrike" cap="none" dirty="0">
                <a:solidFill>
                  <a:srgbClr val="C00000"/>
                </a:solidFill>
                <a:latin typeface="Arial"/>
                <a:ea typeface="Arial"/>
                <a:cs typeface="Arial"/>
                <a:sym typeface="Arial"/>
              </a:rPr>
              <a:t> </a:t>
            </a:r>
            <a:r>
              <a:rPr lang="fr-FR" sz="2400" b="0" i="0" u="none" strike="noStrike" cap="none" dirty="0" err="1">
                <a:solidFill>
                  <a:srgbClr val="C00000"/>
                </a:solidFill>
                <a:latin typeface="Arial"/>
                <a:ea typeface="Arial"/>
                <a:cs typeface="Arial"/>
                <a:sym typeface="Arial"/>
              </a:rPr>
              <a:t>each</a:t>
            </a:r>
            <a:r>
              <a:rPr lang="fr-FR" sz="2400" b="0" i="0" u="none" strike="noStrike" cap="none" dirty="0">
                <a:solidFill>
                  <a:srgbClr val="C00000"/>
                </a:solidFill>
                <a:latin typeface="Arial"/>
                <a:ea typeface="Arial"/>
                <a:cs typeface="Arial"/>
                <a:sym typeface="Arial"/>
              </a:rPr>
              <a:t> </a:t>
            </a:r>
            <a:r>
              <a:rPr lang="fr-FR" sz="2400" b="0" i="0" u="none" strike="noStrike" cap="none" dirty="0" err="1">
                <a:solidFill>
                  <a:srgbClr val="C00000"/>
                </a:solidFill>
                <a:latin typeface="Arial"/>
                <a:ea typeface="Arial"/>
                <a:cs typeface="Arial"/>
                <a:sym typeface="Arial"/>
              </a:rPr>
              <a:t>other</a:t>
            </a:r>
            <a:r>
              <a:rPr lang="fr-FR" sz="2400" b="0" i="0" u="none" strike="noStrike" cap="none" dirty="0">
                <a:solidFill>
                  <a:srgbClr val="C00000"/>
                </a:solidFill>
                <a:latin typeface="Arial"/>
                <a:ea typeface="Arial"/>
                <a:cs typeface="Arial"/>
                <a:sym typeface="Arial"/>
              </a:rPr>
              <a:t> in </a:t>
            </a:r>
            <a:r>
              <a:rPr lang="fr-FR" sz="2400" b="0" i="0" u="none" strike="noStrike" cap="none" dirty="0" err="1">
                <a:solidFill>
                  <a:srgbClr val="C00000"/>
                </a:solidFill>
                <a:latin typeface="Arial"/>
                <a:ea typeface="Arial"/>
                <a:cs typeface="Arial"/>
                <a:sym typeface="Arial"/>
              </a:rPr>
              <a:t>various</a:t>
            </a:r>
            <a:r>
              <a:rPr lang="fr-FR" sz="2400" b="0" i="0" u="none" strike="noStrike" cap="none" dirty="0">
                <a:solidFill>
                  <a:srgbClr val="C00000"/>
                </a:solidFill>
                <a:latin typeface="Arial"/>
                <a:ea typeface="Arial"/>
                <a:cs typeface="Arial"/>
                <a:sym typeface="Arial"/>
              </a:rPr>
              <a:t> aspects. This </a:t>
            </a:r>
            <a:r>
              <a:rPr lang="fr-FR" sz="2400" b="0" i="0" u="none" strike="noStrike" cap="none" dirty="0" err="1">
                <a:solidFill>
                  <a:srgbClr val="C00000"/>
                </a:solidFill>
                <a:latin typeface="Arial"/>
                <a:ea typeface="Arial"/>
                <a:cs typeface="Arial"/>
                <a:sym typeface="Arial"/>
              </a:rPr>
              <a:t>led</a:t>
            </a:r>
            <a:r>
              <a:rPr lang="fr-FR" sz="2400" b="0" i="0" u="none" strike="noStrike" cap="none" dirty="0">
                <a:solidFill>
                  <a:srgbClr val="C00000"/>
                </a:solidFill>
                <a:latin typeface="Arial"/>
                <a:ea typeface="Arial"/>
                <a:cs typeface="Arial"/>
                <a:sym typeface="Arial"/>
              </a:rPr>
              <a:t> to </a:t>
            </a:r>
            <a:r>
              <a:rPr lang="fr-FR" sz="2400" b="0" i="0" u="none" strike="noStrike" cap="none" dirty="0" err="1">
                <a:solidFill>
                  <a:srgbClr val="C00000"/>
                </a:solidFill>
                <a:latin typeface="Arial"/>
                <a:ea typeface="Arial"/>
                <a:cs typeface="Arial"/>
                <a:sym typeface="Arial"/>
              </a:rPr>
              <a:t>two</a:t>
            </a:r>
            <a:r>
              <a:rPr lang="fr-FR" sz="2400" b="0" i="0" u="none" strike="noStrike" cap="none" dirty="0">
                <a:solidFill>
                  <a:srgbClr val="C00000"/>
                </a:solidFill>
                <a:latin typeface="Arial"/>
                <a:ea typeface="Arial"/>
                <a:cs typeface="Arial"/>
                <a:sym typeface="Arial"/>
              </a:rPr>
              <a:t> </a:t>
            </a:r>
            <a:r>
              <a:rPr lang="fr-FR" sz="2400" b="0" i="0" u="none" strike="noStrike" cap="none" dirty="0" err="1">
                <a:solidFill>
                  <a:srgbClr val="C00000"/>
                </a:solidFill>
                <a:latin typeface="Arial"/>
                <a:ea typeface="Arial"/>
                <a:cs typeface="Arial"/>
                <a:sym typeface="Arial"/>
              </a:rPr>
              <a:t>dialects</a:t>
            </a:r>
            <a:r>
              <a:rPr lang="fr-FR" sz="2400" b="0" i="0" u="none" strike="noStrike" cap="none" dirty="0">
                <a:solidFill>
                  <a:srgbClr val="C00000"/>
                </a:solidFill>
                <a:latin typeface="Arial"/>
                <a:ea typeface="Arial"/>
                <a:cs typeface="Arial"/>
                <a:sym typeface="Arial"/>
              </a:rPr>
              <a:t> in the </a:t>
            </a:r>
            <a:r>
              <a:rPr lang="fr-FR" sz="2400" b="0" i="0" u="none" strike="noStrike" cap="none" dirty="0" err="1">
                <a:solidFill>
                  <a:srgbClr val="C00000"/>
                </a:solidFill>
                <a:latin typeface="Arial"/>
                <a:ea typeface="Arial"/>
                <a:cs typeface="Arial"/>
                <a:sym typeface="Arial"/>
              </a:rPr>
              <a:t>form</a:t>
            </a:r>
            <a:r>
              <a:rPr lang="fr-FR" sz="2400" b="0" i="0" u="none" strike="noStrike" cap="none" dirty="0">
                <a:solidFill>
                  <a:srgbClr val="C00000"/>
                </a:solidFill>
                <a:latin typeface="Arial"/>
                <a:ea typeface="Arial"/>
                <a:cs typeface="Arial"/>
                <a:sym typeface="Arial"/>
              </a:rPr>
              <a:t> of the American English and the British English</a:t>
            </a:r>
            <a:r>
              <a:rPr lang="fr-FR" sz="2400" b="0" i="0" u="none" strike="noStrike" cap="none" dirty="0">
                <a:solidFill>
                  <a:srgbClr val="023F61"/>
                </a:solidFill>
                <a:latin typeface="Arial"/>
                <a:ea typeface="Arial"/>
                <a:cs typeface="Arial"/>
                <a:sym typeface="Arial"/>
              </a:rPr>
              <a:t>.</a:t>
            </a:r>
            <a:endParaRPr sz="2400" b="0" i="0" u="none" strike="noStrike" cap="none" dirty="0">
              <a:solidFill>
                <a:srgbClr val="023F61"/>
              </a:solidFill>
              <a:latin typeface="Arial"/>
              <a:ea typeface="Arial"/>
              <a:cs typeface="Arial"/>
              <a:sym typeface="Arial"/>
            </a:endParaRPr>
          </a:p>
        </p:txBody>
      </p:sp>
      <p:sp>
        <p:nvSpPr>
          <p:cNvPr id="200" name="Google Shape;200;p10"/>
          <p:cNvSpPr txBox="1"/>
          <p:nvPr/>
        </p:nvSpPr>
        <p:spPr>
          <a:xfrm>
            <a:off x="171061" y="1028643"/>
            <a:ext cx="8065827" cy="2088108"/>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90000"/>
              </a:lnSpc>
              <a:spcBef>
                <a:spcPts val="0"/>
              </a:spcBef>
              <a:spcAft>
                <a:spcPts val="0"/>
              </a:spcAft>
              <a:buClr>
                <a:srgbClr val="023F61"/>
              </a:buClr>
              <a:buSzPts val="2400"/>
              <a:buFont typeface="Arial"/>
              <a:buNone/>
            </a:pPr>
            <a:r>
              <a:rPr lang="fr-FR" sz="2400" b="0" i="0" u="none" strike="noStrike" cap="none" dirty="0">
                <a:solidFill>
                  <a:srgbClr val="023F61"/>
                </a:solidFill>
                <a:latin typeface="Arial"/>
                <a:ea typeface="Arial"/>
                <a:cs typeface="Arial"/>
                <a:sym typeface="Arial"/>
              </a:rPr>
              <a:t>   English </a:t>
            </a:r>
            <a:r>
              <a:rPr lang="fr-FR" sz="2400" b="0" i="0" u="none" strike="noStrike" cap="none" dirty="0" err="1">
                <a:solidFill>
                  <a:srgbClr val="023F61"/>
                </a:solidFill>
                <a:latin typeface="Arial"/>
                <a:ea typeface="Arial"/>
                <a:cs typeface="Arial"/>
                <a:sym typeface="Arial"/>
              </a:rPr>
              <a:t>is</a:t>
            </a:r>
            <a:r>
              <a:rPr lang="fr-FR" sz="2400" b="0" i="0" u="none" strike="noStrike" cap="none" dirty="0">
                <a:solidFill>
                  <a:srgbClr val="023F61"/>
                </a:solidFill>
                <a:latin typeface="Arial"/>
                <a:ea typeface="Arial"/>
                <a:cs typeface="Arial"/>
                <a:sym typeface="Arial"/>
              </a:rPr>
              <a:t> the second-</a:t>
            </a:r>
            <a:r>
              <a:rPr lang="fr-FR" sz="2400" b="0" i="0" u="none" strike="noStrike" cap="none" dirty="0" err="1">
                <a:solidFill>
                  <a:srgbClr val="023F61"/>
                </a:solidFill>
                <a:latin typeface="Arial"/>
                <a:ea typeface="Arial"/>
                <a:cs typeface="Arial"/>
                <a:sym typeface="Arial"/>
              </a:rPr>
              <a:t>most</a:t>
            </a:r>
            <a:r>
              <a:rPr lang="fr-FR" sz="2400" b="0" i="0" u="none" strike="noStrike" cap="none" dirty="0">
                <a:solidFill>
                  <a:srgbClr val="023F61"/>
                </a:solidFill>
                <a:latin typeface="Arial"/>
                <a:ea typeface="Arial"/>
                <a:cs typeface="Arial"/>
                <a:sym typeface="Arial"/>
              </a:rPr>
              <a:t> </a:t>
            </a:r>
            <a:r>
              <a:rPr lang="fr-FR" sz="2400" b="0" i="0" u="none" strike="noStrike" cap="none" dirty="0" err="1">
                <a:solidFill>
                  <a:srgbClr val="023F61"/>
                </a:solidFill>
                <a:latin typeface="Arial"/>
                <a:ea typeface="Arial"/>
                <a:cs typeface="Arial"/>
                <a:sym typeface="Arial"/>
              </a:rPr>
              <a:t>widely</a:t>
            </a:r>
            <a:r>
              <a:rPr lang="fr-FR" sz="2400" b="0" i="0" u="none" strike="noStrike" cap="none" dirty="0">
                <a:solidFill>
                  <a:srgbClr val="023F61"/>
                </a:solidFill>
                <a:latin typeface="Arial"/>
                <a:ea typeface="Arial"/>
                <a:cs typeface="Arial"/>
                <a:sym typeface="Arial"/>
              </a:rPr>
              <a:t> </a:t>
            </a:r>
            <a:r>
              <a:rPr lang="fr-FR" sz="2400" b="0" i="0" u="none" strike="noStrike" cap="none" dirty="0" err="1">
                <a:solidFill>
                  <a:srgbClr val="023F61"/>
                </a:solidFill>
                <a:latin typeface="Arial"/>
                <a:ea typeface="Arial"/>
                <a:cs typeface="Arial"/>
                <a:sym typeface="Arial"/>
              </a:rPr>
              <a:t>spoken</a:t>
            </a:r>
            <a:r>
              <a:rPr lang="fr-FR" sz="2400" b="0" i="0" u="none" strike="noStrike" cap="none" dirty="0">
                <a:solidFill>
                  <a:srgbClr val="023F61"/>
                </a:solidFill>
                <a:latin typeface="Arial"/>
                <a:ea typeface="Arial"/>
                <a:cs typeface="Arial"/>
                <a:sym typeface="Arial"/>
              </a:rPr>
              <a:t> native </a:t>
            </a:r>
            <a:r>
              <a:rPr lang="fr-FR" sz="2400" b="0" i="0" u="none" strike="noStrike" cap="none" dirty="0" err="1">
                <a:solidFill>
                  <a:srgbClr val="023F61"/>
                </a:solidFill>
                <a:latin typeface="Arial"/>
                <a:ea typeface="Arial"/>
                <a:cs typeface="Arial"/>
                <a:sym typeface="Arial"/>
              </a:rPr>
              <a:t>tongue</a:t>
            </a:r>
            <a:r>
              <a:rPr lang="fr-FR" sz="2400" b="0" i="0" u="none" strike="noStrike" cap="none" dirty="0">
                <a:solidFill>
                  <a:srgbClr val="023F61"/>
                </a:solidFill>
                <a:latin typeface="Arial"/>
                <a:ea typeface="Arial"/>
                <a:cs typeface="Arial"/>
                <a:sym typeface="Arial"/>
              </a:rPr>
              <a:t> </a:t>
            </a:r>
            <a:r>
              <a:rPr lang="fr-FR" sz="2400" b="0" i="0" u="none" strike="noStrike" cap="none" dirty="0" err="1">
                <a:solidFill>
                  <a:srgbClr val="023F61"/>
                </a:solidFill>
                <a:latin typeface="Arial"/>
                <a:ea typeface="Arial"/>
                <a:cs typeface="Arial"/>
                <a:sym typeface="Arial"/>
              </a:rPr>
              <a:t>globally</a:t>
            </a:r>
            <a:r>
              <a:rPr lang="fr-FR" sz="2400" b="0" i="0" u="none" strike="noStrike" cap="none" dirty="0">
                <a:solidFill>
                  <a:srgbClr val="023F61"/>
                </a:solidFill>
                <a:latin typeface="Arial"/>
                <a:ea typeface="Arial"/>
                <a:cs typeface="Arial"/>
                <a:sym typeface="Arial"/>
              </a:rPr>
              <a:t> and an official </a:t>
            </a:r>
            <a:r>
              <a:rPr lang="fr-FR" sz="2400" b="0" i="0" u="none" strike="noStrike" cap="none" dirty="0" err="1">
                <a:solidFill>
                  <a:srgbClr val="023F61"/>
                </a:solidFill>
                <a:latin typeface="Arial"/>
                <a:ea typeface="Arial"/>
                <a:cs typeface="Arial"/>
                <a:sym typeface="Arial"/>
              </a:rPr>
              <a:t>language</a:t>
            </a:r>
            <a:r>
              <a:rPr lang="fr-FR" sz="2400" b="0" i="0" u="none" strike="noStrike" cap="none" dirty="0">
                <a:solidFill>
                  <a:srgbClr val="023F61"/>
                </a:solidFill>
                <a:latin typeface="Arial"/>
                <a:ea typeface="Arial"/>
                <a:cs typeface="Arial"/>
                <a:sym typeface="Arial"/>
              </a:rPr>
              <a:t> in 53 countries. English </a:t>
            </a:r>
            <a:r>
              <a:rPr lang="fr-FR" sz="2400" b="0" i="0" u="none" strike="noStrike" cap="none" dirty="0" err="1">
                <a:solidFill>
                  <a:srgbClr val="023F61"/>
                </a:solidFill>
                <a:latin typeface="Arial"/>
                <a:ea typeface="Arial"/>
                <a:cs typeface="Arial"/>
                <a:sym typeface="Arial"/>
              </a:rPr>
              <a:t>is</a:t>
            </a:r>
            <a:r>
              <a:rPr lang="fr-FR" sz="2400" b="0" i="0" u="none" strike="noStrike" cap="none" dirty="0">
                <a:solidFill>
                  <a:srgbClr val="023F61"/>
                </a:solidFill>
                <a:latin typeface="Arial"/>
                <a:ea typeface="Arial"/>
                <a:cs typeface="Arial"/>
                <a:sym typeface="Arial"/>
              </a:rPr>
              <a:t> the main </a:t>
            </a:r>
            <a:r>
              <a:rPr lang="fr-FR" sz="2400" b="0" i="0" u="none" strike="noStrike" cap="none" dirty="0" err="1">
                <a:solidFill>
                  <a:srgbClr val="023F61"/>
                </a:solidFill>
                <a:latin typeface="Arial"/>
                <a:ea typeface="Arial"/>
                <a:cs typeface="Arial"/>
                <a:sym typeface="Arial"/>
              </a:rPr>
              <a:t>language</a:t>
            </a:r>
            <a:r>
              <a:rPr lang="fr-FR" sz="2400" b="0" i="0" u="none" strike="noStrike" cap="none" dirty="0">
                <a:solidFill>
                  <a:srgbClr val="023F61"/>
                </a:solidFill>
                <a:latin typeface="Arial"/>
                <a:ea typeface="Arial"/>
                <a:cs typeface="Arial"/>
                <a:sym typeface="Arial"/>
              </a:rPr>
              <a:t> for global communication and the </a:t>
            </a:r>
            <a:r>
              <a:rPr lang="fr-FR" sz="2400" b="0" i="0" u="none" strike="noStrike" cap="none" dirty="0" err="1">
                <a:solidFill>
                  <a:srgbClr val="023F61"/>
                </a:solidFill>
                <a:latin typeface="Arial"/>
                <a:ea typeface="Arial"/>
                <a:cs typeface="Arial"/>
                <a:sym typeface="Arial"/>
              </a:rPr>
              <a:t>most</a:t>
            </a:r>
            <a:r>
              <a:rPr lang="fr-FR" sz="2400" b="0" i="0" u="none" strike="noStrike" cap="none" dirty="0">
                <a:solidFill>
                  <a:srgbClr val="023F61"/>
                </a:solidFill>
                <a:latin typeface="Arial"/>
                <a:ea typeface="Arial"/>
                <a:cs typeface="Arial"/>
                <a:sym typeface="Arial"/>
              </a:rPr>
              <a:t> </a:t>
            </a:r>
            <a:r>
              <a:rPr lang="fr-FR" sz="2400" b="0" i="0" u="none" strike="noStrike" cap="none" dirty="0" err="1">
                <a:solidFill>
                  <a:srgbClr val="023F61"/>
                </a:solidFill>
                <a:latin typeface="Arial"/>
                <a:ea typeface="Arial"/>
                <a:cs typeface="Arial"/>
                <a:sym typeface="Arial"/>
              </a:rPr>
              <a:t>popular</a:t>
            </a:r>
            <a:r>
              <a:rPr lang="fr-FR" sz="2400" b="0" i="0" u="none" strike="noStrike" cap="none" dirty="0">
                <a:solidFill>
                  <a:srgbClr val="023F61"/>
                </a:solidFill>
                <a:latin typeface="Arial"/>
                <a:ea typeface="Arial"/>
                <a:cs typeface="Arial"/>
                <a:sym typeface="Arial"/>
              </a:rPr>
              <a:t> </a:t>
            </a:r>
            <a:r>
              <a:rPr lang="fr-FR" sz="2400" b="0" i="0" u="none" strike="noStrike" cap="none" dirty="0" err="1">
                <a:solidFill>
                  <a:srgbClr val="023F61"/>
                </a:solidFill>
                <a:latin typeface="Arial"/>
                <a:ea typeface="Arial"/>
                <a:cs typeface="Arial"/>
                <a:sym typeface="Arial"/>
              </a:rPr>
              <a:t>language</a:t>
            </a:r>
            <a:r>
              <a:rPr lang="fr-FR" sz="2400" b="0" i="0" u="none" strike="noStrike" cap="none" dirty="0">
                <a:solidFill>
                  <a:srgbClr val="023F61"/>
                </a:solidFill>
                <a:latin typeface="Arial"/>
                <a:ea typeface="Arial"/>
                <a:cs typeface="Arial"/>
                <a:sym typeface="Arial"/>
              </a:rPr>
              <a:t> </a:t>
            </a:r>
            <a:r>
              <a:rPr lang="fr-FR" sz="2400" b="0" i="0" u="none" strike="noStrike" cap="none" dirty="0" err="1">
                <a:solidFill>
                  <a:srgbClr val="023F61"/>
                </a:solidFill>
                <a:latin typeface="Arial"/>
                <a:ea typeface="Arial"/>
                <a:cs typeface="Arial"/>
                <a:sym typeface="Arial"/>
              </a:rPr>
              <a:t>among</a:t>
            </a:r>
            <a:r>
              <a:rPr lang="fr-FR" sz="2400" b="0" i="0" u="none" strike="noStrike" cap="none" dirty="0">
                <a:solidFill>
                  <a:srgbClr val="023F61"/>
                </a:solidFill>
                <a:latin typeface="Arial"/>
                <a:ea typeface="Arial"/>
                <a:cs typeface="Arial"/>
                <a:sym typeface="Arial"/>
              </a:rPr>
              <a:t> </a:t>
            </a:r>
            <a:r>
              <a:rPr lang="fr-FR" sz="2400" b="0" i="0" u="none" strike="noStrike" cap="none" dirty="0" err="1">
                <a:solidFill>
                  <a:srgbClr val="023F61"/>
                </a:solidFill>
                <a:latin typeface="Arial"/>
                <a:ea typeface="Arial"/>
                <a:cs typeface="Arial"/>
                <a:sym typeface="Arial"/>
              </a:rPr>
              <a:t>foreign-language</a:t>
            </a:r>
            <a:r>
              <a:rPr lang="fr-FR" sz="2400" b="0" i="0" u="none" strike="noStrike" cap="none" dirty="0">
                <a:solidFill>
                  <a:srgbClr val="023F61"/>
                </a:solidFill>
                <a:latin typeface="Arial"/>
                <a:ea typeface="Arial"/>
                <a:cs typeface="Arial"/>
                <a:sym typeface="Arial"/>
              </a:rPr>
              <a:t> </a:t>
            </a:r>
            <a:r>
              <a:rPr lang="fr-FR" sz="2400" b="0" i="0" u="none" strike="noStrike" cap="none" dirty="0" err="1">
                <a:solidFill>
                  <a:srgbClr val="023F61"/>
                </a:solidFill>
                <a:latin typeface="Arial"/>
                <a:ea typeface="Arial"/>
                <a:cs typeface="Arial"/>
                <a:sym typeface="Arial"/>
              </a:rPr>
              <a:t>learners</a:t>
            </a:r>
            <a:r>
              <a:rPr lang="fr-FR" sz="2400" b="0" i="0" u="none" strike="noStrike" cap="none" dirty="0">
                <a:solidFill>
                  <a:srgbClr val="023F61"/>
                </a:solidFill>
                <a:latin typeface="Arial"/>
                <a:ea typeface="Arial"/>
                <a:cs typeface="Arial"/>
                <a:sym typeface="Arial"/>
              </a:rPr>
              <a:t>.</a:t>
            </a:r>
            <a:endParaRPr sz="2400" b="0" i="0" u="none" strike="noStrike" cap="none" dirty="0">
              <a:solidFill>
                <a:srgbClr val="023F61"/>
              </a:solidFill>
              <a:latin typeface="Arial"/>
              <a:ea typeface="Arial"/>
              <a:cs typeface="Arial"/>
              <a:sym typeface="Arial"/>
            </a:endParaRPr>
          </a:p>
        </p:txBody>
      </p:sp>
      <p:pic>
        <p:nvPicPr>
          <p:cNvPr id="201" name="Google Shape;201;p10" descr="D:\Teaching &amp; Univ\ESPRIT\British Vs American\Pics\GIFS\277b555e223ac466a4e6907376a377af.gif"/>
          <p:cNvPicPr preferRelativeResize="0"/>
          <p:nvPr/>
        </p:nvPicPr>
        <p:blipFill rotWithShape="1">
          <a:blip r:embed="rId3">
            <a:alphaModFix/>
          </a:blip>
          <a:srcRect/>
          <a:stretch/>
        </p:blipFill>
        <p:spPr>
          <a:xfrm>
            <a:off x="8516202" y="495146"/>
            <a:ext cx="3462481" cy="2166168"/>
          </a:xfrm>
          <a:prstGeom prst="rect">
            <a:avLst/>
          </a:prstGeom>
          <a:noFill/>
          <a:ln>
            <a:noFill/>
          </a:ln>
        </p:spPr>
      </p:pic>
      <p:pic>
        <p:nvPicPr>
          <p:cNvPr id="202" name="Google Shape;202;p10" descr="D:\Teaching &amp; Univ\ESPRIT\British Vs American\Pics\GIFS\american-british-english-3-bp-blogspot.gif"/>
          <p:cNvPicPr preferRelativeResize="0"/>
          <p:nvPr/>
        </p:nvPicPr>
        <p:blipFill rotWithShape="1">
          <a:blip r:embed="rId4">
            <a:alphaModFix/>
          </a:blip>
          <a:srcRect/>
          <a:stretch/>
        </p:blipFill>
        <p:spPr>
          <a:xfrm>
            <a:off x="169757" y="4067034"/>
            <a:ext cx="3419604" cy="217406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fade">
                                      <p:cBhvr>
                                        <p:cTn id="7" dur="500"/>
                                        <p:tgtEl>
                                          <p:spTgt spid="2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1"/>
                                        </p:tgtEl>
                                        <p:attrNameLst>
                                          <p:attrName>style.visibility</p:attrName>
                                        </p:attrNameLst>
                                      </p:cBhvr>
                                      <p:to>
                                        <p:strVal val="visible"/>
                                      </p:to>
                                    </p:set>
                                    <p:animEffect transition="in" filter="fade">
                                      <p:cBhvr>
                                        <p:cTn id="12" dur="1000"/>
                                        <p:tgtEl>
                                          <p:spTgt spid="20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8"/>
                                        </p:tgtEl>
                                        <p:attrNameLst>
                                          <p:attrName>style.visibility</p:attrName>
                                        </p:attrNameLst>
                                      </p:cBhvr>
                                      <p:to>
                                        <p:strVal val="visible"/>
                                      </p:to>
                                    </p:set>
                                    <p:animEffect transition="in" filter="fade">
                                      <p:cBhvr>
                                        <p:cTn id="17" dur="500"/>
                                        <p:tgtEl>
                                          <p:spTgt spid="19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2"/>
                                        </p:tgtEl>
                                        <p:attrNameLst>
                                          <p:attrName>style.visibility</p:attrName>
                                        </p:attrNameLst>
                                      </p:cBhvr>
                                      <p:to>
                                        <p:strVal val="visible"/>
                                      </p:to>
                                    </p:set>
                                    <p:animEffect transition="in" filter="fade">
                                      <p:cBhvr>
                                        <p:cTn id="22" dur="500"/>
                                        <p:tgtEl>
                                          <p:spTgt spid="20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9"/>
                                        </p:tgtEl>
                                        <p:attrNameLst>
                                          <p:attrName>style.visibility</p:attrName>
                                        </p:attrNameLst>
                                      </p:cBhvr>
                                      <p:to>
                                        <p:strVal val="visible"/>
                                      </p:to>
                                    </p:set>
                                    <p:animEffect transition="in" filter="fade">
                                      <p:cBhvr>
                                        <p:cTn id="27" dur="500"/>
                                        <p:tgtEl>
                                          <p:spTgt spid="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206"/>
        <p:cNvGrpSpPr/>
        <p:nvPr/>
      </p:nvGrpSpPr>
      <p:grpSpPr>
        <a:xfrm>
          <a:off x="0" y="0"/>
          <a:ext cx="0" cy="0"/>
          <a:chOff x="0" y="0"/>
          <a:chExt cx="0" cy="0"/>
        </a:xfrm>
      </p:grpSpPr>
      <p:sp>
        <p:nvSpPr>
          <p:cNvPr id="207" name="Google Shape;207;p11"/>
          <p:cNvSpPr txBox="1">
            <a:spLocks noGrp="1"/>
          </p:cNvSpPr>
          <p:nvPr>
            <p:ph type="body" idx="1"/>
          </p:nvPr>
        </p:nvSpPr>
        <p:spPr>
          <a:xfrm>
            <a:off x="177421" y="1951631"/>
            <a:ext cx="8120419" cy="3951027"/>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23F61"/>
              </a:buClr>
              <a:buSzPts val="2800"/>
              <a:buNone/>
            </a:pPr>
            <a:r>
              <a:rPr lang="fr-FR">
                <a:solidFill>
                  <a:srgbClr val="023F61"/>
                </a:solidFill>
              </a:rPr>
              <a:t>The reason that there is so much American influence in BrE is the result of the following:</a:t>
            </a:r>
            <a:endParaRPr/>
          </a:p>
          <a:p>
            <a:pPr marL="228600" lvl="0" indent="-228600" algn="l" rtl="0">
              <a:lnSpc>
                <a:spcPct val="90000"/>
              </a:lnSpc>
              <a:spcBef>
                <a:spcPts val="1000"/>
              </a:spcBef>
              <a:spcAft>
                <a:spcPts val="0"/>
              </a:spcAft>
              <a:buClr>
                <a:schemeClr val="dk1"/>
              </a:buClr>
              <a:buSzPts val="2800"/>
              <a:buNone/>
            </a:pPr>
            <a:endParaRPr>
              <a:solidFill>
                <a:srgbClr val="023F61"/>
              </a:solidFill>
            </a:endParaRPr>
          </a:p>
          <a:p>
            <a:pPr marL="228600" lvl="0" indent="-228600" algn="l" rtl="0">
              <a:lnSpc>
                <a:spcPct val="90000"/>
              </a:lnSpc>
              <a:spcBef>
                <a:spcPts val="1000"/>
              </a:spcBef>
              <a:spcAft>
                <a:spcPts val="0"/>
              </a:spcAft>
              <a:buClr>
                <a:srgbClr val="023F61"/>
              </a:buClr>
              <a:buSzPts val="2800"/>
              <a:buChar char="•"/>
            </a:pPr>
            <a:r>
              <a:rPr lang="fr-FR">
                <a:solidFill>
                  <a:srgbClr val="023F61"/>
                </a:solidFill>
              </a:rPr>
              <a:t>Magnitude of publishing industry in the U.S.</a:t>
            </a:r>
            <a:endParaRPr>
              <a:solidFill>
                <a:srgbClr val="023F61"/>
              </a:solidFill>
            </a:endParaRPr>
          </a:p>
          <a:p>
            <a:pPr marL="228600" lvl="0" indent="-228600" algn="l" rtl="0">
              <a:lnSpc>
                <a:spcPct val="90000"/>
              </a:lnSpc>
              <a:spcBef>
                <a:spcPts val="1000"/>
              </a:spcBef>
              <a:spcAft>
                <a:spcPts val="0"/>
              </a:spcAft>
              <a:buClr>
                <a:srgbClr val="023F61"/>
              </a:buClr>
              <a:buSzPts val="2800"/>
              <a:buChar char="•"/>
            </a:pPr>
            <a:r>
              <a:rPr lang="fr-FR">
                <a:solidFill>
                  <a:srgbClr val="023F61"/>
                </a:solidFill>
              </a:rPr>
              <a:t>Magnitude of mass media influence on a worldwide scale</a:t>
            </a:r>
            <a:endParaRPr>
              <a:solidFill>
                <a:srgbClr val="023F61"/>
              </a:solidFill>
            </a:endParaRPr>
          </a:p>
          <a:p>
            <a:pPr marL="228600" lvl="0" indent="-228600" algn="l" rtl="0">
              <a:lnSpc>
                <a:spcPct val="90000"/>
              </a:lnSpc>
              <a:spcBef>
                <a:spcPts val="1000"/>
              </a:spcBef>
              <a:spcAft>
                <a:spcPts val="0"/>
              </a:spcAft>
              <a:buClr>
                <a:srgbClr val="023F61"/>
              </a:buClr>
              <a:buSzPts val="2800"/>
              <a:buChar char="•"/>
            </a:pPr>
            <a:r>
              <a:rPr lang="fr-FR">
                <a:solidFill>
                  <a:srgbClr val="023F61"/>
                </a:solidFill>
              </a:rPr>
              <a:t>Appeal of American popular culture on </a:t>
            </a:r>
            <a:endParaRPr/>
          </a:p>
          <a:p>
            <a:pPr marL="228600" lvl="0" indent="-228600" algn="l" rtl="0">
              <a:lnSpc>
                <a:spcPct val="90000"/>
              </a:lnSpc>
              <a:spcBef>
                <a:spcPts val="1000"/>
              </a:spcBef>
              <a:spcAft>
                <a:spcPts val="0"/>
              </a:spcAft>
              <a:buClr>
                <a:srgbClr val="023F61"/>
              </a:buClr>
              <a:buSzPts val="2800"/>
              <a:buNone/>
            </a:pPr>
            <a:r>
              <a:rPr lang="fr-FR">
                <a:solidFill>
                  <a:srgbClr val="023F61"/>
                </a:solidFill>
              </a:rPr>
              <a:t>   language and habits worldwide</a:t>
            </a:r>
            <a:endParaRPr>
              <a:solidFill>
                <a:srgbClr val="023F61"/>
              </a:solidFill>
            </a:endParaRPr>
          </a:p>
          <a:p>
            <a:pPr marL="228600" lvl="0" indent="-228600" algn="l" rtl="0">
              <a:lnSpc>
                <a:spcPct val="90000"/>
              </a:lnSpc>
              <a:spcBef>
                <a:spcPts val="1000"/>
              </a:spcBef>
              <a:spcAft>
                <a:spcPts val="0"/>
              </a:spcAft>
              <a:buClr>
                <a:srgbClr val="023F61"/>
              </a:buClr>
              <a:buSzPts val="2800"/>
              <a:buChar char="•"/>
            </a:pPr>
            <a:r>
              <a:rPr lang="fr-FR">
                <a:solidFill>
                  <a:srgbClr val="023F61"/>
                </a:solidFill>
              </a:rPr>
              <a:t>International political and economic position of the U.S.</a:t>
            </a:r>
            <a:endParaRPr>
              <a:solidFill>
                <a:srgbClr val="023F61"/>
              </a:solidFill>
            </a:endParaRPr>
          </a:p>
          <a:p>
            <a:pPr marL="228600" lvl="0" indent="-228600" algn="l" rtl="0">
              <a:lnSpc>
                <a:spcPct val="90000"/>
              </a:lnSpc>
              <a:spcBef>
                <a:spcPts val="1000"/>
              </a:spcBef>
              <a:spcAft>
                <a:spcPts val="0"/>
              </a:spcAft>
              <a:buClr>
                <a:schemeClr val="dk1"/>
              </a:buClr>
              <a:buSzPts val="2800"/>
              <a:buNone/>
            </a:pPr>
            <a:endParaRPr>
              <a:solidFill>
                <a:srgbClr val="023F61"/>
              </a:solidFill>
            </a:endParaRPr>
          </a:p>
        </p:txBody>
      </p:sp>
      <p:sp>
        <p:nvSpPr>
          <p:cNvPr id="208" name="Google Shape;208;p1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11</a:t>
            </a:fld>
            <a:endParaRPr/>
          </a:p>
        </p:txBody>
      </p:sp>
      <p:pic>
        <p:nvPicPr>
          <p:cNvPr id="209" name="Google Shape;209;p11" descr="D:\Teaching &amp; Univ\ESPRIT\British Vs American\Pics\GIFS\fireworks-united-states-of-america.gif"/>
          <p:cNvPicPr preferRelativeResize="0"/>
          <p:nvPr/>
        </p:nvPicPr>
        <p:blipFill rotWithShape="1">
          <a:blip r:embed="rId3">
            <a:alphaModFix/>
          </a:blip>
          <a:srcRect/>
          <a:stretch/>
        </p:blipFill>
        <p:spPr>
          <a:xfrm>
            <a:off x="8161361" y="1828799"/>
            <a:ext cx="3812275" cy="3630305"/>
          </a:xfrm>
          <a:prstGeom prst="rect">
            <a:avLst/>
          </a:prstGeom>
          <a:noFill/>
          <a:ln>
            <a:noFill/>
          </a:ln>
        </p:spPr>
      </p:pic>
      <p:sp>
        <p:nvSpPr>
          <p:cNvPr id="210" name="Google Shape;210;p11"/>
          <p:cNvSpPr txBox="1"/>
          <p:nvPr/>
        </p:nvSpPr>
        <p:spPr>
          <a:xfrm>
            <a:off x="382137" y="272955"/>
            <a:ext cx="11341290"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3200">
                <a:solidFill>
                  <a:srgbClr val="C00000"/>
                </a:solidFill>
                <a:latin typeface="Arial"/>
                <a:ea typeface="Arial"/>
                <a:cs typeface="Arial"/>
                <a:sym typeface="Arial"/>
              </a:rPr>
              <a:t>Over the last few decades, British English has come under increasing influence from American English.</a:t>
            </a:r>
            <a:endParaRPr/>
          </a:p>
          <a:p>
            <a:pPr marL="0" marR="0" lvl="0" indent="0" algn="l" rtl="0">
              <a:spcBef>
                <a:spcPts val="0"/>
              </a:spcBef>
              <a:spcAft>
                <a:spcPts val="0"/>
              </a:spcAft>
              <a:buNone/>
            </a:pPr>
            <a:endParaRPr sz="3200">
              <a:solidFill>
                <a:srgbClr val="C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7">
                                            <p:txEl>
                                              <p:pRg st="0" end="0"/>
                                            </p:txEl>
                                          </p:spTgt>
                                        </p:tgtEl>
                                        <p:attrNameLst>
                                          <p:attrName>style.visibility</p:attrName>
                                        </p:attrNameLst>
                                      </p:cBhvr>
                                      <p:to>
                                        <p:strVal val="visible"/>
                                      </p:to>
                                    </p:set>
                                    <p:animEffect transition="in" filter="fade">
                                      <p:cBhvr>
                                        <p:cTn id="7" dur="500"/>
                                        <p:tgtEl>
                                          <p:spTgt spid="2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7">
                                            <p:txEl>
                                              <p:pRg st="1" end="1"/>
                                            </p:txEl>
                                          </p:spTgt>
                                        </p:tgtEl>
                                        <p:attrNameLst>
                                          <p:attrName>style.visibility</p:attrName>
                                        </p:attrNameLst>
                                      </p:cBhvr>
                                      <p:to>
                                        <p:strVal val="visible"/>
                                      </p:to>
                                    </p:set>
                                    <p:animEffect transition="in" filter="fade">
                                      <p:cBhvr>
                                        <p:cTn id="12" dur="500"/>
                                        <p:tgtEl>
                                          <p:spTgt spid="2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7">
                                            <p:txEl>
                                              <p:pRg st="2" end="2"/>
                                            </p:txEl>
                                          </p:spTgt>
                                        </p:tgtEl>
                                        <p:attrNameLst>
                                          <p:attrName>style.visibility</p:attrName>
                                        </p:attrNameLst>
                                      </p:cBhvr>
                                      <p:to>
                                        <p:strVal val="visible"/>
                                      </p:to>
                                    </p:set>
                                    <p:animEffect transition="in" filter="fade">
                                      <p:cBhvr>
                                        <p:cTn id="17" dur="500"/>
                                        <p:tgtEl>
                                          <p:spTgt spid="2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7">
                                            <p:txEl>
                                              <p:pRg st="3" end="3"/>
                                            </p:txEl>
                                          </p:spTgt>
                                        </p:tgtEl>
                                        <p:attrNameLst>
                                          <p:attrName>style.visibility</p:attrName>
                                        </p:attrNameLst>
                                      </p:cBhvr>
                                      <p:to>
                                        <p:strVal val="visible"/>
                                      </p:to>
                                    </p:set>
                                    <p:animEffect transition="in" filter="fade">
                                      <p:cBhvr>
                                        <p:cTn id="22" dur="500"/>
                                        <p:tgtEl>
                                          <p:spTgt spid="2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7">
                                            <p:txEl>
                                              <p:pRg st="4" end="4"/>
                                            </p:txEl>
                                          </p:spTgt>
                                        </p:tgtEl>
                                        <p:attrNameLst>
                                          <p:attrName>style.visibility</p:attrName>
                                        </p:attrNameLst>
                                      </p:cBhvr>
                                      <p:to>
                                        <p:strVal val="visible"/>
                                      </p:to>
                                    </p:set>
                                    <p:animEffect transition="in" filter="fade">
                                      <p:cBhvr>
                                        <p:cTn id="27" dur="500"/>
                                        <p:tgtEl>
                                          <p:spTgt spid="20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7">
                                            <p:txEl>
                                              <p:pRg st="5" end="5"/>
                                            </p:txEl>
                                          </p:spTgt>
                                        </p:tgtEl>
                                        <p:attrNameLst>
                                          <p:attrName>style.visibility</p:attrName>
                                        </p:attrNameLst>
                                      </p:cBhvr>
                                      <p:to>
                                        <p:strVal val="visible"/>
                                      </p:to>
                                    </p:set>
                                    <p:animEffect transition="in" filter="fade">
                                      <p:cBhvr>
                                        <p:cTn id="32" dur="500"/>
                                        <p:tgtEl>
                                          <p:spTgt spid="20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7">
                                            <p:txEl>
                                              <p:pRg st="6" end="6"/>
                                            </p:txEl>
                                          </p:spTgt>
                                        </p:tgtEl>
                                        <p:attrNameLst>
                                          <p:attrName>style.visibility</p:attrName>
                                        </p:attrNameLst>
                                      </p:cBhvr>
                                      <p:to>
                                        <p:strVal val="visible"/>
                                      </p:to>
                                    </p:set>
                                    <p:animEffect transition="in" filter="fade">
                                      <p:cBhvr>
                                        <p:cTn id="37" dur="500"/>
                                        <p:tgtEl>
                                          <p:spTgt spid="20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07">
                                            <p:txEl>
                                              <p:pRg st="7" end="7"/>
                                            </p:txEl>
                                          </p:spTgt>
                                        </p:tgtEl>
                                        <p:attrNameLst>
                                          <p:attrName>style.visibility</p:attrName>
                                        </p:attrNameLst>
                                      </p:cBhvr>
                                      <p:to>
                                        <p:strVal val="visible"/>
                                      </p:to>
                                    </p:set>
                                    <p:animEffect transition="in" filter="fade">
                                      <p:cBhvr>
                                        <p:cTn id="42" dur="500"/>
                                        <p:tgtEl>
                                          <p:spTgt spid="20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214"/>
        <p:cNvGrpSpPr/>
        <p:nvPr/>
      </p:nvGrpSpPr>
      <p:grpSpPr>
        <a:xfrm>
          <a:off x="0" y="0"/>
          <a:ext cx="0" cy="0"/>
          <a:chOff x="0" y="0"/>
          <a:chExt cx="0" cy="0"/>
        </a:xfrm>
      </p:grpSpPr>
      <p:sp>
        <p:nvSpPr>
          <p:cNvPr id="215" name="Google Shape;215;p12"/>
          <p:cNvSpPr txBox="1"/>
          <p:nvPr/>
        </p:nvSpPr>
        <p:spPr>
          <a:xfrm>
            <a:off x="2627194" y="411707"/>
            <a:ext cx="8229600" cy="13716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C00000"/>
              </a:buClr>
              <a:buSzPts val="4800"/>
              <a:buFont typeface="Arial"/>
              <a:buNone/>
            </a:pPr>
            <a:r>
              <a:rPr lang="fr-FR" sz="4800" b="1" i="0" u="none" strike="noStrike" cap="none">
                <a:solidFill>
                  <a:srgbClr val="C00000"/>
                </a:solidFill>
                <a:latin typeface="Arial"/>
                <a:ea typeface="Arial"/>
                <a:cs typeface="Arial"/>
                <a:sym typeface="Arial"/>
              </a:rPr>
              <a:t>Noah Webster</a:t>
            </a:r>
            <a:endParaRPr/>
          </a:p>
        </p:txBody>
      </p:sp>
      <p:sp>
        <p:nvSpPr>
          <p:cNvPr id="216" name="Google Shape;216;p12"/>
          <p:cNvSpPr txBox="1"/>
          <p:nvPr/>
        </p:nvSpPr>
        <p:spPr>
          <a:xfrm>
            <a:off x="914399" y="2804615"/>
            <a:ext cx="7533564" cy="4053385"/>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rgbClr val="023F61"/>
              </a:buClr>
              <a:buSzPts val="2800"/>
              <a:buFont typeface="Arial"/>
              <a:buChar char="•"/>
            </a:pPr>
            <a:r>
              <a:rPr lang="fr-FR" sz="2800" b="0" i="0" u="none" strike="noStrike" cap="none">
                <a:solidFill>
                  <a:srgbClr val="023F61"/>
                </a:solidFill>
                <a:latin typeface="Arial"/>
                <a:ea typeface="Arial"/>
                <a:cs typeface="Arial"/>
                <a:sym typeface="Arial"/>
              </a:rPr>
              <a:t>Writer of the first American dictionary in 1806</a:t>
            </a:r>
            <a:endParaRPr/>
          </a:p>
          <a:p>
            <a:pPr marL="228600" marR="0" lvl="0" indent="-228600" algn="l" rtl="0">
              <a:lnSpc>
                <a:spcPct val="90000"/>
              </a:lnSpc>
              <a:spcBef>
                <a:spcPts val="1000"/>
              </a:spcBef>
              <a:spcAft>
                <a:spcPts val="0"/>
              </a:spcAft>
              <a:buClr>
                <a:srgbClr val="023F61"/>
              </a:buClr>
              <a:buSzPts val="2800"/>
              <a:buFont typeface="Arial"/>
              <a:buChar char="•"/>
            </a:pPr>
            <a:r>
              <a:rPr lang="fr-FR" sz="2800" b="0" i="0" u="none" strike="noStrike" cap="none">
                <a:solidFill>
                  <a:srgbClr val="023F61"/>
                </a:solidFill>
                <a:latin typeface="Arial"/>
                <a:ea typeface="Arial"/>
                <a:cs typeface="Arial"/>
                <a:sym typeface="Arial"/>
              </a:rPr>
              <a:t>Believed that Americans’ language should reflect the way they spoke, and be distinct from British English</a:t>
            </a:r>
            <a:endParaRPr/>
          </a:p>
          <a:p>
            <a:pPr marL="228600" marR="0" lvl="0" indent="-228600" algn="l" rtl="0">
              <a:lnSpc>
                <a:spcPct val="90000"/>
              </a:lnSpc>
              <a:spcBef>
                <a:spcPts val="1000"/>
              </a:spcBef>
              <a:spcAft>
                <a:spcPts val="0"/>
              </a:spcAft>
              <a:buClr>
                <a:srgbClr val="023F61"/>
              </a:buClr>
              <a:buSzPts val="2800"/>
              <a:buFont typeface="Arial"/>
              <a:buChar char="•"/>
            </a:pPr>
            <a:r>
              <a:rPr lang="fr-FR" sz="2800" b="0" i="0" u="none" strike="noStrike" cap="none">
                <a:solidFill>
                  <a:srgbClr val="023F61"/>
                </a:solidFill>
                <a:latin typeface="Arial"/>
                <a:ea typeface="Arial"/>
                <a:cs typeface="Arial"/>
                <a:sym typeface="Arial"/>
              </a:rPr>
              <a:t>Came of age during the American revolution, and therefore placed great emphasis on America’s cultural separation from England</a:t>
            </a:r>
            <a:endParaRPr/>
          </a:p>
          <a:p>
            <a:pPr marL="228600" marR="0" lvl="0" indent="-228600" algn="l" rtl="0">
              <a:lnSpc>
                <a:spcPct val="90000"/>
              </a:lnSpc>
              <a:spcBef>
                <a:spcPts val="1000"/>
              </a:spcBef>
              <a:spcAft>
                <a:spcPts val="0"/>
              </a:spcAft>
              <a:buClr>
                <a:schemeClr val="dk1"/>
              </a:buClr>
              <a:buSzPts val="2800"/>
              <a:buFont typeface="Noto Sans Symbols"/>
              <a:buNone/>
            </a:pPr>
            <a:endParaRPr sz="2800" b="0" i="0" u="none" strike="noStrike" cap="none">
              <a:solidFill>
                <a:srgbClr val="023F61"/>
              </a:solidFill>
              <a:latin typeface="Arial"/>
              <a:ea typeface="Arial"/>
              <a:cs typeface="Arial"/>
              <a:sym typeface="Arial"/>
            </a:endParaRPr>
          </a:p>
        </p:txBody>
      </p:sp>
      <p:pic>
        <p:nvPicPr>
          <p:cNvPr id="217" name="Google Shape;217;p12"/>
          <p:cNvPicPr preferRelativeResize="0"/>
          <p:nvPr/>
        </p:nvPicPr>
        <p:blipFill rotWithShape="1">
          <a:blip r:embed="rId3">
            <a:alphaModFix/>
          </a:blip>
          <a:srcRect/>
          <a:stretch/>
        </p:blipFill>
        <p:spPr>
          <a:xfrm>
            <a:off x="8966580" y="2434615"/>
            <a:ext cx="2938249" cy="3614046"/>
          </a:xfrm>
          <a:prstGeom prst="rect">
            <a:avLst/>
          </a:prstGeom>
          <a:noFill/>
          <a:ln>
            <a:noFill/>
          </a:ln>
        </p:spPr>
      </p:pic>
      <p:pic>
        <p:nvPicPr>
          <p:cNvPr id="218" name="Google Shape;218;p12" descr="D:\Teaching &amp; Univ\ESPRIT\British Vs American\Pics\GIFS\unnamed (1).gif"/>
          <p:cNvPicPr preferRelativeResize="0"/>
          <p:nvPr/>
        </p:nvPicPr>
        <p:blipFill rotWithShape="1">
          <a:blip r:embed="rId4">
            <a:alphaModFix/>
          </a:blip>
          <a:srcRect/>
          <a:stretch/>
        </p:blipFill>
        <p:spPr>
          <a:xfrm>
            <a:off x="1" y="1"/>
            <a:ext cx="2183642" cy="273106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7"/>
                                        </p:tgtEl>
                                        <p:attrNameLst>
                                          <p:attrName>style.visibility</p:attrName>
                                        </p:attrNameLst>
                                      </p:cBhvr>
                                      <p:to>
                                        <p:strVal val="visible"/>
                                      </p:to>
                                    </p:set>
                                    <p:animEffect transition="in" filter="fade">
                                      <p:cBhvr>
                                        <p:cTn id="7" dur="1000"/>
                                        <p:tgtEl>
                                          <p:spTgt spid="2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6">
                                            <p:txEl>
                                              <p:pRg st="0" end="0"/>
                                            </p:txEl>
                                          </p:spTgt>
                                        </p:tgtEl>
                                        <p:attrNameLst>
                                          <p:attrName>style.visibility</p:attrName>
                                        </p:attrNameLst>
                                      </p:cBhvr>
                                      <p:to>
                                        <p:strVal val="visible"/>
                                      </p:to>
                                    </p:set>
                                    <p:animEffect transition="in" filter="fade">
                                      <p:cBhvr>
                                        <p:cTn id="12" dur="3000"/>
                                        <p:tgtEl>
                                          <p:spTgt spid="21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6">
                                            <p:txEl>
                                              <p:pRg st="1" end="1"/>
                                            </p:txEl>
                                          </p:spTgt>
                                        </p:tgtEl>
                                        <p:attrNameLst>
                                          <p:attrName>style.visibility</p:attrName>
                                        </p:attrNameLst>
                                      </p:cBhvr>
                                      <p:to>
                                        <p:strVal val="visible"/>
                                      </p:to>
                                    </p:set>
                                    <p:animEffect transition="in" filter="fade">
                                      <p:cBhvr>
                                        <p:cTn id="17" dur="3000"/>
                                        <p:tgtEl>
                                          <p:spTgt spid="21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6">
                                            <p:txEl>
                                              <p:pRg st="2" end="2"/>
                                            </p:txEl>
                                          </p:spTgt>
                                        </p:tgtEl>
                                        <p:attrNameLst>
                                          <p:attrName>style.visibility</p:attrName>
                                        </p:attrNameLst>
                                      </p:cBhvr>
                                      <p:to>
                                        <p:strVal val="visible"/>
                                      </p:to>
                                    </p:set>
                                    <p:animEffect transition="in" filter="fade">
                                      <p:cBhvr>
                                        <p:cTn id="22" dur="3000"/>
                                        <p:tgtEl>
                                          <p:spTgt spid="21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6">
                                            <p:txEl>
                                              <p:pRg st="3" end="3"/>
                                            </p:txEl>
                                          </p:spTgt>
                                        </p:tgtEl>
                                        <p:attrNameLst>
                                          <p:attrName>style.visibility</p:attrName>
                                        </p:attrNameLst>
                                      </p:cBhvr>
                                      <p:to>
                                        <p:strVal val="visible"/>
                                      </p:to>
                                    </p:set>
                                    <p:animEffect transition="in" filter="fade">
                                      <p:cBhvr>
                                        <p:cTn id="27" dur="3000"/>
                                        <p:tgtEl>
                                          <p:spTgt spid="2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02FDE6-C946-45F3-B63D-B4DC0077045F}"/>
              </a:ext>
            </a:extLst>
          </p:cNvPr>
          <p:cNvSpPr>
            <a:spLocks noGrp="1"/>
          </p:cNvSpPr>
          <p:nvPr>
            <p:ph type="title"/>
          </p:nvPr>
        </p:nvSpPr>
        <p:spPr>
          <a:xfrm>
            <a:off x="272716" y="69054"/>
            <a:ext cx="10515600" cy="1325563"/>
          </a:xfrm>
        </p:spPr>
        <p:txBody>
          <a:bodyPr/>
          <a:lstStyle/>
          <a:p>
            <a:r>
              <a:rPr lang="fr-FR" dirty="0"/>
              <a:t>Guess American or British culture</a:t>
            </a:r>
          </a:p>
        </p:txBody>
      </p:sp>
      <p:sp>
        <p:nvSpPr>
          <p:cNvPr id="3" name="Espace réservé du texte 2">
            <a:extLst>
              <a:ext uri="{FF2B5EF4-FFF2-40B4-BE49-F238E27FC236}">
                <a16:creationId xmlns:a16="http://schemas.microsoft.com/office/drawing/2014/main" id="{193F4790-7E62-416F-AA82-921BD573F143}"/>
              </a:ext>
            </a:extLst>
          </p:cNvPr>
          <p:cNvSpPr>
            <a:spLocks noGrp="1"/>
          </p:cNvSpPr>
          <p:nvPr>
            <p:ph type="body" idx="1"/>
          </p:nvPr>
        </p:nvSpPr>
        <p:spPr>
          <a:xfrm>
            <a:off x="609600" y="1080769"/>
            <a:ext cx="10972800" cy="5045396"/>
          </a:xfrm>
        </p:spPr>
        <p:txBody>
          <a:bodyPr/>
          <a:lstStyle/>
          <a:p>
            <a:r>
              <a:rPr lang="fr-FR" b="1" i="0" dirty="0">
                <a:solidFill>
                  <a:srgbClr val="000000"/>
                </a:solidFill>
                <a:effectLst/>
                <a:latin typeface="Open Sans" panose="020B0606030504020204" pitchFamily="34" charset="0"/>
              </a:rPr>
              <a:t>Love for </a:t>
            </a:r>
            <a:r>
              <a:rPr lang="fr-FR" b="1" i="0" dirty="0" err="1">
                <a:solidFill>
                  <a:srgbClr val="000000"/>
                </a:solidFill>
                <a:effectLst/>
                <a:latin typeface="Open Sans" panose="020B0606030504020204" pitchFamily="34" charset="0"/>
              </a:rPr>
              <a:t>Literature</a:t>
            </a:r>
            <a:r>
              <a:rPr lang="fr-FR" b="1" i="0" dirty="0">
                <a:solidFill>
                  <a:srgbClr val="000000"/>
                </a:solidFill>
                <a:effectLst/>
                <a:latin typeface="Open Sans" panose="020B0606030504020204" pitchFamily="34" charset="0"/>
              </a:rPr>
              <a:t> and Arts</a:t>
            </a:r>
          </a:p>
          <a:p>
            <a:endParaRPr lang="fr-FR" b="1" dirty="0">
              <a:solidFill>
                <a:srgbClr val="000000"/>
              </a:solidFill>
              <a:latin typeface="Open Sans" panose="020B0606030504020204" pitchFamily="34" charset="0"/>
            </a:endParaRPr>
          </a:p>
          <a:p>
            <a:r>
              <a:rPr lang="fr-FR" b="1" i="0" dirty="0" err="1">
                <a:solidFill>
                  <a:srgbClr val="000000"/>
                </a:solidFill>
                <a:effectLst/>
                <a:latin typeface="Open Sans" panose="020B0606030504020204" pitchFamily="34" charset="0"/>
              </a:rPr>
              <a:t>Patriotism</a:t>
            </a:r>
            <a:r>
              <a:rPr lang="fr-FR" b="1" i="0" dirty="0">
                <a:solidFill>
                  <a:srgbClr val="000000"/>
                </a:solidFill>
                <a:effectLst/>
                <a:latin typeface="Open Sans" panose="020B0606030504020204" pitchFamily="34" charset="0"/>
              </a:rPr>
              <a:t>  </a:t>
            </a:r>
          </a:p>
          <a:p>
            <a:endParaRPr lang="fr-FR" b="1" dirty="0">
              <a:solidFill>
                <a:srgbClr val="000000"/>
              </a:solidFill>
              <a:latin typeface="Open Sans" panose="020B0606030504020204" pitchFamily="34" charset="0"/>
            </a:endParaRPr>
          </a:p>
          <a:p>
            <a:r>
              <a:rPr lang="fr-FR" b="1" i="0" dirty="0">
                <a:solidFill>
                  <a:srgbClr val="000000"/>
                </a:solidFill>
                <a:effectLst/>
                <a:latin typeface="Open Sans" panose="020B0606030504020204" pitchFamily="34" charset="0"/>
              </a:rPr>
              <a:t>Tea culture</a:t>
            </a:r>
          </a:p>
          <a:p>
            <a:endParaRPr lang="fr-FR" b="1" dirty="0">
              <a:solidFill>
                <a:srgbClr val="000000"/>
              </a:solidFill>
              <a:latin typeface="Open Sans" panose="020B0606030504020204" pitchFamily="34" charset="0"/>
            </a:endParaRPr>
          </a:p>
          <a:p>
            <a:r>
              <a:rPr lang="fr-FR" b="1" i="0" dirty="0" err="1">
                <a:solidFill>
                  <a:srgbClr val="000000"/>
                </a:solidFill>
                <a:effectLst/>
                <a:latin typeface="Open Sans" panose="020B0606030504020204" pitchFamily="34" charset="0"/>
              </a:rPr>
              <a:t>Politeness</a:t>
            </a:r>
            <a:r>
              <a:rPr lang="fr-FR" b="1" i="0" dirty="0">
                <a:solidFill>
                  <a:srgbClr val="000000"/>
                </a:solidFill>
                <a:effectLst/>
                <a:latin typeface="Open Sans" panose="020B0606030504020204" pitchFamily="34" charset="0"/>
              </a:rPr>
              <a:t> and </a:t>
            </a:r>
            <a:r>
              <a:rPr lang="fr-FR" b="1" i="0" dirty="0" err="1">
                <a:solidFill>
                  <a:srgbClr val="000000"/>
                </a:solidFill>
                <a:effectLst/>
                <a:latin typeface="Open Sans" panose="020B0606030504020204" pitchFamily="34" charset="0"/>
              </a:rPr>
              <a:t>formality</a:t>
            </a:r>
            <a:r>
              <a:rPr lang="fr-FR" b="1" i="0" dirty="0">
                <a:solidFill>
                  <a:srgbClr val="000000"/>
                </a:solidFill>
                <a:effectLst/>
                <a:latin typeface="Open Sans" panose="020B0606030504020204" pitchFamily="34" charset="0"/>
              </a:rPr>
              <a:t> </a:t>
            </a:r>
          </a:p>
          <a:p>
            <a:endParaRPr lang="fr-FR" b="1" dirty="0">
              <a:solidFill>
                <a:srgbClr val="000000"/>
              </a:solidFill>
              <a:latin typeface="Open Sans" panose="020B0606030504020204" pitchFamily="34" charset="0"/>
            </a:endParaRPr>
          </a:p>
          <a:p>
            <a:r>
              <a:rPr lang="fr-FR" b="1" i="0" dirty="0" err="1">
                <a:solidFill>
                  <a:srgbClr val="000000"/>
                </a:solidFill>
                <a:effectLst/>
                <a:latin typeface="Open Sans" panose="020B0606030504020204" pitchFamily="34" charset="0"/>
              </a:rPr>
              <a:t>Individualism</a:t>
            </a:r>
            <a:r>
              <a:rPr lang="fr-FR" b="1" i="0" dirty="0">
                <a:solidFill>
                  <a:srgbClr val="000000"/>
                </a:solidFill>
                <a:effectLst/>
                <a:latin typeface="Open Sans" panose="020B0606030504020204" pitchFamily="34" charset="0"/>
              </a:rPr>
              <a:t> </a:t>
            </a:r>
          </a:p>
          <a:p>
            <a:endParaRPr lang="fr-FR" b="1" i="0" dirty="0">
              <a:solidFill>
                <a:srgbClr val="000000"/>
              </a:solidFill>
              <a:effectLst/>
              <a:latin typeface="Open Sans" panose="020B0606030504020204" pitchFamily="34" charset="0"/>
            </a:endParaRPr>
          </a:p>
          <a:p>
            <a:endParaRPr lang="fr-FR" dirty="0"/>
          </a:p>
        </p:txBody>
      </p:sp>
      <p:sp>
        <p:nvSpPr>
          <p:cNvPr id="4" name="Espace réservé du numéro de diapositive 3">
            <a:extLst>
              <a:ext uri="{FF2B5EF4-FFF2-40B4-BE49-F238E27FC236}">
                <a16:creationId xmlns:a16="http://schemas.microsoft.com/office/drawing/2014/main" id="{76B7F4AE-8EFA-4CE2-A531-5E931ED3987E}"/>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fr-FR" smtClean="0"/>
              <a:t>13</a:t>
            </a:fld>
            <a:endParaRPr lang="fr-FR"/>
          </a:p>
        </p:txBody>
      </p:sp>
      <p:pic>
        <p:nvPicPr>
          <p:cNvPr id="4098" name="Picture 2" descr="What Are Some of The Cultural Differences Between the US and the UK? | The  Social Media Monthly">
            <a:extLst>
              <a:ext uri="{FF2B5EF4-FFF2-40B4-BE49-F238E27FC236}">
                <a16:creationId xmlns:a16="http://schemas.microsoft.com/office/drawing/2014/main" id="{5AE6E292-30AE-4301-BC2E-6459B5CB2B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6079" y="2212928"/>
            <a:ext cx="4503205" cy="2811215"/>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59BB2BC3-C855-40AB-B4A9-678F61C87936}"/>
              </a:ext>
            </a:extLst>
          </p:cNvPr>
          <p:cNvSpPr txBox="1"/>
          <p:nvPr/>
        </p:nvSpPr>
        <p:spPr>
          <a:xfrm>
            <a:off x="6288085" y="1278218"/>
            <a:ext cx="1294544" cy="400110"/>
          </a:xfrm>
          <a:prstGeom prst="rect">
            <a:avLst/>
          </a:prstGeom>
          <a:noFill/>
        </p:spPr>
        <p:txBody>
          <a:bodyPr wrap="square" rtlCol="0">
            <a:spAutoFit/>
          </a:bodyPr>
          <a:lstStyle/>
          <a:p>
            <a:r>
              <a:rPr lang="fr-FR" sz="2000" b="1" dirty="0">
                <a:solidFill>
                  <a:srgbClr val="FF0000"/>
                </a:solidFill>
              </a:rPr>
              <a:t>British </a:t>
            </a:r>
          </a:p>
        </p:txBody>
      </p:sp>
      <p:sp>
        <p:nvSpPr>
          <p:cNvPr id="6" name="ZoneTexte 5">
            <a:extLst>
              <a:ext uri="{FF2B5EF4-FFF2-40B4-BE49-F238E27FC236}">
                <a16:creationId xmlns:a16="http://schemas.microsoft.com/office/drawing/2014/main" id="{1D2693DF-729E-48EA-8402-61AD6C0E939F}"/>
              </a:ext>
            </a:extLst>
          </p:cNvPr>
          <p:cNvSpPr txBox="1"/>
          <p:nvPr/>
        </p:nvSpPr>
        <p:spPr>
          <a:xfrm>
            <a:off x="3773560" y="5377121"/>
            <a:ext cx="1486808" cy="400110"/>
          </a:xfrm>
          <a:prstGeom prst="rect">
            <a:avLst/>
          </a:prstGeom>
          <a:noFill/>
        </p:spPr>
        <p:txBody>
          <a:bodyPr wrap="square" rtlCol="0">
            <a:spAutoFit/>
          </a:bodyPr>
          <a:lstStyle/>
          <a:p>
            <a:r>
              <a:rPr lang="fr-FR" sz="2000" b="1" dirty="0">
                <a:solidFill>
                  <a:srgbClr val="FF0000"/>
                </a:solidFill>
              </a:rPr>
              <a:t>American</a:t>
            </a:r>
          </a:p>
        </p:txBody>
      </p:sp>
      <p:sp>
        <p:nvSpPr>
          <p:cNvPr id="8" name="ZoneTexte 7">
            <a:extLst>
              <a:ext uri="{FF2B5EF4-FFF2-40B4-BE49-F238E27FC236}">
                <a16:creationId xmlns:a16="http://schemas.microsoft.com/office/drawing/2014/main" id="{4B169BC2-83A0-4434-8EE3-4DB942A0B677}"/>
              </a:ext>
            </a:extLst>
          </p:cNvPr>
          <p:cNvSpPr txBox="1"/>
          <p:nvPr/>
        </p:nvSpPr>
        <p:spPr>
          <a:xfrm>
            <a:off x="3448843" y="3321278"/>
            <a:ext cx="1294544" cy="400110"/>
          </a:xfrm>
          <a:prstGeom prst="rect">
            <a:avLst/>
          </a:prstGeom>
          <a:noFill/>
        </p:spPr>
        <p:txBody>
          <a:bodyPr wrap="square" rtlCol="0">
            <a:spAutoFit/>
          </a:bodyPr>
          <a:lstStyle/>
          <a:p>
            <a:r>
              <a:rPr lang="fr-FR" sz="2000" b="1" dirty="0">
                <a:solidFill>
                  <a:srgbClr val="FF0000"/>
                </a:solidFill>
              </a:rPr>
              <a:t>British </a:t>
            </a:r>
          </a:p>
        </p:txBody>
      </p:sp>
      <p:sp>
        <p:nvSpPr>
          <p:cNvPr id="9" name="ZoneTexte 8">
            <a:extLst>
              <a:ext uri="{FF2B5EF4-FFF2-40B4-BE49-F238E27FC236}">
                <a16:creationId xmlns:a16="http://schemas.microsoft.com/office/drawing/2014/main" id="{6AC0BDA1-C319-46C6-BE20-AA934D627B6E}"/>
              </a:ext>
            </a:extLst>
          </p:cNvPr>
          <p:cNvSpPr txBox="1"/>
          <p:nvPr/>
        </p:nvSpPr>
        <p:spPr>
          <a:xfrm>
            <a:off x="5640813" y="4346982"/>
            <a:ext cx="1294544" cy="400110"/>
          </a:xfrm>
          <a:prstGeom prst="rect">
            <a:avLst/>
          </a:prstGeom>
          <a:noFill/>
        </p:spPr>
        <p:txBody>
          <a:bodyPr wrap="square" rtlCol="0">
            <a:spAutoFit/>
          </a:bodyPr>
          <a:lstStyle/>
          <a:p>
            <a:r>
              <a:rPr lang="fr-FR" sz="2000" b="1" dirty="0">
                <a:solidFill>
                  <a:srgbClr val="FF0000"/>
                </a:solidFill>
              </a:rPr>
              <a:t>British </a:t>
            </a:r>
          </a:p>
        </p:txBody>
      </p:sp>
      <p:sp>
        <p:nvSpPr>
          <p:cNvPr id="10" name="ZoneTexte 9">
            <a:extLst>
              <a:ext uri="{FF2B5EF4-FFF2-40B4-BE49-F238E27FC236}">
                <a16:creationId xmlns:a16="http://schemas.microsoft.com/office/drawing/2014/main" id="{06E0BD17-8B75-4F73-BA02-7DE36E023B28}"/>
              </a:ext>
            </a:extLst>
          </p:cNvPr>
          <p:cNvSpPr txBox="1"/>
          <p:nvPr/>
        </p:nvSpPr>
        <p:spPr>
          <a:xfrm>
            <a:off x="3504720" y="2410320"/>
            <a:ext cx="1486808" cy="400110"/>
          </a:xfrm>
          <a:prstGeom prst="rect">
            <a:avLst/>
          </a:prstGeom>
          <a:noFill/>
        </p:spPr>
        <p:txBody>
          <a:bodyPr wrap="square" rtlCol="0">
            <a:spAutoFit/>
          </a:bodyPr>
          <a:lstStyle/>
          <a:p>
            <a:r>
              <a:rPr lang="fr-FR" sz="2000" b="1" dirty="0">
                <a:solidFill>
                  <a:srgbClr val="FF0000"/>
                </a:solidFill>
              </a:rPr>
              <a:t>American</a:t>
            </a:r>
          </a:p>
        </p:txBody>
      </p:sp>
    </p:spTree>
    <p:extLst>
      <p:ext uri="{BB962C8B-B14F-4D97-AF65-F5344CB8AC3E}">
        <p14:creationId xmlns:p14="http://schemas.microsoft.com/office/powerpoint/2010/main" val="676652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098"/>
                                        </p:tgtEl>
                                        <p:attrNameLst>
                                          <p:attrName>style.visibility</p:attrName>
                                        </p:attrNameLst>
                                      </p:cBhvr>
                                      <p:to>
                                        <p:strVal val="visible"/>
                                      </p:to>
                                    </p:set>
                                    <p:animEffect transition="in" filter="fade">
                                      <p:cBhvr>
                                        <p:cTn id="12" dur="1000"/>
                                        <p:tgtEl>
                                          <p:spTgt spid="4098"/>
                                        </p:tgtEl>
                                      </p:cBhvr>
                                    </p:animEffect>
                                    <p:anim calcmode="lin" valueType="num">
                                      <p:cBhvr>
                                        <p:cTn id="13" dur="1000" fill="hold"/>
                                        <p:tgtEl>
                                          <p:spTgt spid="4098"/>
                                        </p:tgtEl>
                                        <p:attrNameLst>
                                          <p:attrName>ppt_x</p:attrName>
                                        </p:attrNameLst>
                                      </p:cBhvr>
                                      <p:tavLst>
                                        <p:tav tm="0">
                                          <p:val>
                                            <p:strVal val="#ppt_x"/>
                                          </p:val>
                                        </p:tav>
                                        <p:tav tm="100000">
                                          <p:val>
                                            <p:strVal val="#ppt_x"/>
                                          </p:val>
                                        </p:tav>
                                      </p:tavLst>
                                    </p:anim>
                                    <p:anim calcmode="lin" valueType="num">
                                      <p:cBhvr>
                                        <p:cTn id="14" dur="1000" fill="hold"/>
                                        <p:tgtEl>
                                          <p:spTgt spid="409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barn(inVertical)">
                                      <p:cBhvr>
                                        <p:cTn id="19" dur="500"/>
                                        <p:tgtEl>
                                          <p:spTgt spid="3">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barn(inVertical)">
                                      <p:cBhvr>
                                        <p:cTn id="24" dur="5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barn(inVertical)">
                                      <p:cBhvr>
                                        <p:cTn id="29" dur="500"/>
                                        <p:tgtEl>
                                          <p:spTgt spid="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barn(inVertical)">
                                      <p:cBhvr>
                                        <p:cTn id="34" dur="500"/>
                                        <p:tgtEl>
                                          <p:spTgt spid="3">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barn(inVertical)">
                                      <p:cBhvr>
                                        <p:cTn id="39" dur="500"/>
                                        <p:tgtEl>
                                          <p:spTgt spid="3">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additive="base">
                                        <p:cTn id="44" dur="500" fill="hold"/>
                                        <p:tgtEl>
                                          <p:spTgt spid="5"/>
                                        </p:tgtEl>
                                        <p:attrNameLst>
                                          <p:attrName>ppt_x</p:attrName>
                                        </p:attrNameLst>
                                      </p:cBhvr>
                                      <p:tavLst>
                                        <p:tav tm="0">
                                          <p:val>
                                            <p:strVal val="#ppt_x"/>
                                          </p:val>
                                        </p:tav>
                                        <p:tav tm="100000">
                                          <p:val>
                                            <p:strVal val="#ppt_x"/>
                                          </p:val>
                                        </p:tav>
                                      </p:tavLst>
                                    </p:anim>
                                    <p:anim calcmode="lin" valueType="num">
                                      <p:cBhvr additive="base">
                                        <p:cTn id="4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 calcmode="lin" valueType="num">
                                      <p:cBhvr additive="base">
                                        <p:cTn id="50" dur="500" fill="hold"/>
                                        <p:tgtEl>
                                          <p:spTgt spid="10"/>
                                        </p:tgtEl>
                                        <p:attrNameLst>
                                          <p:attrName>ppt_x</p:attrName>
                                        </p:attrNameLst>
                                      </p:cBhvr>
                                      <p:tavLst>
                                        <p:tav tm="0">
                                          <p:val>
                                            <p:strVal val="#ppt_x"/>
                                          </p:val>
                                        </p:tav>
                                        <p:tav tm="100000">
                                          <p:val>
                                            <p:strVal val="#ppt_x"/>
                                          </p:val>
                                        </p:tav>
                                      </p:tavLst>
                                    </p:anim>
                                    <p:anim calcmode="lin" valueType="num">
                                      <p:cBhvr additive="base">
                                        <p:cTn id="5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 calcmode="lin" valueType="num">
                                      <p:cBhvr additive="base">
                                        <p:cTn id="56" dur="500" fill="hold"/>
                                        <p:tgtEl>
                                          <p:spTgt spid="8"/>
                                        </p:tgtEl>
                                        <p:attrNameLst>
                                          <p:attrName>ppt_x</p:attrName>
                                        </p:attrNameLst>
                                      </p:cBhvr>
                                      <p:tavLst>
                                        <p:tav tm="0">
                                          <p:val>
                                            <p:strVal val="#ppt_x"/>
                                          </p:val>
                                        </p:tav>
                                        <p:tav tm="100000">
                                          <p:val>
                                            <p:strVal val="#ppt_x"/>
                                          </p:val>
                                        </p:tav>
                                      </p:tavLst>
                                    </p:anim>
                                    <p:anim calcmode="lin" valueType="num">
                                      <p:cBhvr additive="base">
                                        <p:cTn id="5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9"/>
                                        </p:tgtEl>
                                        <p:attrNameLst>
                                          <p:attrName>style.visibility</p:attrName>
                                        </p:attrNameLst>
                                      </p:cBhvr>
                                      <p:to>
                                        <p:strVal val="visible"/>
                                      </p:to>
                                    </p:set>
                                    <p:anim calcmode="lin" valueType="num">
                                      <p:cBhvr additive="base">
                                        <p:cTn id="62" dur="500" fill="hold"/>
                                        <p:tgtEl>
                                          <p:spTgt spid="9"/>
                                        </p:tgtEl>
                                        <p:attrNameLst>
                                          <p:attrName>ppt_x</p:attrName>
                                        </p:attrNameLst>
                                      </p:cBhvr>
                                      <p:tavLst>
                                        <p:tav tm="0">
                                          <p:val>
                                            <p:strVal val="#ppt_x"/>
                                          </p:val>
                                        </p:tav>
                                        <p:tav tm="100000">
                                          <p:val>
                                            <p:strVal val="#ppt_x"/>
                                          </p:val>
                                        </p:tav>
                                      </p:tavLst>
                                    </p:anim>
                                    <p:anim calcmode="lin" valueType="num">
                                      <p:cBhvr additive="base">
                                        <p:cTn id="6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6"/>
                                        </p:tgtEl>
                                        <p:attrNameLst>
                                          <p:attrName>style.visibility</p:attrName>
                                        </p:attrNameLst>
                                      </p:cBhvr>
                                      <p:to>
                                        <p:strVal val="visible"/>
                                      </p:to>
                                    </p:set>
                                    <p:anim calcmode="lin" valueType="num">
                                      <p:cBhvr additive="base">
                                        <p:cTn id="68" dur="500" fill="hold"/>
                                        <p:tgtEl>
                                          <p:spTgt spid="6"/>
                                        </p:tgtEl>
                                        <p:attrNameLst>
                                          <p:attrName>ppt_x</p:attrName>
                                        </p:attrNameLst>
                                      </p:cBhvr>
                                      <p:tavLst>
                                        <p:tav tm="0">
                                          <p:val>
                                            <p:strVal val="#ppt_x"/>
                                          </p:val>
                                        </p:tav>
                                        <p:tav tm="100000">
                                          <p:val>
                                            <p:strVal val="#ppt_x"/>
                                          </p:val>
                                        </p:tav>
                                      </p:tavLst>
                                    </p:anim>
                                    <p:anim calcmode="lin" valueType="num">
                                      <p:cBhvr additive="base">
                                        <p:cTn id="6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P spid="6" grpId="0"/>
      <p:bldP spid="8" grpId="0"/>
      <p:bldP spid="9"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Arial"/>
              <a:buNone/>
            </a:pPr>
            <a:r>
              <a:rPr lang="fr-FR">
                <a:solidFill>
                  <a:schemeClr val="dk2"/>
                </a:solidFill>
              </a:rPr>
              <a:t>So at what language levels is American English different from British English?</a:t>
            </a:r>
            <a:endParaRPr>
              <a:solidFill>
                <a:schemeClr val="dk2"/>
              </a:solidFill>
            </a:endParaRPr>
          </a:p>
        </p:txBody>
      </p:sp>
      <p:sp>
        <p:nvSpPr>
          <p:cNvPr id="224" name="Google Shape;224;p1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fr-FR"/>
              <a:t>14</a:t>
            </a:fld>
            <a:endParaRPr/>
          </a:p>
        </p:txBody>
      </p:sp>
      <p:pic>
        <p:nvPicPr>
          <p:cNvPr id="225" name="Google Shape;225;p13" descr="C:\Users\Lenovo\OneDrive\Desktop\differences-between-British-English-and-American-English.jpg"/>
          <p:cNvPicPr preferRelativeResize="0"/>
          <p:nvPr/>
        </p:nvPicPr>
        <p:blipFill rotWithShape="1">
          <a:blip r:embed="rId3">
            <a:alphaModFix/>
          </a:blip>
          <a:srcRect r="877" b="32554"/>
          <a:stretch/>
        </p:blipFill>
        <p:spPr>
          <a:xfrm>
            <a:off x="1787858" y="2053585"/>
            <a:ext cx="8802806" cy="399307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3"/>
                                        </p:tgtEl>
                                        <p:attrNameLst>
                                          <p:attrName>style.visibility</p:attrName>
                                        </p:attrNameLst>
                                      </p:cBhvr>
                                      <p:to>
                                        <p:strVal val="visible"/>
                                      </p:to>
                                    </p:set>
                                    <p:animEffect transition="in" filter="fade">
                                      <p:cBhvr>
                                        <p:cTn id="7" dur="500"/>
                                        <p:tgtEl>
                                          <p:spTgt spid="22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25"/>
                                        </p:tgtEl>
                                        <p:attrNameLst>
                                          <p:attrName>style.visibility</p:attrName>
                                        </p:attrNameLst>
                                      </p:cBhvr>
                                      <p:to>
                                        <p:strVal val="visible"/>
                                      </p:to>
                                    </p:set>
                                    <p:animEffect transition="in" filter="fade">
                                      <p:cBhvr>
                                        <p:cTn id="11" dur="500"/>
                                        <p:tgtEl>
                                          <p:spTgt spid="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230"/>
        <p:cNvGrpSpPr/>
        <p:nvPr/>
      </p:nvGrpSpPr>
      <p:grpSpPr>
        <a:xfrm>
          <a:off x="0" y="0"/>
          <a:ext cx="0" cy="0"/>
          <a:chOff x="0" y="0"/>
          <a:chExt cx="0" cy="0"/>
        </a:xfrm>
      </p:grpSpPr>
      <p:sp>
        <p:nvSpPr>
          <p:cNvPr id="231" name="Google Shape;231;p14"/>
          <p:cNvSpPr txBox="1">
            <a:spLocks noGrp="1"/>
          </p:cNvSpPr>
          <p:nvPr>
            <p:ph type="title"/>
          </p:nvPr>
        </p:nvSpPr>
        <p:spPr>
          <a:xfrm>
            <a:off x="0" y="189809"/>
            <a:ext cx="5426123" cy="84616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23F61"/>
              </a:buClr>
              <a:buSzPts val="3600"/>
              <a:buFont typeface="Arial"/>
              <a:buNone/>
            </a:pPr>
            <a:r>
              <a:rPr lang="fr-FR" sz="3600" b="1" dirty="0" err="1">
                <a:solidFill>
                  <a:srgbClr val="023F61"/>
                </a:solidFill>
              </a:rPr>
              <a:t>Differences</a:t>
            </a:r>
            <a:r>
              <a:rPr lang="fr-FR" sz="3600" b="1" dirty="0">
                <a:solidFill>
                  <a:srgbClr val="023F61"/>
                </a:solidFill>
              </a:rPr>
              <a:t> in </a:t>
            </a:r>
            <a:r>
              <a:rPr lang="fr-FR" sz="3600" b="1" dirty="0" err="1">
                <a:solidFill>
                  <a:srgbClr val="023F61"/>
                </a:solidFill>
              </a:rPr>
              <a:t>Spelling</a:t>
            </a:r>
            <a:endParaRPr sz="3600" b="1" dirty="0">
              <a:solidFill>
                <a:srgbClr val="023F61"/>
              </a:solidFill>
            </a:endParaRPr>
          </a:p>
        </p:txBody>
      </p:sp>
      <p:sp>
        <p:nvSpPr>
          <p:cNvPr id="232" name="Google Shape;232;p14"/>
          <p:cNvSpPr txBox="1">
            <a:spLocks noGrp="1"/>
          </p:cNvSpPr>
          <p:nvPr>
            <p:ph type="body" idx="1"/>
          </p:nvPr>
        </p:nvSpPr>
        <p:spPr>
          <a:xfrm>
            <a:off x="0" y="4858603"/>
            <a:ext cx="6373504" cy="1835624"/>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400"/>
              <a:buNone/>
            </a:pPr>
            <a:endParaRPr sz="2400" dirty="0"/>
          </a:p>
          <a:p>
            <a:pPr marL="228600" lvl="0" indent="-228600" algn="just" rtl="0">
              <a:lnSpc>
                <a:spcPct val="90000"/>
              </a:lnSpc>
              <a:spcBef>
                <a:spcPts val="1000"/>
              </a:spcBef>
              <a:spcAft>
                <a:spcPts val="0"/>
              </a:spcAft>
              <a:buClr>
                <a:schemeClr val="dk1"/>
              </a:buClr>
              <a:buSzPts val="2400"/>
              <a:buNone/>
            </a:pPr>
            <a:r>
              <a:rPr lang="fr-FR" sz="2400" dirty="0"/>
              <a:t>The key </a:t>
            </a:r>
            <a:r>
              <a:rPr lang="fr-FR" sz="2400" dirty="0" err="1"/>
              <a:t>spelling</a:t>
            </a:r>
            <a:r>
              <a:rPr lang="fr-FR" sz="2400" dirty="0"/>
              <a:t> </a:t>
            </a:r>
            <a:r>
              <a:rPr lang="fr-FR" sz="2400" dirty="0" err="1"/>
              <a:t>difference</a:t>
            </a:r>
            <a:r>
              <a:rPr lang="fr-FR" sz="2400" dirty="0"/>
              <a:t> </a:t>
            </a:r>
            <a:r>
              <a:rPr lang="fr-FR" sz="2400" dirty="0" err="1"/>
              <a:t>between</a:t>
            </a:r>
            <a:r>
              <a:rPr lang="fr-FR" sz="2400" dirty="0"/>
              <a:t> </a:t>
            </a:r>
            <a:r>
              <a:rPr lang="fr-FR" sz="2400" dirty="0" err="1"/>
              <a:t>BrE</a:t>
            </a:r>
            <a:r>
              <a:rPr lang="fr-FR" sz="2400" dirty="0"/>
              <a:t> and </a:t>
            </a:r>
            <a:r>
              <a:rPr lang="fr-FR" sz="2400" dirty="0" err="1"/>
              <a:t>AmE</a:t>
            </a:r>
            <a:r>
              <a:rPr lang="fr-FR" sz="2400" dirty="0"/>
              <a:t> </a:t>
            </a:r>
            <a:r>
              <a:rPr lang="fr-FR" sz="2400" dirty="0" err="1"/>
              <a:t>is</a:t>
            </a:r>
            <a:r>
              <a:rPr lang="fr-FR" sz="2400" dirty="0"/>
              <a:t> the </a:t>
            </a:r>
            <a:r>
              <a:rPr lang="fr-FR" sz="2400" dirty="0" err="1"/>
              <a:t>letter</a:t>
            </a:r>
            <a:r>
              <a:rPr lang="fr-FR" sz="2400" dirty="0"/>
              <a:t> omission in the latter. For </a:t>
            </a:r>
            <a:r>
              <a:rPr lang="fr-FR" sz="2400" dirty="0" err="1"/>
              <a:t>example</a:t>
            </a:r>
            <a:r>
              <a:rPr lang="fr-FR" sz="2400" dirty="0"/>
              <a:t>, in </a:t>
            </a:r>
            <a:r>
              <a:rPr lang="fr-FR" sz="2400" dirty="0" err="1"/>
              <a:t>writing</a:t>
            </a:r>
            <a:r>
              <a:rPr lang="fr-FR" sz="2400" dirty="0"/>
              <a:t>, the British </a:t>
            </a:r>
            <a:r>
              <a:rPr lang="fr-FR" sz="2400" dirty="0" err="1"/>
              <a:t>keep</a:t>
            </a:r>
            <a:r>
              <a:rPr lang="fr-FR" sz="2400" dirty="0"/>
              <a:t> the </a:t>
            </a:r>
            <a:r>
              <a:rPr lang="fr-FR" sz="2400" dirty="0" err="1"/>
              <a:t>letters</a:t>
            </a:r>
            <a:r>
              <a:rPr lang="fr-FR" sz="2400" dirty="0"/>
              <a:t> </a:t>
            </a:r>
            <a:r>
              <a:rPr lang="fr-FR" sz="2400" dirty="0" err="1"/>
              <a:t>that</a:t>
            </a:r>
            <a:r>
              <a:rPr lang="fr-FR" sz="2400" dirty="0"/>
              <a:t> </a:t>
            </a:r>
            <a:r>
              <a:rPr lang="fr-FR" sz="2400" dirty="0" err="1"/>
              <a:t>account</a:t>
            </a:r>
            <a:r>
              <a:rPr lang="fr-FR" sz="2400" dirty="0"/>
              <a:t> for the </a:t>
            </a:r>
            <a:r>
              <a:rPr lang="fr-FR" sz="2400" dirty="0" err="1"/>
              <a:t>spelling</a:t>
            </a:r>
            <a:r>
              <a:rPr lang="fr-FR" sz="2400" dirty="0"/>
              <a:t> .</a:t>
            </a:r>
            <a:endParaRPr sz="2400" dirty="0"/>
          </a:p>
        </p:txBody>
      </p:sp>
      <p:pic>
        <p:nvPicPr>
          <p:cNvPr id="233" name="Google Shape;233;p14" descr="C:\Users\Lenovo\OneDrive\Desktop\Spelling-differences-UK-vs-US1.png"/>
          <p:cNvPicPr preferRelativeResize="0"/>
          <p:nvPr/>
        </p:nvPicPr>
        <p:blipFill rotWithShape="1">
          <a:blip r:embed="rId3">
            <a:alphaModFix/>
          </a:blip>
          <a:srcRect/>
          <a:stretch/>
        </p:blipFill>
        <p:spPr>
          <a:xfrm>
            <a:off x="0" y="1080666"/>
            <a:ext cx="6974006" cy="4104701"/>
          </a:xfrm>
          <a:prstGeom prst="rect">
            <a:avLst/>
          </a:prstGeom>
          <a:noFill/>
          <a:ln>
            <a:noFill/>
          </a:ln>
        </p:spPr>
      </p:pic>
      <p:pic>
        <p:nvPicPr>
          <p:cNvPr id="234" name="Google Shape;234;p14" descr="C:\Users\Lenovo\OneDrive\Desktop\Spelling-differences-UK-vs-US2.png"/>
          <p:cNvPicPr preferRelativeResize="0"/>
          <p:nvPr/>
        </p:nvPicPr>
        <p:blipFill rotWithShape="1">
          <a:blip r:embed="rId4">
            <a:alphaModFix/>
          </a:blip>
          <a:srcRect/>
          <a:stretch/>
        </p:blipFill>
        <p:spPr>
          <a:xfrm>
            <a:off x="6277970" y="3218776"/>
            <a:ext cx="5914030" cy="3639223"/>
          </a:xfrm>
          <a:prstGeom prst="rect">
            <a:avLst/>
          </a:prstGeom>
          <a:noFill/>
          <a:ln>
            <a:noFill/>
          </a:ln>
        </p:spPr>
      </p:pic>
      <p:sp>
        <p:nvSpPr>
          <p:cNvPr id="235" name="Google Shape;235;p14"/>
          <p:cNvSpPr txBox="1"/>
          <p:nvPr/>
        </p:nvSpPr>
        <p:spPr>
          <a:xfrm>
            <a:off x="6805684" y="1009935"/>
            <a:ext cx="4576549" cy="2018188"/>
          </a:xfrm>
          <a:prstGeom prst="rect">
            <a:avLst/>
          </a:prstGeom>
          <a:noFill/>
          <a:ln>
            <a:noFill/>
          </a:ln>
        </p:spPr>
        <p:txBody>
          <a:bodyPr spcFirstLastPara="1" wrap="square" lIns="91425" tIns="45700" rIns="91425" bIns="45700" anchor="t" anchorCtr="0">
            <a:noAutofit/>
          </a:bodyPr>
          <a:lstStyle/>
          <a:p>
            <a:pPr marL="228600" marR="0" lvl="0" indent="-50800" algn="l" rtl="0">
              <a:lnSpc>
                <a:spcPct val="90000"/>
              </a:lnSpc>
              <a:spcBef>
                <a:spcPts val="0"/>
              </a:spcBef>
              <a:spcAft>
                <a:spcPts val="0"/>
              </a:spcAft>
              <a:buClr>
                <a:schemeClr val="dk1"/>
              </a:buClr>
              <a:buSzPts val="2800"/>
              <a:buFont typeface="Arial"/>
              <a:buNone/>
            </a:pPr>
            <a:endParaRPr sz="2800" b="0" i="0" u="none" strike="noStrike" cap="none">
              <a:solidFill>
                <a:schemeClr val="dk1"/>
              </a:solidFill>
              <a:latin typeface="Arial"/>
              <a:ea typeface="Arial"/>
              <a:cs typeface="Arial"/>
              <a:sym typeface="Arial"/>
            </a:endParaRPr>
          </a:p>
        </p:txBody>
      </p:sp>
      <p:sp>
        <p:nvSpPr>
          <p:cNvPr id="236" name="Google Shape;236;p14"/>
          <p:cNvSpPr txBox="1"/>
          <p:nvPr/>
        </p:nvSpPr>
        <p:spPr>
          <a:xfrm>
            <a:off x="6974006" y="1825388"/>
            <a:ext cx="5013278" cy="1603612"/>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90000"/>
              </a:lnSpc>
              <a:spcBef>
                <a:spcPts val="0"/>
              </a:spcBef>
              <a:spcAft>
                <a:spcPts val="0"/>
              </a:spcAft>
              <a:buNone/>
            </a:pPr>
            <a:r>
              <a:rPr lang="fr-FR" sz="2400" dirty="0">
                <a:solidFill>
                  <a:schemeClr val="dk1"/>
                </a:solidFill>
                <a:latin typeface="Arial"/>
                <a:ea typeface="Arial"/>
                <a:cs typeface="Arial"/>
                <a:sym typeface="Arial"/>
              </a:rPr>
              <a:t>The </a:t>
            </a:r>
            <a:r>
              <a:rPr lang="fr-FR" sz="2400" dirty="0" err="1">
                <a:solidFill>
                  <a:schemeClr val="dk1"/>
                </a:solidFill>
                <a:latin typeface="Arial"/>
                <a:ea typeface="Arial"/>
                <a:cs typeface="Arial"/>
                <a:sym typeface="Arial"/>
              </a:rPr>
              <a:t>spelling</a:t>
            </a:r>
            <a:r>
              <a:rPr lang="fr-FR" sz="2400" dirty="0">
                <a:solidFill>
                  <a:schemeClr val="dk1"/>
                </a:solidFill>
                <a:latin typeface="Arial"/>
                <a:ea typeface="Arial"/>
                <a:cs typeface="Arial"/>
                <a:sym typeface="Arial"/>
              </a:rPr>
              <a:t> </a:t>
            </a:r>
            <a:r>
              <a:rPr lang="fr-FR" sz="2400" dirty="0" err="1">
                <a:solidFill>
                  <a:schemeClr val="dk1"/>
                </a:solidFill>
                <a:latin typeface="Arial"/>
                <a:ea typeface="Arial"/>
                <a:cs typeface="Arial"/>
                <a:sym typeface="Arial"/>
              </a:rPr>
              <a:t>differences</a:t>
            </a:r>
            <a:r>
              <a:rPr lang="fr-FR" sz="2400" dirty="0">
                <a:solidFill>
                  <a:schemeClr val="dk1"/>
                </a:solidFill>
                <a:latin typeface="Arial"/>
                <a:ea typeface="Arial"/>
                <a:cs typeface="Arial"/>
                <a:sym typeface="Arial"/>
              </a:rPr>
              <a:t> </a:t>
            </a:r>
            <a:r>
              <a:rPr lang="fr-FR" sz="2400" dirty="0" err="1">
                <a:solidFill>
                  <a:schemeClr val="dk1"/>
                </a:solidFill>
                <a:latin typeface="Arial"/>
                <a:ea typeface="Arial"/>
                <a:cs typeface="Arial"/>
                <a:sym typeface="Arial"/>
              </a:rPr>
              <a:t>between</a:t>
            </a:r>
            <a:r>
              <a:rPr lang="fr-FR" sz="2400" dirty="0">
                <a:solidFill>
                  <a:schemeClr val="dk1"/>
                </a:solidFill>
                <a:latin typeface="Arial"/>
                <a:ea typeface="Arial"/>
                <a:cs typeface="Arial"/>
                <a:sym typeface="Arial"/>
              </a:rPr>
              <a:t> British and American English </a:t>
            </a:r>
            <a:r>
              <a:rPr lang="fr-FR" sz="2400" dirty="0" err="1">
                <a:solidFill>
                  <a:schemeClr val="dk1"/>
                </a:solidFill>
                <a:latin typeface="Arial"/>
                <a:ea typeface="Arial"/>
                <a:cs typeface="Arial"/>
                <a:sym typeface="Arial"/>
              </a:rPr>
              <a:t>also</a:t>
            </a:r>
            <a:r>
              <a:rPr lang="fr-FR" sz="2400" dirty="0">
                <a:solidFill>
                  <a:schemeClr val="dk1"/>
                </a:solidFill>
                <a:latin typeface="Arial"/>
                <a:ea typeface="Arial"/>
                <a:cs typeface="Arial"/>
                <a:sym typeface="Arial"/>
              </a:rPr>
              <a:t> </a:t>
            </a:r>
            <a:r>
              <a:rPr lang="fr-FR" sz="2400" dirty="0" err="1">
                <a:solidFill>
                  <a:schemeClr val="dk1"/>
                </a:solidFill>
                <a:latin typeface="Arial"/>
                <a:ea typeface="Arial"/>
                <a:cs typeface="Arial"/>
                <a:sym typeface="Arial"/>
              </a:rPr>
              <a:t>include</a:t>
            </a:r>
            <a:r>
              <a:rPr lang="fr-FR" sz="2400" dirty="0">
                <a:solidFill>
                  <a:schemeClr val="dk1"/>
                </a:solidFill>
                <a:latin typeface="Arial"/>
                <a:ea typeface="Arial"/>
                <a:cs typeface="Arial"/>
                <a:sym typeface="Arial"/>
              </a:rPr>
              <a:t> </a:t>
            </a:r>
            <a:r>
              <a:rPr lang="fr-FR" sz="2400" dirty="0" err="1">
                <a:solidFill>
                  <a:schemeClr val="dk1"/>
                </a:solidFill>
                <a:latin typeface="Arial"/>
                <a:ea typeface="Arial"/>
                <a:cs typeface="Arial"/>
                <a:sym typeface="Arial"/>
              </a:rPr>
              <a:t>letter</a:t>
            </a:r>
            <a:r>
              <a:rPr lang="fr-FR" sz="2400" dirty="0">
                <a:solidFill>
                  <a:schemeClr val="dk1"/>
                </a:solidFill>
                <a:latin typeface="Arial"/>
                <a:ea typeface="Arial"/>
                <a:cs typeface="Arial"/>
                <a:sym typeface="Arial"/>
              </a:rPr>
              <a:t> changes and </a:t>
            </a:r>
            <a:r>
              <a:rPr lang="fr-FR" sz="2400" dirty="0" err="1">
                <a:solidFill>
                  <a:schemeClr val="dk1"/>
                </a:solidFill>
                <a:latin typeface="Arial"/>
                <a:ea typeface="Arial"/>
                <a:cs typeface="Arial"/>
                <a:sym typeface="Arial"/>
              </a:rPr>
              <a:t>letter</a:t>
            </a:r>
            <a:r>
              <a:rPr lang="fr-FR" sz="2400" dirty="0">
                <a:solidFill>
                  <a:schemeClr val="dk1"/>
                </a:solidFill>
                <a:latin typeface="Arial"/>
                <a:ea typeface="Arial"/>
                <a:cs typeface="Arial"/>
                <a:sym typeface="Arial"/>
              </a:rPr>
              <a:t> </a:t>
            </a:r>
            <a:r>
              <a:rPr lang="fr-FR" sz="2400" dirty="0" err="1">
                <a:solidFill>
                  <a:schemeClr val="dk1"/>
                </a:solidFill>
                <a:latin typeface="Arial"/>
                <a:ea typeface="Arial"/>
                <a:cs typeface="Arial"/>
                <a:sym typeface="Arial"/>
              </a:rPr>
              <a:t>reversals</a:t>
            </a:r>
            <a:r>
              <a:rPr lang="fr-FR" sz="2400" dirty="0">
                <a:solidFill>
                  <a:schemeClr val="dk1"/>
                </a:solidFill>
                <a:latin typeface="Arial"/>
                <a:ea typeface="Arial"/>
                <a:cs typeface="Arial"/>
                <a:sym typeface="Arial"/>
              </a:rPr>
              <a:t>.</a:t>
            </a:r>
            <a:endParaRPr sz="2400" b="0" i="0" u="none" strike="noStrike" cap="none" dirty="0">
              <a:solidFill>
                <a:schemeClr val="dk1"/>
              </a:solidFill>
              <a:latin typeface="Arial"/>
              <a:ea typeface="Arial"/>
              <a:cs typeface="Arial"/>
              <a:sym typeface="Arial"/>
            </a:endParaRPr>
          </a:p>
        </p:txBody>
      </p:sp>
      <p:sp>
        <p:nvSpPr>
          <p:cNvPr id="237" name="Google Shape;237;p14"/>
          <p:cNvSpPr txBox="1"/>
          <p:nvPr/>
        </p:nvSpPr>
        <p:spPr>
          <a:xfrm>
            <a:off x="5875606" y="441203"/>
            <a:ext cx="6316394" cy="419379"/>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None/>
            </a:pPr>
            <a:r>
              <a:rPr lang="fr-FR" sz="2800" b="1" i="0" u="none" strike="noStrike" cap="none" dirty="0" err="1">
                <a:solidFill>
                  <a:srgbClr val="C00000"/>
                </a:solidFill>
                <a:latin typeface="Arial"/>
                <a:ea typeface="Arial"/>
                <a:cs typeface="Arial"/>
                <a:sym typeface="Arial"/>
              </a:rPr>
              <a:t>What</a:t>
            </a:r>
            <a:r>
              <a:rPr lang="fr-FR" sz="2800" b="1" i="0" u="none" strike="noStrike" cap="none" dirty="0">
                <a:solidFill>
                  <a:srgbClr val="C00000"/>
                </a:solidFill>
                <a:latin typeface="Arial"/>
                <a:ea typeface="Arial"/>
                <a:cs typeface="Arial"/>
                <a:sym typeface="Arial"/>
              </a:rPr>
              <a:t> are the </a:t>
            </a:r>
            <a:r>
              <a:rPr lang="fr-FR" sz="2800" b="1" i="0" u="none" strike="noStrike" cap="none" dirty="0" err="1">
                <a:solidFill>
                  <a:srgbClr val="C00000"/>
                </a:solidFill>
                <a:latin typeface="Arial"/>
                <a:ea typeface="Arial"/>
                <a:cs typeface="Arial"/>
                <a:sym typeface="Arial"/>
              </a:rPr>
              <a:t>differences</a:t>
            </a:r>
            <a:r>
              <a:rPr lang="fr-FR" sz="2800" b="1" i="0" u="none" strike="noStrike" cap="none" dirty="0">
                <a:solidFill>
                  <a:srgbClr val="C00000"/>
                </a:solidFill>
                <a:latin typeface="Arial"/>
                <a:ea typeface="Arial"/>
                <a:cs typeface="Arial"/>
                <a:sym typeface="Arial"/>
              </a:rPr>
              <a:t> </a:t>
            </a:r>
            <a:r>
              <a:rPr lang="fr-FR" sz="2800" b="1" i="0" u="none" strike="noStrike" cap="none" dirty="0" err="1">
                <a:solidFill>
                  <a:srgbClr val="C00000"/>
                </a:solidFill>
                <a:latin typeface="Arial"/>
                <a:ea typeface="Arial"/>
                <a:cs typeface="Arial"/>
                <a:sym typeface="Arial"/>
              </a:rPr>
              <a:t>you</a:t>
            </a:r>
            <a:r>
              <a:rPr lang="fr-FR" sz="2800" b="1" i="0" u="none" strike="noStrike" cap="none" dirty="0">
                <a:solidFill>
                  <a:srgbClr val="C00000"/>
                </a:solidFill>
                <a:latin typeface="Arial"/>
                <a:ea typeface="Arial"/>
                <a:cs typeface="Arial"/>
                <a:sym typeface="Arial"/>
              </a:rPr>
              <a:t> know?</a:t>
            </a:r>
            <a:endParaRPr sz="2800" b="1" i="0" u="none" strike="noStrike" cap="none" dirty="0">
              <a:solidFill>
                <a:srgbClr val="C00000"/>
              </a:solidFill>
              <a:latin typeface="Arial"/>
              <a:ea typeface="Arial"/>
              <a:cs typeface="Arial"/>
              <a:sym typeface="Arial"/>
            </a:endParaRPr>
          </a:p>
        </p:txBody>
      </p:sp>
      <p:sp>
        <p:nvSpPr>
          <p:cNvPr id="238" name="Google Shape;238;p1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fr-FR"/>
              <a:t>15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37"/>
                                        </p:tgtEl>
                                        <p:attrNameLst>
                                          <p:attrName>style.visibility</p:attrName>
                                        </p:attrNameLst>
                                      </p:cBhvr>
                                      <p:to>
                                        <p:strVal val="visible"/>
                                      </p:to>
                                    </p:set>
                                    <p:anim calcmode="lin" valueType="num">
                                      <p:cBhvr additive="base">
                                        <p:cTn id="7" dur="500"/>
                                        <p:tgtEl>
                                          <p:spTgt spid="237"/>
                                        </p:tgtEl>
                                        <p:attrNameLst>
                                          <p:attrName>ppt_w</p:attrName>
                                        </p:attrNameLst>
                                      </p:cBhvr>
                                      <p:tavLst>
                                        <p:tav tm="0">
                                          <p:val>
                                            <p:strVal val="0"/>
                                          </p:val>
                                        </p:tav>
                                        <p:tav tm="100000">
                                          <p:val>
                                            <p:strVal val="#ppt_w"/>
                                          </p:val>
                                        </p:tav>
                                      </p:tavLst>
                                    </p:anim>
                                    <p:anim calcmode="lin" valueType="num">
                                      <p:cBhvr additive="base">
                                        <p:cTn id="8" dur="500"/>
                                        <p:tgtEl>
                                          <p:spTgt spid="237"/>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33"/>
                                        </p:tgtEl>
                                        <p:attrNameLst>
                                          <p:attrName>style.visibility</p:attrName>
                                        </p:attrNameLst>
                                      </p:cBhvr>
                                      <p:to>
                                        <p:strVal val="visible"/>
                                      </p:to>
                                    </p:set>
                                    <p:animEffect transition="in" filter="fade">
                                      <p:cBhvr>
                                        <p:cTn id="13" dur="500"/>
                                        <p:tgtEl>
                                          <p:spTgt spid="23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32">
                                            <p:txEl>
                                              <p:pRg st="1" end="1"/>
                                            </p:txEl>
                                          </p:spTgt>
                                        </p:tgtEl>
                                        <p:attrNameLst>
                                          <p:attrName>style.visibility</p:attrName>
                                        </p:attrNameLst>
                                      </p:cBhvr>
                                      <p:to>
                                        <p:strVal val="visible"/>
                                      </p:to>
                                    </p:set>
                                    <p:animEffect transition="in" filter="fade">
                                      <p:cBhvr>
                                        <p:cTn id="18" dur="500"/>
                                        <p:tgtEl>
                                          <p:spTgt spid="23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6"/>
                                        </p:tgtEl>
                                        <p:attrNameLst>
                                          <p:attrName>style.visibility</p:attrName>
                                        </p:attrNameLst>
                                      </p:cBhvr>
                                      <p:to>
                                        <p:strVal val="visible"/>
                                      </p:to>
                                    </p:set>
                                    <p:animEffect transition="in" filter="fade">
                                      <p:cBhvr>
                                        <p:cTn id="23" dur="500"/>
                                        <p:tgtEl>
                                          <p:spTgt spid="23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34"/>
                                        </p:tgtEl>
                                        <p:attrNameLst>
                                          <p:attrName>style.visibility</p:attrName>
                                        </p:attrNameLst>
                                      </p:cBhvr>
                                      <p:to>
                                        <p:strVal val="visible"/>
                                      </p:to>
                                    </p:set>
                                    <p:animEffect transition="in" filter="fade">
                                      <p:cBhvr>
                                        <p:cTn id="28" dur="500"/>
                                        <p:tgtEl>
                                          <p:spTgt spid="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5"/>
          <p:cNvSpPr txBox="1">
            <a:spLocks noGrp="1"/>
          </p:cNvSpPr>
          <p:nvPr>
            <p:ph type="title"/>
          </p:nvPr>
        </p:nvSpPr>
        <p:spPr>
          <a:xfrm>
            <a:off x="483358" y="0"/>
            <a:ext cx="10515600" cy="106452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000"/>
              <a:buFont typeface="Arial"/>
              <a:buNone/>
            </a:pPr>
            <a:r>
              <a:rPr lang="fr-FR" sz="4000" b="1">
                <a:solidFill>
                  <a:srgbClr val="C00000"/>
                </a:solidFill>
              </a:rPr>
              <a:t>How  would you pronounce these words?</a:t>
            </a:r>
            <a:endParaRPr sz="4000" b="1">
              <a:solidFill>
                <a:srgbClr val="C00000"/>
              </a:solidFill>
            </a:endParaRPr>
          </a:p>
        </p:txBody>
      </p:sp>
      <p:sp>
        <p:nvSpPr>
          <p:cNvPr id="244" name="Google Shape;244;p15"/>
          <p:cNvSpPr txBox="1">
            <a:spLocks noGrp="1"/>
          </p:cNvSpPr>
          <p:nvPr>
            <p:ph type="body" idx="1"/>
          </p:nvPr>
        </p:nvSpPr>
        <p:spPr>
          <a:xfrm>
            <a:off x="568656" y="1514901"/>
            <a:ext cx="11263952" cy="1392072"/>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None/>
            </a:pPr>
            <a:r>
              <a:rPr lang="fr-FR"/>
              <a:t> </a:t>
            </a:r>
            <a:endParaRPr/>
          </a:p>
          <a:p>
            <a:pPr marL="228600" lvl="0" indent="-228600" algn="l" rtl="0">
              <a:lnSpc>
                <a:spcPct val="90000"/>
              </a:lnSpc>
              <a:spcBef>
                <a:spcPts val="1000"/>
              </a:spcBef>
              <a:spcAft>
                <a:spcPts val="0"/>
              </a:spcAft>
              <a:buClr>
                <a:schemeClr val="dk1"/>
              </a:buClr>
              <a:buSzPts val="2800"/>
              <a:buChar char="•"/>
            </a:pPr>
            <a:r>
              <a:rPr lang="fr-FR"/>
              <a:t>In the UK, the prevalent pronunciation is </a:t>
            </a:r>
            <a:r>
              <a:rPr lang="fr-FR" b="1"/>
              <a:t>/ˈʃɛdjuːl/ (shed-yool), </a:t>
            </a:r>
            <a:r>
              <a:rPr lang="fr-FR"/>
              <a:t>while the prevalent pronunciation in the US </a:t>
            </a:r>
            <a:r>
              <a:rPr lang="fr-FR" b="1"/>
              <a:t>is /ˈskɛdʒuːl/ (skedzh-ool)</a:t>
            </a:r>
            <a:r>
              <a:rPr lang="fr-FR"/>
              <a:t>.</a:t>
            </a:r>
            <a:endParaRPr/>
          </a:p>
          <a:p>
            <a:pPr marL="228600" lvl="0" indent="-228600" algn="l" rtl="0">
              <a:lnSpc>
                <a:spcPct val="90000"/>
              </a:lnSpc>
              <a:spcBef>
                <a:spcPts val="1000"/>
              </a:spcBef>
              <a:spcAft>
                <a:spcPts val="0"/>
              </a:spcAft>
              <a:buClr>
                <a:schemeClr val="dk1"/>
              </a:buClr>
              <a:buSzPts val="2800"/>
              <a:buNone/>
            </a:pPr>
            <a:endParaRPr b="1"/>
          </a:p>
          <a:p>
            <a:pPr marL="228600" lvl="0" indent="-2286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None/>
            </a:pPr>
            <a:r>
              <a:rPr lang="fr-FR" b="1"/>
              <a:t>ˈ</a:t>
            </a:r>
            <a:r>
              <a:rPr lang="fr-FR"/>
              <a:t> </a:t>
            </a:r>
            <a:endParaRPr/>
          </a:p>
        </p:txBody>
      </p:sp>
      <p:sp>
        <p:nvSpPr>
          <p:cNvPr id="245" name="Google Shape;245;p1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16</a:t>
            </a:fld>
            <a:endParaRPr/>
          </a:p>
        </p:txBody>
      </p:sp>
      <p:sp>
        <p:nvSpPr>
          <p:cNvPr id="246" name="Google Shape;246;p15"/>
          <p:cNvSpPr txBox="1"/>
          <p:nvPr/>
        </p:nvSpPr>
        <p:spPr>
          <a:xfrm>
            <a:off x="2680647" y="1105469"/>
            <a:ext cx="5699078" cy="858174"/>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Clr>
                <a:srgbClr val="0F243E"/>
              </a:buClr>
              <a:buSzPts val="4400"/>
              <a:buFont typeface="Arial"/>
              <a:buNone/>
            </a:pPr>
            <a:r>
              <a:rPr lang="fr-FR" sz="4400" b="1">
                <a:solidFill>
                  <a:srgbClr val="0F243E"/>
                </a:solidFill>
                <a:latin typeface="Arial"/>
                <a:ea typeface="Arial"/>
                <a:cs typeface="Arial"/>
                <a:sym typeface="Arial"/>
              </a:rPr>
              <a:t>Schedule</a:t>
            </a:r>
            <a:endParaRPr/>
          </a:p>
        </p:txBody>
      </p:sp>
      <p:sp>
        <p:nvSpPr>
          <p:cNvPr id="247" name="Google Shape;247;p15"/>
          <p:cNvSpPr txBox="1"/>
          <p:nvPr/>
        </p:nvSpPr>
        <p:spPr>
          <a:xfrm>
            <a:off x="2634018" y="3057098"/>
            <a:ext cx="8748216" cy="858174"/>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Clr>
                <a:srgbClr val="0F243E"/>
              </a:buClr>
              <a:buSzPts val="4400"/>
              <a:buFont typeface="Arial"/>
              <a:buNone/>
            </a:pPr>
            <a:r>
              <a:rPr lang="fr-FR" sz="4400" b="1">
                <a:solidFill>
                  <a:srgbClr val="0F243E"/>
                </a:solidFill>
                <a:latin typeface="Arial"/>
                <a:ea typeface="Arial"/>
                <a:cs typeface="Arial"/>
                <a:sym typeface="Arial"/>
              </a:rPr>
              <a:t>Leisure</a:t>
            </a:r>
            <a:endParaRPr/>
          </a:p>
        </p:txBody>
      </p:sp>
      <p:sp>
        <p:nvSpPr>
          <p:cNvPr id="248" name="Google Shape;248;p15"/>
          <p:cNvSpPr txBox="1"/>
          <p:nvPr/>
        </p:nvSpPr>
        <p:spPr>
          <a:xfrm>
            <a:off x="614149" y="3865731"/>
            <a:ext cx="11263952" cy="1115703"/>
          </a:xfrm>
          <a:prstGeom prst="rect">
            <a:avLst/>
          </a:prstGeom>
          <a:noFill/>
          <a:ln>
            <a:noFill/>
          </a:ln>
        </p:spPr>
        <p:txBody>
          <a:bodyPr spcFirstLastPara="1" wrap="square" lIns="91425" tIns="45700" rIns="91425" bIns="45700" anchor="t" anchorCtr="0">
            <a:noAutofit/>
          </a:bodyPr>
          <a:lstStyle/>
          <a:p>
            <a:pPr marL="0" marR="0" lvl="0" indent="-177800" algn="l" rtl="0">
              <a:spcBef>
                <a:spcPts val="0"/>
              </a:spcBef>
              <a:spcAft>
                <a:spcPts val="0"/>
              </a:spcAft>
              <a:buClr>
                <a:schemeClr val="dk1"/>
              </a:buClr>
              <a:buSzPts val="2800"/>
              <a:buFont typeface="Arial"/>
              <a:buChar char="•"/>
            </a:pPr>
            <a:r>
              <a:rPr lang="fr-FR" sz="2800">
                <a:solidFill>
                  <a:schemeClr val="dk1"/>
                </a:solidFill>
                <a:latin typeface="Arial"/>
                <a:ea typeface="Arial"/>
                <a:cs typeface="Arial"/>
                <a:sym typeface="Arial"/>
              </a:rPr>
              <a:t>In British English it’s pronounced </a:t>
            </a:r>
            <a:r>
              <a:rPr lang="fr-FR" sz="3200" b="1">
                <a:solidFill>
                  <a:schemeClr val="dk1"/>
                </a:solidFill>
                <a:latin typeface="Arial"/>
                <a:ea typeface="Arial"/>
                <a:cs typeface="Arial"/>
                <a:sym typeface="Arial"/>
              </a:rPr>
              <a:t>/ˈleʒ.ə/ </a:t>
            </a:r>
            <a:r>
              <a:rPr lang="fr-FR" sz="2800" b="1">
                <a:solidFill>
                  <a:schemeClr val="dk1"/>
                </a:solidFill>
                <a:latin typeface="Arial"/>
                <a:ea typeface="Arial"/>
                <a:cs typeface="Arial"/>
                <a:sym typeface="Arial"/>
              </a:rPr>
              <a:t>(leizh- uh), </a:t>
            </a:r>
            <a:endParaRPr/>
          </a:p>
          <a:p>
            <a:pPr marL="0" marR="0" lvl="0" indent="0" algn="l" rtl="0">
              <a:spcBef>
                <a:spcPts val="0"/>
              </a:spcBef>
              <a:spcAft>
                <a:spcPts val="0"/>
              </a:spcAft>
              <a:buNone/>
            </a:pPr>
            <a:r>
              <a:rPr lang="fr-FR" sz="2800">
                <a:solidFill>
                  <a:schemeClr val="dk1"/>
                </a:solidFill>
                <a:latin typeface="Arial"/>
                <a:ea typeface="Arial"/>
                <a:cs typeface="Arial"/>
                <a:sym typeface="Arial"/>
              </a:rPr>
              <a:t>however Americans say </a:t>
            </a:r>
            <a:r>
              <a:rPr lang="fr-FR" sz="2800" b="1">
                <a:solidFill>
                  <a:schemeClr val="dk1"/>
                </a:solidFill>
                <a:latin typeface="Arial"/>
                <a:ea typeface="Arial"/>
                <a:cs typeface="Arial"/>
                <a:sym typeface="Arial"/>
              </a:rPr>
              <a:t>/ˈliːʒɚr/ (LEE-zher)</a:t>
            </a:r>
            <a:endParaRPr/>
          </a:p>
        </p:txBody>
      </p:sp>
      <p:pic>
        <p:nvPicPr>
          <p:cNvPr id="249" name="Google Shape;249;p15" descr="C:\Users\Lenovo\OneDrive\Desktop\uk9781.gif"/>
          <p:cNvPicPr preferRelativeResize="0"/>
          <p:nvPr/>
        </p:nvPicPr>
        <p:blipFill rotWithShape="1">
          <a:blip r:embed="rId3">
            <a:alphaModFix/>
          </a:blip>
          <a:srcRect/>
          <a:stretch/>
        </p:blipFill>
        <p:spPr>
          <a:xfrm>
            <a:off x="10134055" y="5377218"/>
            <a:ext cx="2057945" cy="1125941"/>
          </a:xfrm>
          <a:prstGeom prst="rect">
            <a:avLst/>
          </a:prstGeom>
          <a:noFill/>
          <a:ln>
            <a:noFill/>
          </a:ln>
        </p:spPr>
      </p:pic>
      <p:sp>
        <p:nvSpPr>
          <p:cNvPr id="250" name="Google Shape;250;p15"/>
          <p:cNvSpPr txBox="1"/>
          <p:nvPr/>
        </p:nvSpPr>
        <p:spPr>
          <a:xfrm>
            <a:off x="387825" y="5404513"/>
            <a:ext cx="9520450" cy="1064525"/>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23F61"/>
              </a:buClr>
              <a:buSzPts val="3600"/>
              <a:buFont typeface="Arial"/>
              <a:buNone/>
            </a:pPr>
            <a:r>
              <a:rPr lang="fr-FR" sz="3600" b="1" i="0" u="none" strike="noStrike" cap="none">
                <a:solidFill>
                  <a:srgbClr val="023F61"/>
                </a:solidFill>
                <a:latin typeface="Arial"/>
                <a:ea typeface="Arial"/>
                <a:cs typeface="Arial"/>
                <a:sym typeface="Arial"/>
              </a:rPr>
              <a:t>What are other pronunciation differences you know?</a:t>
            </a:r>
            <a:endParaRPr sz="3600" b="1" i="0" u="none" strike="noStrike" cap="none">
              <a:solidFill>
                <a:srgbClr val="023F6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46"/>
                                        </p:tgtEl>
                                        <p:attrNameLst>
                                          <p:attrName>style.visibility</p:attrName>
                                        </p:attrNameLst>
                                      </p:cBhvr>
                                      <p:to>
                                        <p:strVal val="visible"/>
                                      </p:to>
                                    </p:set>
                                    <p:anim calcmode="lin" valueType="num">
                                      <p:cBhvr additive="base">
                                        <p:cTn id="7" dur="500"/>
                                        <p:tgtEl>
                                          <p:spTgt spid="246"/>
                                        </p:tgtEl>
                                        <p:attrNameLst>
                                          <p:attrName>ppt_w</p:attrName>
                                        </p:attrNameLst>
                                      </p:cBhvr>
                                      <p:tavLst>
                                        <p:tav tm="0">
                                          <p:val>
                                            <p:strVal val="0"/>
                                          </p:val>
                                        </p:tav>
                                        <p:tav tm="100000">
                                          <p:val>
                                            <p:strVal val="#ppt_w"/>
                                          </p:val>
                                        </p:tav>
                                      </p:tavLst>
                                    </p:anim>
                                    <p:anim calcmode="lin" valueType="num">
                                      <p:cBhvr additive="base">
                                        <p:cTn id="8" dur="500"/>
                                        <p:tgtEl>
                                          <p:spTgt spid="24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44">
                                            <p:txEl>
                                              <p:pRg st="0" end="0"/>
                                            </p:txEl>
                                          </p:spTgt>
                                        </p:tgtEl>
                                        <p:attrNameLst>
                                          <p:attrName>style.visibility</p:attrName>
                                        </p:attrNameLst>
                                      </p:cBhvr>
                                      <p:to>
                                        <p:strVal val="visible"/>
                                      </p:to>
                                    </p:set>
                                    <p:animEffect transition="in" filter="fade">
                                      <p:cBhvr>
                                        <p:cTn id="13" dur="500"/>
                                        <p:tgtEl>
                                          <p:spTgt spid="24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44">
                                            <p:txEl>
                                              <p:pRg st="1" end="1"/>
                                            </p:txEl>
                                          </p:spTgt>
                                        </p:tgtEl>
                                        <p:attrNameLst>
                                          <p:attrName>style.visibility</p:attrName>
                                        </p:attrNameLst>
                                      </p:cBhvr>
                                      <p:to>
                                        <p:strVal val="visible"/>
                                      </p:to>
                                    </p:set>
                                    <p:animEffect transition="in" filter="fade">
                                      <p:cBhvr>
                                        <p:cTn id="18" dur="500"/>
                                        <p:tgtEl>
                                          <p:spTgt spid="244">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4">
                                            <p:txEl>
                                              <p:pRg st="2" end="2"/>
                                            </p:txEl>
                                          </p:spTgt>
                                        </p:tgtEl>
                                        <p:attrNameLst>
                                          <p:attrName>style.visibility</p:attrName>
                                        </p:attrNameLst>
                                      </p:cBhvr>
                                      <p:to>
                                        <p:strVal val="visible"/>
                                      </p:to>
                                    </p:set>
                                    <p:animEffect transition="in" filter="fade">
                                      <p:cBhvr>
                                        <p:cTn id="23" dur="500"/>
                                        <p:tgtEl>
                                          <p:spTgt spid="24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44">
                                            <p:txEl>
                                              <p:pRg st="3" end="3"/>
                                            </p:txEl>
                                          </p:spTgt>
                                        </p:tgtEl>
                                        <p:attrNameLst>
                                          <p:attrName>style.visibility</p:attrName>
                                        </p:attrNameLst>
                                      </p:cBhvr>
                                      <p:to>
                                        <p:strVal val="visible"/>
                                      </p:to>
                                    </p:set>
                                    <p:animEffect transition="in" filter="fade">
                                      <p:cBhvr>
                                        <p:cTn id="28" dur="500"/>
                                        <p:tgtEl>
                                          <p:spTgt spid="244">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44">
                                            <p:txEl>
                                              <p:pRg st="4" end="4"/>
                                            </p:txEl>
                                          </p:spTgt>
                                        </p:tgtEl>
                                        <p:attrNameLst>
                                          <p:attrName>style.visibility</p:attrName>
                                        </p:attrNameLst>
                                      </p:cBhvr>
                                      <p:to>
                                        <p:strVal val="visible"/>
                                      </p:to>
                                    </p:set>
                                    <p:animEffect transition="in" filter="fade">
                                      <p:cBhvr>
                                        <p:cTn id="33" dur="500"/>
                                        <p:tgtEl>
                                          <p:spTgt spid="244">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44">
                                            <p:txEl>
                                              <p:pRg st="5" end="5"/>
                                            </p:txEl>
                                          </p:spTgt>
                                        </p:tgtEl>
                                        <p:attrNameLst>
                                          <p:attrName>style.visibility</p:attrName>
                                        </p:attrNameLst>
                                      </p:cBhvr>
                                      <p:to>
                                        <p:strVal val="visible"/>
                                      </p:to>
                                    </p:set>
                                    <p:animEffect transition="in" filter="fade">
                                      <p:cBhvr>
                                        <p:cTn id="38" dur="500"/>
                                        <p:tgtEl>
                                          <p:spTgt spid="244">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247"/>
                                        </p:tgtEl>
                                        <p:attrNameLst>
                                          <p:attrName>style.visibility</p:attrName>
                                        </p:attrNameLst>
                                      </p:cBhvr>
                                      <p:to>
                                        <p:strVal val="visible"/>
                                      </p:to>
                                    </p:set>
                                    <p:anim calcmode="lin" valueType="num">
                                      <p:cBhvr additive="base">
                                        <p:cTn id="43" dur="500"/>
                                        <p:tgtEl>
                                          <p:spTgt spid="247"/>
                                        </p:tgtEl>
                                        <p:attrNameLst>
                                          <p:attrName>ppt_w</p:attrName>
                                        </p:attrNameLst>
                                      </p:cBhvr>
                                      <p:tavLst>
                                        <p:tav tm="0">
                                          <p:val>
                                            <p:strVal val="0"/>
                                          </p:val>
                                        </p:tav>
                                        <p:tav tm="100000">
                                          <p:val>
                                            <p:strVal val="#ppt_w"/>
                                          </p:val>
                                        </p:tav>
                                      </p:tavLst>
                                    </p:anim>
                                    <p:anim calcmode="lin" valueType="num">
                                      <p:cBhvr additive="base">
                                        <p:cTn id="44" dur="500"/>
                                        <p:tgtEl>
                                          <p:spTgt spid="247"/>
                                        </p:tgtEl>
                                        <p:attrNameLst>
                                          <p:attrName>ppt_h</p:attrName>
                                        </p:attrNameLst>
                                      </p:cBhvr>
                                      <p:tavLst>
                                        <p:tav tm="0">
                                          <p:val>
                                            <p:str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48"/>
                                        </p:tgtEl>
                                        <p:attrNameLst>
                                          <p:attrName>style.visibility</p:attrName>
                                        </p:attrNameLst>
                                      </p:cBhvr>
                                      <p:to>
                                        <p:strVal val="visible"/>
                                      </p:to>
                                    </p:set>
                                    <p:animEffect transition="in" filter="fade">
                                      <p:cBhvr>
                                        <p:cTn id="49" dur="500"/>
                                        <p:tgtEl>
                                          <p:spTgt spid="24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50"/>
                                        </p:tgtEl>
                                        <p:attrNameLst>
                                          <p:attrName>style.visibility</p:attrName>
                                        </p:attrNameLst>
                                      </p:cBhvr>
                                      <p:to>
                                        <p:strVal val="visible"/>
                                      </p:to>
                                    </p:set>
                                    <p:animEffect transition="in" filter="fade">
                                      <p:cBhvr>
                                        <p:cTn id="54" dur="2000"/>
                                        <p:tgtEl>
                                          <p:spTgt spid="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254"/>
        <p:cNvGrpSpPr/>
        <p:nvPr/>
      </p:nvGrpSpPr>
      <p:grpSpPr>
        <a:xfrm>
          <a:off x="0" y="0"/>
          <a:ext cx="0" cy="0"/>
          <a:chOff x="0" y="0"/>
          <a:chExt cx="0" cy="0"/>
        </a:xfrm>
      </p:grpSpPr>
      <p:sp>
        <p:nvSpPr>
          <p:cNvPr id="255" name="Google Shape;255;p16"/>
          <p:cNvSpPr txBox="1">
            <a:spLocks noGrp="1"/>
          </p:cNvSpPr>
          <p:nvPr>
            <p:ph type="title"/>
          </p:nvPr>
        </p:nvSpPr>
        <p:spPr>
          <a:xfrm>
            <a:off x="0" y="168812"/>
            <a:ext cx="7560858" cy="54927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23F61"/>
              </a:buClr>
              <a:buSzPts val="3600"/>
              <a:buFont typeface="Arial"/>
              <a:buNone/>
            </a:pPr>
            <a:r>
              <a:rPr lang="fr-FR" sz="3600" b="1">
                <a:solidFill>
                  <a:srgbClr val="023F61"/>
                </a:solidFill>
              </a:rPr>
              <a:t>Differences in Pronunciation</a:t>
            </a:r>
            <a:endParaRPr sz="3600" b="1">
              <a:solidFill>
                <a:srgbClr val="023F61"/>
              </a:solidFill>
            </a:endParaRPr>
          </a:p>
        </p:txBody>
      </p:sp>
      <p:sp>
        <p:nvSpPr>
          <p:cNvPr id="256" name="Google Shape;256;p16"/>
          <p:cNvSpPr txBox="1">
            <a:spLocks noGrp="1"/>
          </p:cNvSpPr>
          <p:nvPr>
            <p:ph type="body" idx="1"/>
          </p:nvPr>
        </p:nvSpPr>
        <p:spPr>
          <a:xfrm>
            <a:off x="1" y="945109"/>
            <a:ext cx="7216726" cy="1511489"/>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None/>
            </a:pPr>
            <a:r>
              <a:rPr lang="fr-FR" dirty="0"/>
              <a:t>British English and American English </a:t>
            </a:r>
            <a:r>
              <a:rPr lang="fr-FR" dirty="0" err="1"/>
              <a:t>differ</a:t>
            </a:r>
            <a:r>
              <a:rPr lang="fr-FR" dirty="0"/>
              <a:t> </a:t>
            </a:r>
            <a:r>
              <a:rPr lang="fr-FR" dirty="0" err="1"/>
              <a:t>even</a:t>
            </a:r>
            <a:r>
              <a:rPr lang="fr-FR" dirty="0"/>
              <a:t> more </a:t>
            </a:r>
            <a:r>
              <a:rPr lang="fr-FR" dirty="0" err="1"/>
              <a:t>regarding</a:t>
            </a:r>
            <a:r>
              <a:rPr lang="fr-FR" dirty="0"/>
              <a:t> </a:t>
            </a:r>
            <a:r>
              <a:rPr lang="fr-FR" dirty="0" err="1"/>
              <a:t>their</a:t>
            </a:r>
            <a:r>
              <a:rPr lang="fr-FR" dirty="0"/>
              <a:t> </a:t>
            </a:r>
            <a:r>
              <a:rPr lang="fr-FR" dirty="0" err="1"/>
              <a:t>pronunciation</a:t>
            </a:r>
            <a:r>
              <a:rPr lang="fr-FR" dirty="0"/>
              <a:t>.</a:t>
            </a:r>
            <a:endParaRPr dirty="0"/>
          </a:p>
          <a:p>
            <a:pPr marL="228600" lvl="0" indent="-228600" algn="just" rtl="0">
              <a:lnSpc>
                <a:spcPct val="90000"/>
              </a:lnSpc>
              <a:spcBef>
                <a:spcPts val="1000"/>
              </a:spcBef>
              <a:spcAft>
                <a:spcPts val="0"/>
              </a:spcAft>
              <a:buClr>
                <a:schemeClr val="dk1"/>
              </a:buClr>
              <a:buSzPts val="2800"/>
              <a:buNone/>
            </a:pPr>
            <a:endParaRPr dirty="0"/>
          </a:p>
        </p:txBody>
      </p:sp>
      <p:pic>
        <p:nvPicPr>
          <p:cNvPr id="257" name="Google Shape;257;p16" descr="C:\Users\Lenovo\OneDrive\Desktop\Pronunciation-differences-UK-vs-US.png"/>
          <p:cNvPicPr preferRelativeResize="0"/>
          <p:nvPr/>
        </p:nvPicPr>
        <p:blipFill rotWithShape="1">
          <a:blip r:embed="rId3">
            <a:alphaModFix/>
          </a:blip>
          <a:srcRect/>
          <a:stretch/>
        </p:blipFill>
        <p:spPr>
          <a:xfrm>
            <a:off x="0" y="2560319"/>
            <a:ext cx="7427742" cy="4297681"/>
          </a:xfrm>
          <a:prstGeom prst="rect">
            <a:avLst/>
          </a:prstGeom>
          <a:noFill/>
          <a:ln>
            <a:noFill/>
          </a:ln>
        </p:spPr>
      </p:pic>
      <p:sp>
        <p:nvSpPr>
          <p:cNvPr id="258" name="Google Shape;258;p16"/>
          <p:cNvSpPr txBox="1"/>
          <p:nvPr/>
        </p:nvSpPr>
        <p:spPr>
          <a:xfrm>
            <a:off x="7666892" y="3305908"/>
            <a:ext cx="4336631" cy="3052689"/>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fr-FR" sz="2800">
                <a:solidFill>
                  <a:schemeClr val="dk1"/>
                </a:solidFill>
                <a:latin typeface="Arial"/>
                <a:ea typeface="Arial"/>
                <a:cs typeface="Arial"/>
                <a:sym typeface="Arial"/>
              </a:rPr>
              <a:t>For the vowel </a:t>
            </a:r>
            <a:r>
              <a:rPr lang="fr-FR" sz="2800">
                <a:solidFill>
                  <a:srgbClr val="FF0000"/>
                </a:solidFill>
                <a:latin typeface="Arial"/>
                <a:ea typeface="Arial"/>
                <a:cs typeface="Arial"/>
                <a:sym typeface="Arial"/>
              </a:rPr>
              <a:t>“O”,</a:t>
            </a:r>
            <a:r>
              <a:rPr lang="fr-FR" sz="2800">
                <a:solidFill>
                  <a:schemeClr val="dk1"/>
                </a:solidFill>
                <a:latin typeface="Arial"/>
                <a:ea typeface="Arial"/>
                <a:cs typeface="Arial"/>
                <a:sym typeface="Arial"/>
              </a:rPr>
              <a:t> in Britain they back rounded open sound /ɒ/ for words like SHOP /ʃɒp/, LOST /lɒst/ and HOT /hɒt/.</a:t>
            </a:r>
            <a:r>
              <a:rPr lang="fr-FR" sz="2800" b="1">
                <a:solidFill>
                  <a:schemeClr val="dk1"/>
                </a:solidFill>
                <a:latin typeface="Arial"/>
                <a:ea typeface="Arial"/>
                <a:cs typeface="Arial"/>
                <a:sym typeface="Arial"/>
              </a:rPr>
              <a:t> </a:t>
            </a:r>
            <a:r>
              <a:rPr lang="fr-FR" sz="2800">
                <a:solidFill>
                  <a:schemeClr val="dk1"/>
                </a:solidFill>
                <a:latin typeface="Arial"/>
                <a:ea typeface="Arial"/>
                <a:cs typeface="Arial"/>
                <a:sym typeface="Arial"/>
              </a:rPr>
              <a:t>In American they don’t round the lips, so it’s: /ʃɑp/, /lɑst/ &amp; /hɑt/.</a:t>
            </a:r>
            <a:r>
              <a:rPr lang="fr-FR" sz="2800" b="1">
                <a:solidFill>
                  <a:schemeClr val="dk1"/>
                </a:solidFill>
                <a:latin typeface="Arial"/>
                <a:ea typeface="Arial"/>
                <a:cs typeface="Arial"/>
                <a:sym typeface="Arial"/>
              </a:rPr>
              <a:t> </a:t>
            </a:r>
            <a:endParaRPr sz="2800">
              <a:solidFill>
                <a:schemeClr val="dk1"/>
              </a:solidFill>
              <a:latin typeface="Arial"/>
              <a:ea typeface="Arial"/>
              <a:cs typeface="Arial"/>
              <a:sym typeface="Arial"/>
            </a:endParaRPr>
          </a:p>
        </p:txBody>
      </p:sp>
      <p:sp>
        <p:nvSpPr>
          <p:cNvPr id="259" name="Google Shape;259;p16"/>
          <p:cNvSpPr txBox="1">
            <a:spLocks noGrp="1"/>
          </p:cNvSpPr>
          <p:nvPr>
            <p:ph type="sldNum" idx="12"/>
          </p:nvPr>
        </p:nvSpPr>
        <p:spPr>
          <a:xfrm>
            <a:off x="9347200" y="6492875"/>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17</a:t>
            </a:fld>
            <a:endParaRPr/>
          </a:p>
        </p:txBody>
      </p:sp>
      <p:sp>
        <p:nvSpPr>
          <p:cNvPr id="260" name="Google Shape;260;p16"/>
          <p:cNvSpPr txBox="1"/>
          <p:nvPr/>
        </p:nvSpPr>
        <p:spPr>
          <a:xfrm>
            <a:off x="7666893" y="553890"/>
            <a:ext cx="4314094" cy="253848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fr-FR" sz="2800" dirty="0" err="1">
                <a:solidFill>
                  <a:schemeClr val="dk1"/>
                </a:solidFill>
                <a:latin typeface="Arial"/>
                <a:ea typeface="Arial"/>
                <a:cs typeface="Arial"/>
                <a:sym typeface="Arial"/>
              </a:rPr>
              <a:t>While</a:t>
            </a:r>
            <a:r>
              <a:rPr lang="fr-FR" sz="2800" dirty="0">
                <a:solidFill>
                  <a:schemeClr val="dk1"/>
                </a:solidFill>
                <a:latin typeface="Arial"/>
                <a:ea typeface="Arial"/>
                <a:cs typeface="Arial"/>
                <a:sym typeface="Arial"/>
              </a:rPr>
              <a:t> the </a:t>
            </a:r>
            <a:r>
              <a:rPr lang="fr-FR" sz="2800" i="1" dirty="0">
                <a:solidFill>
                  <a:srgbClr val="FF0000"/>
                </a:solidFill>
                <a:latin typeface="Arial"/>
                <a:ea typeface="Arial"/>
                <a:cs typeface="Arial"/>
                <a:sym typeface="Arial"/>
              </a:rPr>
              <a:t>r</a:t>
            </a:r>
            <a:r>
              <a:rPr lang="fr-FR" sz="2800" dirty="0">
                <a:solidFill>
                  <a:schemeClr val="dk1"/>
                </a:solidFill>
                <a:latin typeface="Arial"/>
                <a:ea typeface="Arial"/>
                <a:cs typeface="Arial"/>
                <a:sym typeface="Arial"/>
              </a:rPr>
              <a:t> </a:t>
            </a:r>
            <a:r>
              <a:rPr lang="fr-FR" sz="2800" dirty="0" err="1">
                <a:solidFill>
                  <a:schemeClr val="dk1"/>
                </a:solidFill>
                <a:latin typeface="Arial"/>
                <a:ea typeface="Arial"/>
                <a:cs typeface="Arial"/>
                <a:sym typeface="Arial"/>
              </a:rPr>
              <a:t>sound</a:t>
            </a:r>
            <a:r>
              <a:rPr lang="fr-FR" sz="2800" dirty="0">
                <a:solidFill>
                  <a:schemeClr val="dk1"/>
                </a:solidFill>
                <a:latin typeface="Arial"/>
                <a:ea typeface="Arial"/>
                <a:cs typeface="Arial"/>
                <a:sym typeface="Arial"/>
              </a:rPr>
              <a:t> </a:t>
            </a:r>
            <a:r>
              <a:rPr lang="fr-FR" sz="2800" dirty="0" err="1">
                <a:solidFill>
                  <a:schemeClr val="dk1"/>
                </a:solidFill>
                <a:latin typeface="Arial"/>
                <a:ea typeface="Arial"/>
                <a:cs typeface="Arial"/>
                <a:sym typeface="Arial"/>
              </a:rPr>
              <a:t>is</a:t>
            </a:r>
            <a:r>
              <a:rPr lang="fr-FR" sz="2800" dirty="0">
                <a:solidFill>
                  <a:schemeClr val="dk1"/>
                </a:solidFill>
                <a:latin typeface="Arial"/>
                <a:ea typeface="Arial"/>
                <a:cs typeface="Arial"/>
                <a:sym typeface="Arial"/>
              </a:rPr>
              <a:t> </a:t>
            </a:r>
            <a:r>
              <a:rPr lang="fr-FR" sz="2800" dirty="0" err="1">
                <a:solidFill>
                  <a:schemeClr val="dk1"/>
                </a:solidFill>
                <a:latin typeface="Arial"/>
                <a:ea typeface="Arial"/>
                <a:cs typeface="Arial"/>
                <a:sym typeface="Arial"/>
              </a:rPr>
              <a:t>pronounced</a:t>
            </a:r>
            <a:r>
              <a:rPr lang="fr-FR" sz="2800" dirty="0">
                <a:solidFill>
                  <a:schemeClr val="dk1"/>
                </a:solidFill>
                <a:latin typeface="Arial"/>
                <a:ea typeface="Arial"/>
                <a:cs typeface="Arial"/>
                <a:sym typeface="Arial"/>
              </a:rPr>
              <a:t> in </a:t>
            </a:r>
            <a:r>
              <a:rPr lang="fr-FR" sz="2800" dirty="0" err="1">
                <a:solidFill>
                  <a:schemeClr val="dk1"/>
                </a:solidFill>
                <a:latin typeface="Arial"/>
                <a:ea typeface="Arial"/>
                <a:cs typeface="Arial"/>
                <a:sym typeface="Arial"/>
              </a:rPr>
              <a:t>AmE</a:t>
            </a:r>
            <a:r>
              <a:rPr lang="fr-FR" sz="2800" dirty="0">
                <a:solidFill>
                  <a:schemeClr val="dk1"/>
                </a:solidFill>
                <a:latin typeface="Arial"/>
                <a:ea typeface="Arial"/>
                <a:cs typeface="Arial"/>
                <a:sym typeface="Arial"/>
              </a:rPr>
              <a:t>, </a:t>
            </a:r>
            <a:r>
              <a:rPr lang="fr-FR" sz="2800" dirty="0" err="1">
                <a:solidFill>
                  <a:schemeClr val="dk1"/>
                </a:solidFill>
                <a:latin typeface="Arial"/>
                <a:ea typeface="Arial"/>
                <a:cs typeface="Arial"/>
                <a:sym typeface="Arial"/>
              </a:rPr>
              <a:t>it</a:t>
            </a:r>
            <a:r>
              <a:rPr lang="fr-FR" sz="2800" dirty="0">
                <a:solidFill>
                  <a:schemeClr val="dk1"/>
                </a:solidFill>
                <a:latin typeface="Arial"/>
                <a:ea typeface="Arial"/>
                <a:cs typeface="Arial"/>
                <a:sym typeface="Arial"/>
              </a:rPr>
              <a:t> </a:t>
            </a:r>
            <a:r>
              <a:rPr lang="fr-FR" sz="2800" dirty="0" err="1">
                <a:solidFill>
                  <a:schemeClr val="dk1"/>
                </a:solidFill>
                <a:latin typeface="Arial"/>
                <a:ea typeface="Arial"/>
                <a:cs typeface="Arial"/>
                <a:sym typeface="Arial"/>
              </a:rPr>
              <a:t>remains</a:t>
            </a:r>
            <a:r>
              <a:rPr lang="fr-FR" sz="2800" dirty="0">
                <a:solidFill>
                  <a:schemeClr val="dk1"/>
                </a:solidFill>
                <a:latin typeface="Arial"/>
                <a:ea typeface="Arial"/>
                <a:cs typeface="Arial"/>
                <a:sym typeface="Arial"/>
              </a:rPr>
              <a:t> silent in </a:t>
            </a:r>
            <a:r>
              <a:rPr lang="fr-FR" sz="2800" dirty="0" err="1">
                <a:solidFill>
                  <a:schemeClr val="dk1"/>
                </a:solidFill>
                <a:latin typeface="Arial"/>
                <a:ea typeface="Arial"/>
                <a:cs typeface="Arial"/>
                <a:sym typeface="Arial"/>
              </a:rPr>
              <a:t>BrE</a:t>
            </a:r>
            <a:r>
              <a:rPr lang="fr-FR" sz="2800" dirty="0">
                <a:solidFill>
                  <a:schemeClr val="dk1"/>
                </a:solidFill>
                <a:latin typeface="Arial"/>
                <a:ea typeface="Arial"/>
                <a:cs typeface="Arial"/>
                <a:sym typeface="Arial"/>
              </a:rPr>
              <a:t> </a:t>
            </a:r>
            <a:r>
              <a:rPr lang="fr-FR" sz="2800" dirty="0" err="1">
                <a:solidFill>
                  <a:schemeClr val="dk1"/>
                </a:solidFill>
                <a:latin typeface="Arial"/>
                <a:ea typeface="Arial"/>
                <a:cs typeface="Arial"/>
                <a:sym typeface="Arial"/>
              </a:rPr>
              <a:t>unless</a:t>
            </a:r>
            <a:r>
              <a:rPr lang="fr-FR" sz="2800" dirty="0">
                <a:solidFill>
                  <a:schemeClr val="dk1"/>
                </a:solidFill>
                <a:latin typeface="Arial"/>
                <a:ea typeface="Arial"/>
                <a:cs typeface="Arial"/>
                <a:sym typeface="Arial"/>
              </a:rPr>
              <a:t> </a:t>
            </a:r>
            <a:r>
              <a:rPr lang="fr-FR" sz="2800" dirty="0" err="1">
                <a:solidFill>
                  <a:schemeClr val="dk1"/>
                </a:solidFill>
                <a:latin typeface="Arial"/>
                <a:ea typeface="Arial"/>
                <a:cs typeface="Arial"/>
                <a:sym typeface="Arial"/>
              </a:rPr>
              <a:t>it</a:t>
            </a:r>
            <a:r>
              <a:rPr lang="fr-FR" sz="2800" dirty="0">
                <a:solidFill>
                  <a:schemeClr val="dk1"/>
                </a:solidFill>
                <a:latin typeface="Arial"/>
                <a:ea typeface="Arial"/>
                <a:cs typeface="Arial"/>
                <a:sym typeface="Arial"/>
              </a:rPr>
              <a:t> </a:t>
            </a:r>
            <a:r>
              <a:rPr lang="fr-FR" sz="2800" dirty="0" err="1">
                <a:solidFill>
                  <a:schemeClr val="dk1"/>
                </a:solidFill>
                <a:latin typeface="Arial"/>
                <a:ea typeface="Arial"/>
                <a:cs typeface="Arial"/>
                <a:sym typeface="Arial"/>
              </a:rPr>
              <a:t>occupies</a:t>
            </a:r>
            <a:r>
              <a:rPr lang="fr-FR" sz="2800" dirty="0">
                <a:solidFill>
                  <a:schemeClr val="dk1"/>
                </a:solidFill>
                <a:latin typeface="Arial"/>
                <a:ea typeface="Arial"/>
                <a:cs typeface="Arial"/>
                <a:sym typeface="Arial"/>
              </a:rPr>
              <a:t> an initial </a:t>
            </a:r>
            <a:r>
              <a:rPr lang="fr-FR" sz="2800" dirty="0" err="1">
                <a:solidFill>
                  <a:schemeClr val="dk1"/>
                </a:solidFill>
                <a:latin typeface="Arial"/>
                <a:ea typeface="Arial"/>
                <a:cs typeface="Arial"/>
                <a:sym typeface="Arial"/>
              </a:rPr>
              <a:t>syllable</a:t>
            </a:r>
            <a:r>
              <a:rPr lang="fr-FR" sz="2800" dirty="0">
                <a:solidFill>
                  <a:schemeClr val="dk1"/>
                </a:solidFill>
                <a:latin typeface="Arial"/>
                <a:ea typeface="Arial"/>
                <a:cs typeface="Arial"/>
                <a:sym typeface="Arial"/>
              </a:rPr>
              <a:t> position.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6">
                                            <p:txEl>
                                              <p:pRg st="0" end="0"/>
                                            </p:txEl>
                                          </p:spTgt>
                                        </p:tgtEl>
                                        <p:attrNameLst>
                                          <p:attrName>style.visibility</p:attrName>
                                        </p:attrNameLst>
                                      </p:cBhvr>
                                      <p:to>
                                        <p:strVal val="visible"/>
                                      </p:to>
                                    </p:set>
                                    <p:anim calcmode="lin" valueType="num">
                                      <p:cBhvr additive="base">
                                        <p:cTn id="7" dur="500"/>
                                        <p:tgtEl>
                                          <p:spTgt spid="25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7"/>
                                        </p:tgtEl>
                                        <p:attrNameLst>
                                          <p:attrName>style.visibility</p:attrName>
                                        </p:attrNameLst>
                                      </p:cBhvr>
                                      <p:to>
                                        <p:strVal val="visible"/>
                                      </p:to>
                                    </p:set>
                                    <p:animEffect transition="in" filter="fade">
                                      <p:cBhvr>
                                        <p:cTn id="12" dur="500"/>
                                        <p:tgtEl>
                                          <p:spTgt spid="25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0"/>
                                        </p:tgtEl>
                                        <p:attrNameLst>
                                          <p:attrName>style.visibility</p:attrName>
                                        </p:attrNameLst>
                                      </p:cBhvr>
                                      <p:to>
                                        <p:strVal val="visible"/>
                                      </p:to>
                                    </p:set>
                                    <p:animEffect transition="in" filter="fade">
                                      <p:cBhvr>
                                        <p:cTn id="17" dur="500"/>
                                        <p:tgtEl>
                                          <p:spTgt spid="26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8"/>
                                        </p:tgtEl>
                                        <p:attrNameLst>
                                          <p:attrName>style.visibility</p:attrName>
                                        </p:attrNameLst>
                                      </p:cBhvr>
                                      <p:to>
                                        <p:strVal val="visible"/>
                                      </p:to>
                                    </p:set>
                                    <p:animEffect transition="in" filter="fade">
                                      <p:cBhvr>
                                        <p:cTn id="22" dur="500"/>
                                        <p:tgtEl>
                                          <p:spTgt spid="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264"/>
        <p:cNvGrpSpPr/>
        <p:nvPr/>
      </p:nvGrpSpPr>
      <p:grpSpPr>
        <a:xfrm>
          <a:off x="0" y="0"/>
          <a:ext cx="0" cy="0"/>
          <a:chOff x="0" y="0"/>
          <a:chExt cx="0" cy="0"/>
        </a:xfrm>
      </p:grpSpPr>
      <p:sp>
        <p:nvSpPr>
          <p:cNvPr id="265" name="Google Shape;265;p17"/>
          <p:cNvSpPr txBox="1">
            <a:spLocks noGrp="1"/>
          </p:cNvSpPr>
          <p:nvPr>
            <p:ph type="title"/>
          </p:nvPr>
        </p:nvSpPr>
        <p:spPr>
          <a:xfrm>
            <a:off x="2156346" y="218365"/>
            <a:ext cx="7287903" cy="54927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23F61"/>
              </a:buClr>
              <a:buSzPts val="3600"/>
              <a:buFont typeface="Arial"/>
              <a:buNone/>
            </a:pPr>
            <a:r>
              <a:rPr lang="fr-FR" sz="3600" b="1">
                <a:solidFill>
                  <a:srgbClr val="023F61"/>
                </a:solidFill>
              </a:rPr>
              <a:t>Differences in Pronunciation</a:t>
            </a:r>
            <a:endParaRPr sz="3600" b="1">
              <a:solidFill>
                <a:srgbClr val="023F61"/>
              </a:solidFill>
            </a:endParaRPr>
          </a:p>
        </p:txBody>
      </p:sp>
      <p:sp>
        <p:nvSpPr>
          <p:cNvPr id="266" name="Google Shape;266;p1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18</a:t>
            </a:fld>
            <a:endParaRPr/>
          </a:p>
        </p:txBody>
      </p:sp>
      <p:sp>
        <p:nvSpPr>
          <p:cNvPr id="267" name="Google Shape;267;p17"/>
          <p:cNvSpPr txBox="1">
            <a:spLocks noGrp="1"/>
          </p:cNvSpPr>
          <p:nvPr>
            <p:ph type="body" idx="1"/>
          </p:nvPr>
        </p:nvSpPr>
        <p:spPr>
          <a:xfrm>
            <a:off x="245658" y="1482738"/>
            <a:ext cx="6387153" cy="4525963"/>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23F61"/>
              </a:buClr>
              <a:buSzPts val="2800"/>
              <a:buNone/>
            </a:pPr>
            <a:r>
              <a:rPr lang="fr-FR" b="1" dirty="0">
                <a:solidFill>
                  <a:srgbClr val="023F61"/>
                </a:solidFill>
              </a:rPr>
              <a:t>T's versus D's</a:t>
            </a:r>
            <a:endParaRPr dirty="0"/>
          </a:p>
          <a:p>
            <a:pPr marL="228600" lvl="0" indent="-228600" algn="l" rtl="0">
              <a:lnSpc>
                <a:spcPct val="90000"/>
              </a:lnSpc>
              <a:spcBef>
                <a:spcPts val="1000"/>
              </a:spcBef>
              <a:spcAft>
                <a:spcPts val="0"/>
              </a:spcAft>
              <a:buClr>
                <a:schemeClr val="dk1"/>
              </a:buClr>
              <a:buSzPts val="2400"/>
              <a:buNone/>
            </a:pPr>
            <a:r>
              <a:rPr lang="fr-FR" sz="2400" dirty="0" err="1"/>
              <a:t>Britons</a:t>
            </a:r>
            <a:r>
              <a:rPr lang="fr-FR" sz="2400" dirty="0"/>
              <a:t> </a:t>
            </a:r>
            <a:r>
              <a:rPr lang="fr-FR" sz="2400" dirty="0" err="1"/>
              <a:t>pronounce</a:t>
            </a:r>
            <a:r>
              <a:rPr lang="fr-FR" sz="2400" dirty="0"/>
              <a:t> </a:t>
            </a:r>
            <a:r>
              <a:rPr lang="fr-FR" sz="2400" dirty="0" err="1"/>
              <a:t>their</a:t>
            </a:r>
            <a:r>
              <a:rPr lang="fr-FR" sz="2400" dirty="0"/>
              <a:t> t </a:t>
            </a:r>
            <a:r>
              <a:rPr lang="fr-FR" sz="2400" dirty="0" err="1"/>
              <a:t>sounds</a:t>
            </a:r>
            <a:r>
              <a:rPr lang="fr-FR" sz="2400" dirty="0"/>
              <a:t> </a:t>
            </a:r>
            <a:r>
              <a:rPr lang="fr-FR" sz="2400" dirty="0" err="1"/>
              <a:t>with</a:t>
            </a:r>
            <a:r>
              <a:rPr lang="fr-FR" sz="2400" dirty="0"/>
              <a:t> </a:t>
            </a:r>
            <a:r>
              <a:rPr lang="fr-FR" sz="2400" dirty="0" err="1"/>
              <a:t>precision</a:t>
            </a:r>
            <a:r>
              <a:rPr lang="fr-FR" sz="2400" dirty="0"/>
              <a:t>. </a:t>
            </a:r>
            <a:r>
              <a:rPr lang="fr-FR" sz="2400" dirty="0" err="1">
                <a:solidFill>
                  <a:schemeClr val="accent5"/>
                </a:solidFill>
              </a:rPr>
              <a:t>Americans</a:t>
            </a:r>
            <a:r>
              <a:rPr lang="fr-FR" sz="2400" dirty="0">
                <a:solidFill>
                  <a:schemeClr val="accent5"/>
                </a:solidFill>
              </a:rPr>
              <a:t> tend to </a:t>
            </a:r>
            <a:r>
              <a:rPr lang="fr-FR" sz="2400" dirty="0" err="1">
                <a:solidFill>
                  <a:schemeClr val="accent5"/>
                </a:solidFill>
              </a:rPr>
              <a:t>either</a:t>
            </a:r>
            <a:r>
              <a:rPr lang="fr-FR" sz="2400" dirty="0">
                <a:solidFill>
                  <a:schemeClr val="accent5"/>
                </a:solidFill>
              </a:rPr>
              <a:t> drop </a:t>
            </a:r>
            <a:r>
              <a:rPr lang="fr-FR" sz="2400" dirty="0" err="1">
                <a:solidFill>
                  <a:schemeClr val="accent5"/>
                </a:solidFill>
              </a:rPr>
              <a:t>their</a:t>
            </a:r>
            <a:r>
              <a:rPr lang="fr-FR" sz="2400" dirty="0">
                <a:solidFill>
                  <a:schemeClr val="accent5"/>
                </a:solidFill>
              </a:rPr>
              <a:t> t </a:t>
            </a:r>
            <a:r>
              <a:rPr lang="fr-FR" sz="2400" dirty="0" err="1">
                <a:solidFill>
                  <a:schemeClr val="accent5"/>
                </a:solidFill>
              </a:rPr>
              <a:t>completely</a:t>
            </a:r>
            <a:r>
              <a:rPr lang="fr-FR" sz="2400" dirty="0">
                <a:solidFill>
                  <a:schemeClr val="accent5"/>
                </a:solidFill>
              </a:rPr>
              <a:t>, or replace </a:t>
            </a:r>
            <a:r>
              <a:rPr lang="fr-FR" sz="2400" dirty="0" err="1">
                <a:solidFill>
                  <a:schemeClr val="accent5"/>
                </a:solidFill>
              </a:rPr>
              <a:t>them</a:t>
            </a:r>
            <a:r>
              <a:rPr lang="fr-FR" sz="2400" dirty="0">
                <a:solidFill>
                  <a:schemeClr val="accent5"/>
                </a:solidFill>
              </a:rPr>
              <a:t> </a:t>
            </a:r>
            <a:r>
              <a:rPr lang="fr-FR" sz="2400" dirty="0" err="1">
                <a:solidFill>
                  <a:schemeClr val="accent5"/>
                </a:solidFill>
              </a:rPr>
              <a:t>with</a:t>
            </a:r>
            <a:r>
              <a:rPr lang="fr-FR" sz="2400" dirty="0">
                <a:solidFill>
                  <a:schemeClr val="accent5"/>
                </a:solidFill>
              </a:rPr>
              <a:t> a d</a:t>
            </a:r>
            <a:r>
              <a:rPr lang="fr-FR" sz="2400" dirty="0">
                <a:solidFill>
                  <a:srgbClr val="FF6600"/>
                </a:solidFill>
              </a:rPr>
              <a:t>.</a:t>
            </a:r>
            <a:r>
              <a:rPr lang="fr-FR" sz="2400" dirty="0"/>
              <a:t> </a:t>
            </a:r>
            <a:endParaRPr dirty="0"/>
          </a:p>
          <a:p>
            <a:pPr marL="228600" lvl="0" indent="-228600" algn="l" rtl="0">
              <a:lnSpc>
                <a:spcPct val="90000"/>
              </a:lnSpc>
              <a:spcBef>
                <a:spcPts val="1000"/>
              </a:spcBef>
              <a:spcAft>
                <a:spcPts val="0"/>
              </a:spcAft>
              <a:buClr>
                <a:schemeClr val="dk1"/>
              </a:buClr>
              <a:buSzPts val="2400"/>
              <a:buNone/>
            </a:pPr>
            <a:r>
              <a:rPr lang="fr-FR" sz="2400" dirty="0" err="1"/>
              <a:t>Here</a:t>
            </a:r>
            <a:r>
              <a:rPr lang="fr-FR" sz="2400" dirty="0"/>
              <a:t> are </a:t>
            </a:r>
            <a:r>
              <a:rPr lang="fr-FR" sz="2400" dirty="0" err="1"/>
              <a:t>some</a:t>
            </a:r>
            <a:r>
              <a:rPr lang="fr-FR" sz="2400" dirty="0"/>
              <a:t> </a:t>
            </a:r>
            <a:r>
              <a:rPr lang="fr-FR" sz="2400" dirty="0" err="1"/>
              <a:t>examples</a:t>
            </a:r>
            <a:r>
              <a:rPr lang="fr-FR" sz="2400" dirty="0"/>
              <a:t>:</a:t>
            </a:r>
            <a:endParaRPr sz="2400" dirty="0"/>
          </a:p>
          <a:p>
            <a:pPr marL="228600" lvl="0" indent="-228600" algn="l" rtl="0">
              <a:lnSpc>
                <a:spcPct val="90000"/>
              </a:lnSpc>
              <a:spcBef>
                <a:spcPts val="1000"/>
              </a:spcBef>
              <a:spcAft>
                <a:spcPts val="0"/>
              </a:spcAft>
              <a:buClr>
                <a:schemeClr val="dk1"/>
              </a:buClr>
              <a:buSzPts val="2400"/>
              <a:buChar char="•"/>
            </a:pPr>
            <a:r>
              <a:rPr lang="fr-FR" sz="2400" dirty="0" err="1"/>
              <a:t>Mountain</a:t>
            </a:r>
            <a:r>
              <a:rPr lang="fr-FR" sz="2400" dirty="0"/>
              <a:t>/</a:t>
            </a:r>
            <a:r>
              <a:rPr lang="fr-FR" sz="2400" dirty="0" err="1"/>
              <a:t>Moun'in</a:t>
            </a:r>
            <a:endParaRPr dirty="0"/>
          </a:p>
          <a:p>
            <a:pPr marL="228600" lvl="0" indent="-228600" algn="l" rtl="0">
              <a:lnSpc>
                <a:spcPct val="90000"/>
              </a:lnSpc>
              <a:spcBef>
                <a:spcPts val="1000"/>
              </a:spcBef>
              <a:spcAft>
                <a:spcPts val="0"/>
              </a:spcAft>
              <a:buClr>
                <a:schemeClr val="dk1"/>
              </a:buClr>
              <a:buSzPts val="2400"/>
              <a:buChar char="•"/>
            </a:pPr>
            <a:r>
              <a:rPr lang="fr-FR" sz="2400" dirty="0" err="1"/>
              <a:t>Daughter</a:t>
            </a:r>
            <a:r>
              <a:rPr lang="fr-FR" sz="2400" dirty="0"/>
              <a:t>/</a:t>
            </a:r>
            <a:r>
              <a:rPr lang="fr-FR" sz="2400" dirty="0" err="1"/>
              <a:t>Dawder</a:t>
            </a:r>
            <a:r>
              <a:rPr lang="fr-FR" sz="2400" dirty="0"/>
              <a:t>,</a:t>
            </a:r>
            <a:endParaRPr dirty="0"/>
          </a:p>
          <a:p>
            <a:pPr marL="228600" lvl="0" indent="-228600" algn="l" rtl="0">
              <a:lnSpc>
                <a:spcPct val="90000"/>
              </a:lnSpc>
              <a:spcBef>
                <a:spcPts val="1000"/>
              </a:spcBef>
              <a:spcAft>
                <a:spcPts val="0"/>
              </a:spcAft>
              <a:buClr>
                <a:schemeClr val="dk1"/>
              </a:buClr>
              <a:buSzPts val="2400"/>
              <a:buChar char="•"/>
            </a:pPr>
            <a:r>
              <a:rPr lang="fr-FR" sz="2400" dirty="0" err="1"/>
              <a:t>Letter</a:t>
            </a:r>
            <a:r>
              <a:rPr lang="fr-FR" sz="2400" dirty="0"/>
              <a:t>/</a:t>
            </a:r>
            <a:r>
              <a:rPr lang="fr-FR" sz="2400" dirty="0" err="1"/>
              <a:t>ledder</a:t>
            </a:r>
            <a:endParaRPr sz="2400" dirty="0"/>
          </a:p>
        </p:txBody>
      </p:sp>
      <p:sp>
        <p:nvSpPr>
          <p:cNvPr id="268" name="Google Shape;268;p17"/>
          <p:cNvSpPr txBox="1"/>
          <p:nvPr/>
        </p:nvSpPr>
        <p:spPr>
          <a:xfrm>
            <a:off x="7083188" y="1037232"/>
            <a:ext cx="4681181" cy="1897038"/>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None/>
            </a:pPr>
            <a:r>
              <a:rPr lang="fr-FR" sz="2800" b="1" i="0" u="none" strike="noStrike" cap="none">
                <a:solidFill>
                  <a:srgbClr val="002060"/>
                </a:solidFill>
                <a:latin typeface="Arial"/>
                <a:ea typeface="Arial"/>
                <a:cs typeface="Arial"/>
                <a:sym typeface="Arial"/>
              </a:rPr>
              <a:t>The “ing” form</a:t>
            </a:r>
            <a:endParaRPr/>
          </a:p>
          <a:p>
            <a:pPr marL="228600" marR="0" lvl="0" indent="-228600" algn="l" rtl="0">
              <a:lnSpc>
                <a:spcPct val="90000"/>
              </a:lnSpc>
              <a:spcBef>
                <a:spcPts val="1000"/>
              </a:spcBef>
              <a:spcAft>
                <a:spcPts val="0"/>
              </a:spcAft>
              <a:buNone/>
            </a:pPr>
            <a:r>
              <a:rPr lang="fr-FR" sz="2400" b="0" i="0" u="none" strike="noStrike" cap="none">
                <a:solidFill>
                  <a:srgbClr val="FF0000"/>
                </a:solidFill>
                <a:latin typeface="Arial"/>
                <a:ea typeface="Arial"/>
                <a:cs typeface="Arial"/>
                <a:sym typeface="Arial"/>
              </a:rPr>
              <a:t>American do not pronounce the "g" in many words ending "ing". </a:t>
            </a:r>
            <a:endParaRPr sz="2400" b="0" i="0" u="none" strike="noStrike" cap="none">
              <a:solidFill>
                <a:schemeClr val="dk1"/>
              </a:solidFill>
              <a:latin typeface="Arial"/>
              <a:ea typeface="Arial"/>
              <a:cs typeface="Arial"/>
              <a:sym typeface="Arial"/>
            </a:endParaRPr>
          </a:p>
          <a:p>
            <a:pPr marL="228600" marR="0" lvl="0" indent="-228600" algn="l" rtl="0">
              <a:lnSpc>
                <a:spcPct val="90000"/>
              </a:lnSpc>
              <a:spcBef>
                <a:spcPts val="1000"/>
              </a:spcBef>
              <a:spcAft>
                <a:spcPts val="0"/>
              </a:spcAft>
              <a:buNone/>
            </a:pPr>
            <a:r>
              <a:rPr lang="fr-FR" sz="2400" b="0" i="0" u="none" strike="noStrike" cap="none">
                <a:solidFill>
                  <a:schemeClr val="dk1"/>
                </a:solidFill>
                <a:latin typeface="Arial"/>
                <a:ea typeface="Arial"/>
                <a:cs typeface="Arial"/>
                <a:sym typeface="Arial"/>
              </a:rPr>
              <a:t>Examples"Running/Runnin’</a:t>
            </a:r>
            <a:endParaRPr/>
          </a:p>
          <a:p>
            <a:pPr marL="228600" marR="0" lvl="0" indent="-228600" algn="l" rtl="0">
              <a:lnSpc>
                <a:spcPct val="90000"/>
              </a:lnSpc>
              <a:spcBef>
                <a:spcPts val="1000"/>
              </a:spcBef>
              <a:spcAft>
                <a:spcPts val="0"/>
              </a:spcAft>
              <a:buClr>
                <a:schemeClr val="dk1"/>
              </a:buClr>
              <a:buSzPts val="2400"/>
              <a:buFont typeface="Arial"/>
              <a:buNone/>
            </a:pPr>
            <a:endParaRPr sz="2400" b="0" i="0" u="none" strike="noStrike" cap="none">
              <a:solidFill>
                <a:schemeClr val="dk1"/>
              </a:solidFill>
              <a:latin typeface="Arial"/>
              <a:ea typeface="Arial"/>
              <a:cs typeface="Arial"/>
              <a:sym typeface="Arial"/>
            </a:endParaRPr>
          </a:p>
          <a:p>
            <a:pPr marL="228600" marR="0" lvl="0" indent="-228600" algn="l" rtl="0">
              <a:lnSpc>
                <a:spcPct val="90000"/>
              </a:lnSpc>
              <a:spcBef>
                <a:spcPts val="1000"/>
              </a:spcBef>
              <a:spcAft>
                <a:spcPts val="0"/>
              </a:spcAft>
              <a:buNone/>
            </a:pPr>
            <a:endParaRPr sz="2400" b="0" i="0" u="none" strike="noStrike" cap="none">
              <a:solidFill>
                <a:schemeClr val="dk1"/>
              </a:solidFill>
              <a:latin typeface="Arial"/>
              <a:ea typeface="Arial"/>
              <a:cs typeface="Arial"/>
              <a:sym typeface="Arial"/>
            </a:endParaRPr>
          </a:p>
        </p:txBody>
      </p:sp>
      <p:sp>
        <p:nvSpPr>
          <p:cNvPr id="269" name="Google Shape;269;p17"/>
          <p:cNvSpPr txBox="1"/>
          <p:nvPr/>
        </p:nvSpPr>
        <p:spPr>
          <a:xfrm>
            <a:off x="5349923" y="3145584"/>
            <a:ext cx="6842077" cy="3050499"/>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rgbClr val="002060"/>
              </a:buClr>
              <a:buSzPts val="2800"/>
              <a:buFont typeface="Arial"/>
              <a:buNone/>
            </a:pPr>
            <a:r>
              <a:rPr lang="fr-FR" sz="2800" b="1" i="0" u="none" strike="noStrike" cap="none">
                <a:solidFill>
                  <a:srgbClr val="002060"/>
                </a:solidFill>
                <a:latin typeface="Arial"/>
                <a:ea typeface="Arial"/>
                <a:cs typeface="Arial"/>
                <a:sym typeface="Arial"/>
              </a:rPr>
              <a:t>The Rounded A</a:t>
            </a:r>
            <a:endParaRPr sz="2800" b="0" i="0" u="none" strike="noStrike" cap="none">
              <a:solidFill>
                <a:srgbClr val="002060"/>
              </a:solidFill>
              <a:latin typeface="Arial"/>
              <a:ea typeface="Arial"/>
              <a:cs typeface="Arial"/>
              <a:sym typeface="Arial"/>
            </a:endParaRPr>
          </a:p>
          <a:p>
            <a:pPr marL="228600" marR="0" lvl="0" indent="-228600" algn="l" rtl="0">
              <a:lnSpc>
                <a:spcPct val="90000"/>
              </a:lnSpc>
              <a:spcBef>
                <a:spcPts val="1000"/>
              </a:spcBef>
              <a:spcAft>
                <a:spcPts val="0"/>
              </a:spcAft>
              <a:buClr>
                <a:schemeClr val="dk1"/>
              </a:buClr>
              <a:buSzPts val="2400"/>
              <a:buFont typeface="Arial"/>
              <a:buNone/>
            </a:pPr>
            <a:r>
              <a:rPr lang="fr-FR" sz="2400" b="0" i="0" u="none" strike="noStrike" cap="none">
                <a:solidFill>
                  <a:schemeClr val="dk1"/>
                </a:solidFill>
                <a:latin typeface="Arial"/>
                <a:ea typeface="Arial"/>
                <a:cs typeface="Arial"/>
                <a:sym typeface="Arial"/>
              </a:rPr>
              <a:t>In the UK the </a:t>
            </a:r>
            <a:r>
              <a:rPr lang="fr-FR" sz="2400" b="0" i="0" u="none" strike="noStrike" cap="none">
                <a:solidFill>
                  <a:srgbClr val="FF0000"/>
                </a:solidFill>
                <a:latin typeface="Arial"/>
                <a:ea typeface="Arial"/>
                <a:cs typeface="Arial"/>
                <a:sym typeface="Arial"/>
              </a:rPr>
              <a:t>A</a:t>
            </a:r>
            <a:r>
              <a:rPr lang="fr-FR" sz="2400" b="0" i="0" u="none" strike="noStrike" cap="none">
                <a:solidFill>
                  <a:srgbClr val="FF6600"/>
                </a:solidFill>
                <a:latin typeface="Arial"/>
                <a:ea typeface="Arial"/>
                <a:cs typeface="Arial"/>
                <a:sym typeface="Arial"/>
              </a:rPr>
              <a:t> </a:t>
            </a:r>
            <a:r>
              <a:rPr lang="fr-FR" sz="2400" b="0" i="0" u="none" strike="noStrike" cap="none">
                <a:solidFill>
                  <a:schemeClr val="dk1"/>
                </a:solidFill>
                <a:latin typeface="Arial"/>
                <a:ea typeface="Arial"/>
                <a:cs typeface="Arial"/>
                <a:sym typeface="Arial"/>
              </a:rPr>
              <a:t>is</a:t>
            </a:r>
            <a:r>
              <a:rPr lang="fr-FR" sz="2400" b="0" i="0" u="none" strike="noStrike" cap="none">
                <a:solidFill>
                  <a:srgbClr val="002060"/>
                </a:solidFill>
                <a:latin typeface="Arial"/>
                <a:ea typeface="Arial"/>
                <a:cs typeface="Arial"/>
                <a:sym typeface="Arial"/>
              </a:rPr>
              <a:t> </a:t>
            </a:r>
            <a:r>
              <a:rPr lang="fr-FR" sz="2400" b="0" i="0" u="none" strike="noStrike" cap="none">
                <a:solidFill>
                  <a:schemeClr val="dk1"/>
                </a:solidFill>
                <a:latin typeface="Arial"/>
                <a:ea typeface="Arial"/>
                <a:cs typeface="Arial"/>
                <a:sym typeface="Arial"/>
              </a:rPr>
              <a:t>pronounced</a:t>
            </a:r>
            <a:r>
              <a:rPr lang="fr-FR" sz="2400" b="0" i="0" u="none" strike="noStrike" cap="none">
                <a:solidFill>
                  <a:srgbClr val="002060"/>
                </a:solidFill>
                <a:latin typeface="Arial"/>
                <a:ea typeface="Arial"/>
                <a:cs typeface="Arial"/>
                <a:sym typeface="Arial"/>
              </a:rPr>
              <a:t> </a:t>
            </a:r>
            <a:r>
              <a:rPr lang="fr-FR" sz="2400" b="0" i="0" u="none" strike="noStrike" cap="none">
                <a:solidFill>
                  <a:schemeClr val="dk1"/>
                </a:solidFill>
                <a:latin typeface="Arial"/>
                <a:ea typeface="Arial"/>
                <a:cs typeface="Arial"/>
                <a:sym typeface="Arial"/>
              </a:rPr>
              <a:t>in a rounded way. The mouth have a rounded shape. Americans pronounce some </a:t>
            </a:r>
            <a:r>
              <a:rPr lang="fr-FR" sz="2400" b="0" i="0" u="none" strike="noStrike" cap="none">
                <a:solidFill>
                  <a:srgbClr val="FF0000"/>
                </a:solidFill>
                <a:latin typeface="Arial"/>
                <a:ea typeface="Arial"/>
                <a:cs typeface="Arial"/>
                <a:sym typeface="Arial"/>
              </a:rPr>
              <a:t>A</a:t>
            </a:r>
            <a:r>
              <a:rPr lang="fr-FR" sz="2400" b="0" i="0" u="none" strike="noStrike" cap="none">
                <a:solidFill>
                  <a:schemeClr val="dk1"/>
                </a:solidFill>
                <a:latin typeface="Arial"/>
                <a:ea typeface="Arial"/>
                <a:cs typeface="Arial"/>
                <a:sym typeface="Arial"/>
              </a:rPr>
              <a:t> this way, such as "park" and "car", but </a:t>
            </a:r>
            <a:r>
              <a:rPr lang="fr-FR" sz="2400" b="0" i="0" u="none" strike="noStrike" cap="none">
                <a:solidFill>
                  <a:srgbClr val="C00000"/>
                </a:solidFill>
                <a:latin typeface="Arial"/>
                <a:ea typeface="Arial"/>
                <a:cs typeface="Arial"/>
                <a:sym typeface="Arial"/>
              </a:rPr>
              <a:t>most a's have a flatter sound, like the a in "hat“ or “cat”.</a:t>
            </a:r>
            <a:endParaRPr/>
          </a:p>
          <a:p>
            <a:pPr marL="228600" marR="0" lvl="0" indent="-228600" algn="l" rtl="0">
              <a:lnSpc>
                <a:spcPct val="90000"/>
              </a:lnSpc>
              <a:spcBef>
                <a:spcPts val="1000"/>
              </a:spcBef>
              <a:spcAft>
                <a:spcPts val="0"/>
              </a:spcAft>
              <a:buClr>
                <a:schemeClr val="dk1"/>
              </a:buClr>
              <a:buSzPts val="2400"/>
              <a:buFont typeface="Arial"/>
              <a:buNone/>
            </a:pPr>
            <a:r>
              <a:rPr lang="fr-FR" sz="2400" b="0" i="0" u="none" strike="noStrike" cap="none">
                <a:solidFill>
                  <a:schemeClr val="dk1"/>
                </a:solidFill>
                <a:latin typeface="Arial"/>
                <a:ea typeface="Arial"/>
                <a:cs typeface="Arial"/>
                <a:sym typeface="Arial"/>
              </a:rPr>
              <a:t>Example: the "a" in the word "ask" is pronounced like the a in "hat" in America but in Britain the "a" in "ask" is pronounced more like the "a" in "car" or "park". </a:t>
            </a:r>
            <a:endParaRPr sz="24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7">
                                            <p:txEl>
                                              <p:pRg st="0" end="0"/>
                                            </p:txEl>
                                          </p:spTgt>
                                        </p:tgtEl>
                                        <p:attrNameLst>
                                          <p:attrName>style.visibility</p:attrName>
                                        </p:attrNameLst>
                                      </p:cBhvr>
                                      <p:to>
                                        <p:strVal val="visible"/>
                                      </p:to>
                                    </p:set>
                                    <p:animEffect transition="in" filter="fade">
                                      <p:cBhvr>
                                        <p:cTn id="7" dur="500"/>
                                        <p:tgtEl>
                                          <p:spTgt spid="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7">
                                            <p:txEl>
                                              <p:pRg st="1" end="1"/>
                                            </p:txEl>
                                          </p:spTgt>
                                        </p:tgtEl>
                                        <p:attrNameLst>
                                          <p:attrName>style.visibility</p:attrName>
                                        </p:attrNameLst>
                                      </p:cBhvr>
                                      <p:to>
                                        <p:strVal val="visible"/>
                                      </p:to>
                                    </p:set>
                                    <p:animEffect transition="in" filter="fade">
                                      <p:cBhvr>
                                        <p:cTn id="12" dur="500"/>
                                        <p:tgtEl>
                                          <p:spTgt spid="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7">
                                            <p:txEl>
                                              <p:pRg st="2" end="2"/>
                                            </p:txEl>
                                          </p:spTgt>
                                        </p:tgtEl>
                                        <p:attrNameLst>
                                          <p:attrName>style.visibility</p:attrName>
                                        </p:attrNameLst>
                                      </p:cBhvr>
                                      <p:to>
                                        <p:strVal val="visible"/>
                                      </p:to>
                                    </p:set>
                                    <p:animEffect transition="in" filter="fade">
                                      <p:cBhvr>
                                        <p:cTn id="17" dur="500"/>
                                        <p:tgtEl>
                                          <p:spTgt spid="2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7">
                                            <p:txEl>
                                              <p:pRg st="3" end="3"/>
                                            </p:txEl>
                                          </p:spTgt>
                                        </p:tgtEl>
                                        <p:attrNameLst>
                                          <p:attrName>style.visibility</p:attrName>
                                        </p:attrNameLst>
                                      </p:cBhvr>
                                      <p:to>
                                        <p:strVal val="visible"/>
                                      </p:to>
                                    </p:set>
                                    <p:animEffect transition="in" filter="fade">
                                      <p:cBhvr>
                                        <p:cTn id="22" dur="500"/>
                                        <p:tgtEl>
                                          <p:spTgt spid="2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7">
                                            <p:txEl>
                                              <p:pRg st="4" end="4"/>
                                            </p:txEl>
                                          </p:spTgt>
                                        </p:tgtEl>
                                        <p:attrNameLst>
                                          <p:attrName>style.visibility</p:attrName>
                                        </p:attrNameLst>
                                      </p:cBhvr>
                                      <p:to>
                                        <p:strVal val="visible"/>
                                      </p:to>
                                    </p:set>
                                    <p:animEffect transition="in" filter="fade">
                                      <p:cBhvr>
                                        <p:cTn id="27" dur="500"/>
                                        <p:tgtEl>
                                          <p:spTgt spid="2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7">
                                            <p:txEl>
                                              <p:pRg st="5" end="5"/>
                                            </p:txEl>
                                          </p:spTgt>
                                        </p:tgtEl>
                                        <p:attrNameLst>
                                          <p:attrName>style.visibility</p:attrName>
                                        </p:attrNameLst>
                                      </p:cBhvr>
                                      <p:to>
                                        <p:strVal val="visible"/>
                                      </p:to>
                                    </p:set>
                                    <p:animEffect transition="in" filter="fade">
                                      <p:cBhvr>
                                        <p:cTn id="32" dur="500"/>
                                        <p:tgtEl>
                                          <p:spTgt spid="26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8"/>
                                        </p:tgtEl>
                                        <p:attrNameLst>
                                          <p:attrName>style.visibility</p:attrName>
                                        </p:attrNameLst>
                                      </p:cBhvr>
                                      <p:to>
                                        <p:strVal val="visible"/>
                                      </p:to>
                                    </p:set>
                                    <p:animEffect transition="in" filter="fade">
                                      <p:cBhvr>
                                        <p:cTn id="37" dur="500"/>
                                        <p:tgtEl>
                                          <p:spTgt spid="26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69">
                                            <p:txEl>
                                              <p:pRg st="0" end="0"/>
                                            </p:txEl>
                                          </p:spTgt>
                                        </p:tgtEl>
                                        <p:attrNameLst>
                                          <p:attrName>style.visibility</p:attrName>
                                        </p:attrNameLst>
                                      </p:cBhvr>
                                      <p:to>
                                        <p:strVal val="visible"/>
                                      </p:to>
                                    </p:set>
                                    <p:animEffect transition="in" filter="fade">
                                      <p:cBhvr>
                                        <p:cTn id="42" dur="500"/>
                                        <p:tgtEl>
                                          <p:spTgt spid="269">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69">
                                            <p:txEl>
                                              <p:pRg st="1" end="1"/>
                                            </p:txEl>
                                          </p:spTgt>
                                        </p:tgtEl>
                                        <p:attrNameLst>
                                          <p:attrName>style.visibility</p:attrName>
                                        </p:attrNameLst>
                                      </p:cBhvr>
                                      <p:to>
                                        <p:strVal val="visible"/>
                                      </p:to>
                                    </p:set>
                                    <p:animEffect transition="in" filter="fade">
                                      <p:cBhvr>
                                        <p:cTn id="47" dur="500"/>
                                        <p:tgtEl>
                                          <p:spTgt spid="269">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69">
                                            <p:txEl>
                                              <p:pRg st="2" end="2"/>
                                            </p:txEl>
                                          </p:spTgt>
                                        </p:tgtEl>
                                        <p:attrNameLst>
                                          <p:attrName>style.visibility</p:attrName>
                                        </p:attrNameLst>
                                      </p:cBhvr>
                                      <p:to>
                                        <p:strVal val="visible"/>
                                      </p:to>
                                    </p:set>
                                    <p:animEffect transition="in" filter="fade">
                                      <p:cBhvr>
                                        <p:cTn id="52" dur="500"/>
                                        <p:tgtEl>
                                          <p:spTgt spid="26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19"/>
          <p:cNvSpPr txBox="1">
            <a:spLocks noGrp="1"/>
          </p:cNvSpPr>
          <p:nvPr>
            <p:ph type="title"/>
          </p:nvPr>
        </p:nvSpPr>
        <p:spPr>
          <a:xfrm>
            <a:off x="824553" y="163773"/>
            <a:ext cx="10515600" cy="94506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23F61"/>
              </a:buClr>
              <a:buSzPts val="4400"/>
              <a:buFont typeface="Arial"/>
              <a:buNone/>
            </a:pPr>
            <a:r>
              <a:rPr lang="fr-FR" b="1">
                <a:solidFill>
                  <a:srgbClr val="023F61"/>
                </a:solidFill>
              </a:rPr>
              <a:t>Differences in Word Stress</a:t>
            </a:r>
            <a:endParaRPr/>
          </a:p>
        </p:txBody>
      </p:sp>
      <p:sp>
        <p:nvSpPr>
          <p:cNvPr id="288" name="Google Shape;288;p19"/>
          <p:cNvSpPr txBox="1">
            <a:spLocks noGrp="1"/>
          </p:cNvSpPr>
          <p:nvPr>
            <p:ph type="body" idx="1"/>
          </p:nvPr>
        </p:nvSpPr>
        <p:spPr>
          <a:xfrm>
            <a:off x="295701" y="1259006"/>
            <a:ext cx="10922758" cy="1607023"/>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None/>
            </a:pPr>
            <a:r>
              <a:rPr lang="fr-FR"/>
              <a:t>Americans and Britons agree in most cases on where a word in stressed. For example, everyone says </a:t>
            </a:r>
            <a:r>
              <a:rPr lang="fr-FR" b="1">
                <a:solidFill>
                  <a:srgbClr val="C00000"/>
                </a:solidFill>
              </a:rPr>
              <a:t>pen</a:t>
            </a:r>
            <a:r>
              <a:rPr lang="fr-FR"/>
              <a:t>cil and re</a:t>
            </a:r>
            <a:r>
              <a:rPr lang="fr-FR" b="1">
                <a:solidFill>
                  <a:srgbClr val="C00000"/>
                </a:solidFill>
              </a:rPr>
              <a:t>lax</a:t>
            </a:r>
            <a:r>
              <a:rPr lang="fr-FR"/>
              <a:t>, </a:t>
            </a:r>
            <a:r>
              <a:rPr lang="fr-FR" b="1">
                <a:solidFill>
                  <a:srgbClr val="C00000"/>
                </a:solidFill>
              </a:rPr>
              <a:t>ci</a:t>
            </a:r>
            <a:r>
              <a:rPr lang="fr-FR"/>
              <a:t>nema and con</a:t>
            </a:r>
            <a:r>
              <a:rPr lang="fr-FR" b="1">
                <a:solidFill>
                  <a:srgbClr val="C00000"/>
                </a:solidFill>
              </a:rPr>
              <a:t>si</a:t>
            </a:r>
            <a:r>
              <a:rPr lang="fr-FR"/>
              <a:t>der, but the following words are stressed differently in the two dialects:</a:t>
            </a:r>
            <a:endParaRPr/>
          </a:p>
          <a:p>
            <a:pPr marL="228600" lvl="0" indent="-228600" algn="just" rtl="0">
              <a:lnSpc>
                <a:spcPct val="90000"/>
              </a:lnSpc>
              <a:spcBef>
                <a:spcPts val="1000"/>
              </a:spcBef>
              <a:spcAft>
                <a:spcPts val="0"/>
              </a:spcAft>
              <a:buClr>
                <a:schemeClr val="dk1"/>
              </a:buClr>
              <a:buSzPts val="2800"/>
              <a:buNone/>
            </a:pPr>
            <a:endParaRPr/>
          </a:p>
        </p:txBody>
      </p:sp>
      <p:sp>
        <p:nvSpPr>
          <p:cNvPr id="289" name="Google Shape;289;p1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19</a:t>
            </a:fld>
            <a:endParaRPr/>
          </a:p>
        </p:txBody>
      </p:sp>
      <p:pic>
        <p:nvPicPr>
          <p:cNvPr id="290" name="Google Shape;290;p19" descr="C:\Users\Lenovo\OneDrive\Desktop\https___res.cloudinary.com_verbling_image_upload_v1442610233_10014654_948492905184265_5645115818561297222_n_rmydse.jpg"/>
          <p:cNvPicPr preferRelativeResize="0"/>
          <p:nvPr/>
        </p:nvPicPr>
        <p:blipFill rotWithShape="1">
          <a:blip r:embed="rId3">
            <a:alphaModFix/>
          </a:blip>
          <a:srcRect/>
          <a:stretch/>
        </p:blipFill>
        <p:spPr>
          <a:xfrm>
            <a:off x="3571023" y="2735665"/>
            <a:ext cx="7197060" cy="38766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8">
                                            <p:txEl>
                                              <p:pRg st="0" end="0"/>
                                            </p:txEl>
                                          </p:spTgt>
                                        </p:tgtEl>
                                        <p:attrNameLst>
                                          <p:attrName>style.visibility</p:attrName>
                                        </p:attrNameLst>
                                      </p:cBhvr>
                                      <p:to>
                                        <p:strVal val="visible"/>
                                      </p:to>
                                    </p:set>
                                    <p:animEffect transition="in" filter="fade">
                                      <p:cBhvr>
                                        <p:cTn id="7" dur="2000"/>
                                        <p:tgtEl>
                                          <p:spTgt spid="2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8">
                                            <p:txEl>
                                              <p:pRg st="1" end="1"/>
                                            </p:txEl>
                                          </p:spTgt>
                                        </p:tgtEl>
                                        <p:attrNameLst>
                                          <p:attrName>style.visibility</p:attrName>
                                        </p:attrNameLst>
                                      </p:cBhvr>
                                      <p:to>
                                        <p:strVal val="visible"/>
                                      </p:to>
                                    </p:set>
                                    <p:animEffect transition="in" filter="fade">
                                      <p:cBhvr>
                                        <p:cTn id="12" dur="2000"/>
                                        <p:tgtEl>
                                          <p:spTgt spid="28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0"/>
                                        </p:tgtEl>
                                        <p:attrNameLst>
                                          <p:attrName>style.visibility</p:attrName>
                                        </p:attrNameLst>
                                      </p:cBhvr>
                                      <p:to>
                                        <p:strVal val="visible"/>
                                      </p:to>
                                    </p:set>
                                    <p:animEffect transition="in" filter="fade">
                                      <p:cBhvr>
                                        <p:cTn id="17" dur="500"/>
                                        <p:tgtEl>
                                          <p:spTgt spid="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294"/>
        <p:cNvGrpSpPr/>
        <p:nvPr/>
      </p:nvGrpSpPr>
      <p:grpSpPr>
        <a:xfrm>
          <a:off x="0" y="0"/>
          <a:ext cx="0" cy="0"/>
          <a:chOff x="0" y="0"/>
          <a:chExt cx="0" cy="0"/>
        </a:xfrm>
      </p:grpSpPr>
      <p:sp>
        <p:nvSpPr>
          <p:cNvPr id="295" name="Google Shape;295;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23F61"/>
              </a:buClr>
              <a:buSzPts val="3200"/>
              <a:buFont typeface="Arial"/>
              <a:buNone/>
            </a:pPr>
            <a:r>
              <a:rPr lang="fr-FR" sz="3200" b="1">
                <a:solidFill>
                  <a:srgbClr val="023F61"/>
                </a:solidFill>
              </a:rPr>
              <a:t>American vs British Grammatical Differences</a:t>
            </a:r>
            <a:br>
              <a:rPr lang="fr-FR" sz="3200">
                <a:solidFill>
                  <a:srgbClr val="023F61"/>
                </a:solidFill>
              </a:rPr>
            </a:br>
            <a:endParaRPr sz="3200">
              <a:solidFill>
                <a:srgbClr val="023F61"/>
              </a:solidFill>
            </a:endParaRPr>
          </a:p>
        </p:txBody>
      </p:sp>
      <p:sp>
        <p:nvSpPr>
          <p:cNvPr id="296" name="Google Shape;296;p20"/>
          <p:cNvSpPr txBox="1">
            <a:spLocks noGrp="1"/>
          </p:cNvSpPr>
          <p:nvPr>
            <p:ph type="body" idx="1"/>
          </p:nvPr>
        </p:nvSpPr>
        <p:spPr>
          <a:xfrm>
            <a:off x="227462" y="1381837"/>
            <a:ext cx="8889242" cy="4525963"/>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23F61"/>
              </a:buClr>
              <a:buSzPts val="2400"/>
              <a:buNone/>
            </a:pPr>
            <a:r>
              <a:rPr lang="fr-FR" sz="2400">
                <a:solidFill>
                  <a:srgbClr val="023F61"/>
                </a:solidFill>
              </a:rPr>
              <a:t>The differences between British and American English grammar are slightly more complicated. The differences are small, but they are significant.</a:t>
            </a:r>
            <a:endParaRPr/>
          </a:p>
          <a:p>
            <a:pPr marL="228600" lvl="0" indent="-228600" algn="l" rtl="0">
              <a:lnSpc>
                <a:spcPct val="90000"/>
              </a:lnSpc>
              <a:spcBef>
                <a:spcPts val="1000"/>
              </a:spcBef>
              <a:spcAft>
                <a:spcPts val="0"/>
              </a:spcAft>
              <a:buClr>
                <a:schemeClr val="dk1"/>
              </a:buClr>
              <a:buSzPts val="2400"/>
              <a:buNone/>
            </a:pPr>
            <a:endParaRPr sz="2400">
              <a:solidFill>
                <a:srgbClr val="023F61"/>
              </a:solidFill>
            </a:endParaRPr>
          </a:p>
          <a:p>
            <a:pPr marL="228600" lvl="0" indent="-228600" algn="l" rtl="0">
              <a:lnSpc>
                <a:spcPct val="90000"/>
              </a:lnSpc>
              <a:spcBef>
                <a:spcPts val="1000"/>
              </a:spcBef>
              <a:spcAft>
                <a:spcPts val="0"/>
              </a:spcAft>
              <a:buClr>
                <a:srgbClr val="023F61"/>
              </a:buClr>
              <a:buSzPts val="2400"/>
              <a:buChar char="•"/>
            </a:pPr>
            <a:r>
              <a:rPr lang="fr-FR" sz="2400">
                <a:solidFill>
                  <a:srgbClr val="023F61"/>
                </a:solidFill>
              </a:rPr>
              <a:t>Take the verb </a:t>
            </a:r>
            <a:r>
              <a:rPr lang="fr-FR" sz="2400" b="1" i="1">
                <a:solidFill>
                  <a:srgbClr val="002060"/>
                </a:solidFill>
              </a:rPr>
              <a:t>to</a:t>
            </a:r>
            <a:r>
              <a:rPr lang="fr-FR" sz="2400" b="1">
                <a:solidFill>
                  <a:srgbClr val="002060"/>
                </a:solidFill>
              </a:rPr>
              <a:t> </a:t>
            </a:r>
            <a:r>
              <a:rPr lang="fr-FR" sz="2400" b="1" i="1">
                <a:solidFill>
                  <a:srgbClr val="002060"/>
                </a:solidFill>
              </a:rPr>
              <a:t>have</a:t>
            </a:r>
            <a:r>
              <a:rPr lang="fr-FR" sz="2400">
                <a:solidFill>
                  <a:srgbClr val="023F61"/>
                </a:solidFill>
              </a:rPr>
              <a:t>, for instance. To talk about possession, BrE uses the verb </a:t>
            </a:r>
            <a:r>
              <a:rPr lang="fr-FR" sz="2400" i="1">
                <a:solidFill>
                  <a:srgbClr val="FF0000"/>
                </a:solidFill>
              </a:rPr>
              <a:t>to have got</a:t>
            </a:r>
            <a:r>
              <a:rPr lang="fr-FR" sz="2400">
                <a:solidFill>
                  <a:srgbClr val="023F61"/>
                </a:solidFill>
              </a:rPr>
              <a:t> (</a:t>
            </a:r>
            <a:r>
              <a:rPr lang="fr-FR" sz="2400" i="1">
                <a:solidFill>
                  <a:srgbClr val="023F61"/>
                </a:solidFill>
              </a:rPr>
              <a:t>I have got a book.</a:t>
            </a:r>
            <a:r>
              <a:rPr lang="fr-FR" sz="2400">
                <a:solidFill>
                  <a:srgbClr val="023F61"/>
                </a:solidFill>
              </a:rPr>
              <a:t>), whereas AmE uses </a:t>
            </a:r>
            <a:r>
              <a:rPr lang="fr-FR" sz="2400" i="1">
                <a:solidFill>
                  <a:srgbClr val="FF0000"/>
                </a:solidFill>
              </a:rPr>
              <a:t>to</a:t>
            </a:r>
            <a:r>
              <a:rPr lang="fr-FR" sz="2400">
                <a:solidFill>
                  <a:srgbClr val="FF0000"/>
                </a:solidFill>
              </a:rPr>
              <a:t> </a:t>
            </a:r>
            <a:r>
              <a:rPr lang="fr-FR" sz="2400" i="1">
                <a:solidFill>
                  <a:srgbClr val="FF0000"/>
                </a:solidFill>
              </a:rPr>
              <a:t>have</a:t>
            </a:r>
            <a:r>
              <a:rPr lang="fr-FR" sz="2400">
                <a:solidFill>
                  <a:srgbClr val="023F61"/>
                </a:solidFill>
              </a:rPr>
              <a:t> (</a:t>
            </a:r>
            <a:r>
              <a:rPr lang="fr-FR" sz="2400" i="1">
                <a:solidFill>
                  <a:srgbClr val="023F61"/>
                </a:solidFill>
              </a:rPr>
              <a:t>I have a book.</a:t>
            </a:r>
            <a:r>
              <a:rPr lang="fr-FR" sz="2400">
                <a:solidFill>
                  <a:srgbClr val="023F61"/>
                </a:solidFill>
              </a:rPr>
              <a:t>). An important note: the verb </a:t>
            </a:r>
            <a:r>
              <a:rPr lang="fr-FR" sz="2400" i="1">
                <a:solidFill>
                  <a:srgbClr val="023F61"/>
                </a:solidFill>
              </a:rPr>
              <a:t>have got </a:t>
            </a:r>
            <a:r>
              <a:rPr lang="fr-FR" sz="2400">
                <a:solidFill>
                  <a:srgbClr val="023F61"/>
                </a:solidFill>
              </a:rPr>
              <a:t>is also used in AmE, but mostly to indicate obligation (</a:t>
            </a:r>
            <a:r>
              <a:rPr lang="fr-FR" sz="2400" i="1">
                <a:solidFill>
                  <a:srgbClr val="023F61"/>
                </a:solidFill>
              </a:rPr>
              <a:t>I have got to go.</a:t>
            </a:r>
            <a:r>
              <a:rPr lang="fr-FR" sz="2400">
                <a:solidFill>
                  <a:srgbClr val="023F61"/>
                </a:solidFill>
              </a:rPr>
              <a:t>).</a:t>
            </a:r>
            <a:endParaRPr/>
          </a:p>
          <a:p>
            <a:pPr marL="228600" lvl="0" indent="-76200" algn="l" rtl="0">
              <a:lnSpc>
                <a:spcPct val="90000"/>
              </a:lnSpc>
              <a:spcBef>
                <a:spcPts val="1000"/>
              </a:spcBef>
              <a:spcAft>
                <a:spcPts val="0"/>
              </a:spcAft>
              <a:buClr>
                <a:schemeClr val="dk1"/>
              </a:buClr>
              <a:buSzPts val="2400"/>
              <a:buNone/>
            </a:pPr>
            <a:endParaRPr sz="2400">
              <a:solidFill>
                <a:srgbClr val="023F61"/>
              </a:solidFill>
            </a:endParaRPr>
          </a:p>
          <a:p>
            <a:pPr marL="228600" lvl="0" indent="-228600" algn="l" rtl="0">
              <a:lnSpc>
                <a:spcPct val="90000"/>
              </a:lnSpc>
              <a:spcBef>
                <a:spcPts val="1000"/>
              </a:spcBef>
              <a:spcAft>
                <a:spcPts val="0"/>
              </a:spcAft>
              <a:buClr>
                <a:srgbClr val="023F61"/>
              </a:buClr>
              <a:buSzPts val="2400"/>
              <a:buChar char="•"/>
            </a:pPr>
            <a:r>
              <a:rPr lang="fr-FR" sz="2400">
                <a:solidFill>
                  <a:srgbClr val="023F61"/>
                </a:solidFill>
              </a:rPr>
              <a:t>The present perfect tense usage differs as well. The British normally use the auxiliary </a:t>
            </a:r>
            <a:r>
              <a:rPr lang="fr-FR" sz="2400" b="1" i="1">
                <a:solidFill>
                  <a:srgbClr val="023F61"/>
                </a:solidFill>
              </a:rPr>
              <a:t>have</a:t>
            </a:r>
            <a:r>
              <a:rPr lang="fr-FR" sz="2400">
                <a:solidFill>
                  <a:srgbClr val="023F61"/>
                </a:solidFill>
              </a:rPr>
              <a:t> (</a:t>
            </a:r>
            <a:r>
              <a:rPr lang="fr-FR" sz="2400" i="1">
                <a:solidFill>
                  <a:srgbClr val="023F61"/>
                </a:solidFill>
              </a:rPr>
              <a:t>I have just arrived.</a:t>
            </a:r>
            <a:r>
              <a:rPr lang="fr-FR" sz="2400">
                <a:solidFill>
                  <a:srgbClr val="023F61"/>
                </a:solidFill>
              </a:rPr>
              <a:t>) in this tense, whereas the Americans usually omit this verb. As a result, the sentences sound simpler: </a:t>
            </a:r>
            <a:r>
              <a:rPr lang="fr-FR" sz="2400" i="1">
                <a:solidFill>
                  <a:srgbClr val="023F61"/>
                </a:solidFill>
              </a:rPr>
              <a:t>I just arrived</a:t>
            </a:r>
            <a:r>
              <a:rPr lang="fr-FR" sz="2400">
                <a:solidFill>
                  <a:srgbClr val="023F61"/>
                </a:solidFill>
              </a:rPr>
              <a:t>.</a:t>
            </a:r>
            <a:endParaRPr/>
          </a:p>
        </p:txBody>
      </p:sp>
      <p:sp>
        <p:nvSpPr>
          <p:cNvPr id="297" name="Google Shape;297;p2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fr-FR"/>
              <a:t>20</a:t>
            </a:fld>
            <a:endParaRPr/>
          </a:p>
        </p:txBody>
      </p:sp>
      <p:pic>
        <p:nvPicPr>
          <p:cNvPr id="298" name="Google Shape;298;p20" descr="C:\Users\Lenovo\OneDrive\Desktop\us-uk.jpg"/>
          <p:cNvPicPr preferRelativeResize="0"/>
          <p:nvPr/>
        </p:nvPicPr>
        <p:blipFill rotWithShape="1">
          <a:blip r:embed="rId3">
            <a:alphaModFix/>
          </a:blip>
          <a:srcRect/>
          <a:stretch/>
        </p:blipFill>
        <p:spPr>
          <a:xfrm>
            <a:off x="9034817" y="1787857"/>
            <a:ext cx="2893325" cy="413527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302"/>
        <p:cNvGrpSpPr/>
        <p:nvPr/>
      </p:nvGrpSpPr>
      <p:grpSpPr>
        <a:xfrm>
          <a:off x="0" y="0"/>
          <a:ext cx="0" cy="0"/>
          <a:chOff x="0" y="0"/>
          <a:chExt cx="0" cy="0"/>
        </a:xfrm>
      </p:grpSpPr>
      <p:sp>
        <p:nvSpPr>
          <p:cNvPr id="303" name="Google Shape;303;p21"/>
          <p:cNvSpPr txBox="1">
            <a:spLocks noGrp="1"/>
          </p:cNvSpPr>
          <p:nvPr>
            <p:ph type="title"/>
          </p:nvPr>
        </p:nvSpPr>
        <p:spPr>
          <a:xfrm>
            <a:off x="514066" y="0"/>
            <a:ext cx="10972800" cy="79692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23F61"/>
              </a:buClr>
              <a:buSzPts val="3200"/>
              <a:buFont typeface="Arial"/>
              <a:buNone/>
            </a:pPr>
            <a:r>
              <a:rPr lang="fr-FR" sz="3200" b="1">
                <a:solidFill>
                  <a:srgbClr val="023F61"/>
                </a:solidFill>
              </a:rPr>
              <a:t>Other Grammar Differences</a:t>
            </a:r>
            <a:endParaRPr sz="3200">
              <a:solidFill>
                <a:srgbClr val="023F61"/>
              </a:solidFill>
            </a:endParaRPr>
          </a:p>
        </p:txBody>
      </p:sp>
      <p:sp>
        <p:nvSpPr>
          <p:cNvPr id="304" name="Google Shape;304;p21"/>
          <p:cNvSpPr txBox="1">
            <a:spLocks noGrp="1"/>
          </p:cNvSpPr>
          <p:nvPr>
            <p:ph type="body" idx="1"/>
          </p:nvPr>
        </p:nvSpPr>
        <p:spPr>
          <a:xfrm>
            <a:off x="609600" y="737620"/>
            <a:ext cx="11263952" cy="94105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None/>
            </a:pPr>
            <a:r>
              <a:rPr lang="fr-FR" sz="2400" b="1"/>
              <a:t>Americans are much more likely to be technically correct in the agreement of collective noun and verb form than Britons. </a:t>
            </a:r>
            <a:endParaRPr sz="2000" b="1"/>
          </a:p>
        </p:txBody>
      </p:sp>
      <p:graphicFrame>
        <p:nvGraphicFramePr>
          <p:cNvPr id="305" name="Google Shape;305;p21"/>
          <p:cNvGraphicFramePr/>
          <p:nvPr/>
        </p:nvGraphicFramePr>
        <p:xfrm>
          <a:off x="611023" y="1626857"/>
          <a:ext cx="9884125" cy="2209475"/>
        </p:xfrm>
        <a:graphic>
          <a:graphicData uri="http://schemas.openxmlformats.org/drawingml/2006/table">
            <a:tbl>
              <a:tblPr firstRow="1" bandRow="1">
                <a:noFill/>
                <a:tableStyleId>{03426A26-8F90-4C6C-B7EB-E4A06F5E3BE2}</a:tableStyleId>
              </a:tblPr>
              <a:tblGrid>
                <a:gridCol w="4790650">
                  <a:extLst>
                    <a:ext uri="{9D8B030D-6E8A-4147-A177-3AD203B41FA5}">
                      <a16:colId xmlns:a16="http://schemas.microsoft.com/office/drawing/2014/main" val="20000"/>
                    </a:ext>
                  </a:extLst>
                </a:gridCol>
                <a:gridCol w="5093475">
                  <a:extLst>
                    <a:ext uri="{9D8B030D-6E8A-4147-A177-3AD203B41FA5}">
                      <a16:colId xmlns:a16="http://schemas.microsoft.com/office/drawing/2014/main" val="20001"/>
                    </a:ext>
                  </a:extLst>
                </a:gridCol>
              </a:tblGrid>
              <a:tr h="563525">
                <a:tc>
                  <a:txBody>
                    <a:bodyPr/>
                    <a:lstStyle/>
                    <a:p>
                      <a:pPr marL="0" marR="0" lvl="0" indent="0" algn="ctr" rtl="0">
                        <a:spcBef>
                          <a:spcPts val="0"/>
                        </a:spcBef>
                        <a:spcAft>
                          <a:spcPts val="0"/>
                        </a:spcAft>
                        <a:buNone/>
                      </a:pPr>
                      <a:r>
                        <a:rPr lang="fr-FR" sz="1800" u="none" strike="noStrike" cap="none">
                          <a:solidFill>
                            <a:srgbClr val="023F61"/>
                          </a:solidFill>
                        </a:rPr>
                        <a:t>American English</a:t>
                      </a:r>
                      <a:endParaRPr sz="1800" u="none" strike="noStrike" cap="none">
                        <a:solidFill>
                          <a:srgbClr val="023F61"/>
                        </a:solidFill>
                      </a:endParaRPr>
                    </a:p>
                  </a:txBody>
                  <a:tcPr marL="121925" marR="121925" marT="45725" marB="45725">
                    <a:solidFill>
                      <a:schemeClr val="lt2"/>
                    </a:solidFill>
                  </a:tcPr>
                </a:tc>
                <a:tc>
                  <a:txBody>
                    <a:bodyPr/>
                    <a:lstStyle/>
                    <a:p>
                      <a:pPr marL="0" marR="0" lvl="0" indent="0" algn="ctr" rtl="0">
                        <a:spcBef>
                          <a:spcPts val="0"/>
                        </a:spcBef>
                        <a:spcAft>
                          <a:spcPts val="0"/>
                        </a:spcAft>
                        <a:buNone/>
                      </a:pPr>
                      <a:r>
                        <a:rPr lang="fr-FR" sz="1800" u="none" strike="noStrike" cap="none">
                          <a:solidFill>
                            <a:srgbClr val="FF0000"/>
                          </a:solidFill>
                        </a:rPr>
                        <a:t>British English</a:t>
                      </a:r>
                      <a:endParaRPr sz="1800" u="none" strike="noStrike" cap="none">
                        <a:solidFill>
                          <a:srgbClr val="FF0000"/>
                        </a:solidFill>
                      </a:endParaRPr>
                    </a:p>
                  </a:txBody>
                  <a:tcPr marL="121925" marR="121925" marT="45725" marB="45725">
                    <a:solidFill>
                      <a:schemeClr val="lt2"/>
                    </a:solidFill>
                  </a:tcPr>
                </a:tc>
                <a:extLst>
                  <a:ext uri="{0D108BD9-81ED-4DB2-BD59-A6C34878D82A}">
                    <a16:rowId xmlns:a16="http://schemas.microsoft.com/office/drawing/2014/main" val="10000"/>
                  </a:ext>
                </a:extLst>
              </a:tr>
              <a:tr h="442900">
                <a:tc>
                  <a:txBody>
                    <a:bodyPr/>
                    <a:lstStyle/>
                    <a:p>
                      <a:pPr marL="0" marR="0" lvl="0" indent="0" algn="l" rtl="0">
                        <a:spcBef>
                          <a:spcPts val="0"/>
                        </a:spcBef>
                        <a:spcAft>
                          <a:spcPts val="0"/>
                        </a:spcAft>
                        <a:buClr>
                          <a:schemeClr val="dk1"/>
                        </a:buClr>
                        <a:buSzPts val="1800"/>
                        <a:buFont typeface="Arial"/>
                        <a:buNone/>
                      </a:pPr>
                      <a:r>
                        <a:rPr lang="fr-FR" sz="1800" b="0" i="1" u="none" strike="noStrike" cap="none">
                          <a:solidFill>
                            <a:schemeClr val="dk1"/>
                          </a:solidFill>
                          <a:latin typeface="Arial"/>
                          <a:ea typeface="Arial"/>
                          <a:cs typeface="Arial"/>
                          <a:sym typeface="Arial"/>
                        </a:rPr>
                        <a:t>The team </a:t>
                      </a:r>
                      <a:r>
                        <a:rPr lang="fr-FR" sz="1800" b="0" i="1" u="none" strike="noStrike" cap="none">
                          <a:solidFill>
                            <a:srgbClr val="FF0000"/>
                          </a:solidFill>
                          <a:latin typeface="Arial"/>
                          <a:ea typeface="Arial"/>
                          <a:cs typeface="Arial"/>
                          <a:sym typeface="Arial"/>
                        </a:rPr>
                        <a:t>is</a:t>
                      </a:r>
                      <a:r>
                        <a:rPr lang="fr-FR" sz="1800" b="0" i="1" u="none" strike="noStrike" cap="none">
                          <a:solidFill>
                            <a:schemeClr val="dk1"/>
                          </a:solidFill>
                          <a:latin typeface="Arial"/>
                          <a:ea typeface="Arial"/>
                          <a:cs typeface="Arial"/>
                          <a:sym typeface="Arial"/>
                        </a:rPr>
                        <a:t> playing well this season.</a:t>
                      </a:r>
                      <a:endParaRPr sz="1800" i="1" u="none" strike="noStrike" cap="none">
                        <a:solidFill>
                          <a:schemeClr val="dk1"/>
                        </a:solidFill>
                      </a:endParaRPr>
                    </a:p>
                    <a:p>
                      <a:pPr marL="0" marR="0" lvl="0" indent="0" algn="l" rtl="0">
                        <a:spcBef>
                          <a:spcPts val="0"/>
                        </a:spcBef>
                        <a:spcAft>
                          <a:spcPts val="0"/>
                        </a:spcAft>
                        <a:buNone/>
                      </a:pPr>
                      <a:endParaRPr sz="1800"/>
                    </a:p>
                  </a:txBody>
                  <a:tcPr marL="121925" marR="121925" marT="45725" marB="45725">
                    <a:solidFill>
                      <a:schemeClr val="lt2"/>
                    </a:solidFill>
                  </a:tcPr>
                </a:tc>
                <a:tc>
                  <a:txBody>
                    <a:bodyPr/>
                    <a:lstStyle/>
                    <a:p>
                      <a:pPr marL="0" marR="0" lvl="0" indent="0" algn="l" rtl="0">
                        <a:spcBef>
                          <a:spcPts val="0"/>
                        </a:spcBef>
                        <a:spcAft>
                          <a:spcPts val="0"/>
                        </a:spcAft>
                        <a:buNone/>
                      </a:pPr>
                      <a:r>
                        <a:rPr lang="fr-FR" sz="1800" b="0" i="1">
                          <a:solidFill>
                            <a:schemeClr val="dk1"/>
                          </a:solidFill>
                          <a:latin typeface="Arial"/>
                          <a:ea typeface="Arial"/>
                          <a:cs typeface="Arial"/>
                          <a:sym typeface="Arial"/>
                        </a:rPr>
                        <a:t>The team </a:t>
                      </a:r>
                      <a:r>
                        <a:rPr lang="fr-FR" sz="1800" b="0" i="1">
                          <a:solidFill>
                            <a:srgbClr val="FF0000"/>
                          </a:solidFill>
                          <a:latin typeface="Arial"/>
                          <a:ea typeface="Arial"/>
                          <a:cs typeface="Arial"/>
                          <a:sym typeface="Arial"/>
                        </a:rPr>
                        <a:t>are</a:t>
                      </a:r>
                      <a:r>
                        <a:rPr lang="fr-FR" sz="1800" b="0" i="1">
                          <a:solidFill>
                            <a:schemeClr val="dk1"/>
                          </a:solidFill>
                          <a:latin typeface="Arial"/>
                          <a:ea typeface="Arial"/>
                          <a:cs typeface="Arial"/>
                          <a:sym typeface="Arial"/>
                        </a:rPr>
                        <a:t> playing well</a:t>
                      </a:r>
                      <a:r>
                        <a:rPr lang="fr-FR" sz="1800" b="0" i="0">
                          <a:solidFill>
                            <a:schemeClr val="dk1"/>
                          </a:solidFill>
                          <a:latin typeface="Arial"/>
                          <a:ea typeface="Arial"/>
                          <a:cs typeface="Arial"/>
                          <a:sym typeface="Arial"/>
                        </a:rPr>
                        <a:t>.</a:t>
                      </a:r>
                      <a:endParaRPr sz="1800"/>
                    </a:p>
                  </a:txBody>
                  <a:tcPr marL="121925" marR="121925" marT="45725" marB="45725">
                    <a:solidFill>
                      <a:schemeClr val="lt2"/>
                    </a:solidFill>
                  </a:tcPr>
                </a:tc>
                <a:extLst>
                  <a:ext uri="{0D108BD9-81ED-4DB2-BD59-A6C34878D82A}">
                    <a16:rowId xmlns:a16="http://schemas.microsoft.com/office/drawing/2014/main" val="10001"/>
                  </a:ext>
                </a:extLst>
              </a:tr>
              <a:tr h="555150">
                <a:tc>
                  <a:txBody>
                    <a:bodyPr/>
                    <a:lstStyle/>
                    <a:p>
                      <a:pPr marL="0" marR="0" lvl="0" indent="0" algn="l" rtl="0">
                        <a:spcBef>
                          <a:spcPts val="0"/>
                        </a:spcBef>
                        <a:spcAft>
                          <a:spcPts val="0"/>
                        </a:spcAft>
                        <a:buNone/>
                      </a:pPr>
                      <a:r>
                        <a:rPr lang="fr-FR" sz="1800" b="0" i="1">
                          <a:solidFill>
                            <a:schemeClr val="dk1"/>
                          </a:solidFill>
                          <a:latin typeface="Arial"/>
                          <a:ea typeface="Arial"/>
                          <a:cs typeface="Arial"/>
                          <a:sym typeface="Arial"/>
                        </a:rPr>
                        <a:t>The government </a:t>
                      </a:r>
                      <a:r>
                        <a:rPr lang="fr-FR" sz="1800" b="0" i="1">
                          <a:solidFill>
                            <a:srgbClr val="FF0000"/>
                          </a:solidFill>
                          <a:latin typeface="Arial"/>
                          <a:ea typeface="Arial"/>
                          <a:cs typeface="Arial"/>
                          <a:sym typeface="Arial"/>
                        </a:rPr>
                        <a:t>is</a:t>
                      </a:r>
                      <a:r>
                        <a:rPr lang="fr-FR" sz="1800" b="0" i="1">
                          <a:solidFill>
                            <a:schemeClr val="dk1"/>
                          </a:solidFill>
                          <a:latin typeface="Arial"/>
                          <a:ea typeface="Arial"/>
                          <a:cs typeface="Arial"/>
                          <a:sym typeface="Arial"/>
                        </a:rPr>
                        <a:t> </a:t>
                      </a:r>
                      <a:endParaRPr sz="1800"/>
                    </a:p>
                  </a:txBody>
                  <a:tcPr marL="121925" marR="121925" marT="45725" marB="45725">
                    <a:solidFill>
                      <a:schemeClr val="lt2"/>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fr-FR" sz="1800" i="1">
                          <a:solidFill>
                            <a:schemeClr val="dk1"/>
                          </a:solidFill>
                        </a:rPr>
                        <a:t> </a:t>
                      </a:r>
                      <a:r>
                        <a:rPr lang="fr-FR" sz="1800" b="0" i="1">
                          <a:solidFill>
                            <a:schemeClr val="dk1"/>
                          </a:solidFill>
                          <a:latin typeface="Arial"/>
                          <a:ea typeface="Arial"/>
                          <a:cs typeface="Arial"/>
                          <a:sym typeface="Arial"/>
                        </a:rPr>
                        <a:t>The government </a:t>
                      </a:r>
                      <a:r>
                        <a:rPr lang="fr-FR" sz="1800" b="0" i="1">
                          <a:solidFill>
                            <a:srgbClr val="FF0000"/>
                          </a:solidFill>
                          <a:latin typeface="Arial"/>
                          <a:ea typeface="Arial"/>
                          <a:cs typeface="Arial"/>
                          <a:sym typeface="Arial"/>
                        </a:rPr>
                        <a:t>are</a:t>
                      </a:r>
                      <a:endParaRPr sz="1800" i="1">
                        <a:solidFill>
                          <a:srgbClr val="FF0000"/>
                        </a:solidFill>
                      </a:endParaRPr>
                    </a:p>
                    <a:p>
                      <a:pPr marL="0" marR="0" lvl="0" indent="0" algn="l" rtl="0">
                        <a:spcBef>
                          <a:spcPts val="0"/>
                        </a:spcBef>
                        <a:spcAft>
                          <a:spcPts val="0"/>
                        </a:spcAft>
                        <a:buNone/>
                      </a:pPr>
                      <a:endParaRPr sz="1800"/>
                    </a:p>
                  </a:txBody>
                  <a:tcPr marL="121925" marR="121925" marT="45725" marB="45725">
                    <a:solidFill>
                      <a:schemeClr val="lt2"/>
                    </a:solidFill>
                  </a:tcPr>
                </a:tc>
                <a:extLst>
                  <a:ext uri="{0D108BD9-81ED-4DB2-BD59-A6C34878D82A}">
                    <a16:rowId xmlns:a16="http://schemas.microsoft.com/office/drawing/2014/main" val="10002"/>
                  </a:ext>
                </a:extLst>
              </a:tr>
              <a:tr h="346350">
                <a:tc>
                  <a:txBody>
                    <a:bodyPr/>
                    <a:lstStyle/>
                    <a:p>
                      <a:pPr marL="0" marR="0" lvl="0" indent="0" algn="l" rtl="0">
                        <a:spcBef>
                          <a:spcPts val="0"/>
                        </a:spcBef>
                        <a:spcAft>
                          <a:spcPts val="0"/>
                        </a:spcAft>
                        <a:buNone/>
                      </a:pPr>
                      <a:r>
                        <a:rPr lang="fr-FR" sz="1800"/>
                        <a:t>The police </a:t>
                      </a:r>
                      <a:r>
                        <a:rPr lang="fr-FR" sz="1800">
                          <a:solidFill>
                            <a:srgbClr val="FF0000"/>
                          </a:solidFill>
                        </a:rPr>
                        <a:t>is</a:t>
                      </a:r>
                      <a:endParaRPr sz="1800">
                        <a:solidFill>
                          <a:srgbClr val="FF0000"/>
                        </a:solidFill>
                      </a:endParaRPr>
                    </a:p>
                  </a:txBody>
                  <a:tcPr marL="121925" marR="121925" marT="45725" marB="45725">
                    <a:solidFill>
                      <a:schemeClr val="lt2"/>
                    </a:solidFill>
                  </a:tcPr>
                </a:tc>
                <a:tc>
                  <a:txBody>
                    <a:bodyPr/>
                    <a:lstStyle/>
                    <a:p>
                      <a:pPr marL="0" marR="0" lvl="0" indent="0" algn="l" rtl="0">
                        <a:spcBef>
                          <a:spcPts val="0"/>
                        </a:spcBef>
                        <a:spcAft>
                          <a:spcPts val="0"/>
                        </a:spcAft>
                        <a:buNone/>
                      </a:pPr>
                      <a:r>
                        <a:rPr lang="fr-FR" sz="1800"/>
                        <a:t>The police </a:t>
                      </a:r>
                      <a:r>
                        <a:rPr lang="fr-FR" sz="1800">
                          <a:solidFill>
                            <a:srgbClr val="FF0000"/>
                          </a:solidFill>
                        </a:rPr>
                        <a:t>are</a:t>
                      </a:r>
                      <a:endParaRPr sz="1800">
                        <a:solidFill>
                          <a:srgbClr val="FF0000"/>
                        </a:solidFill>
                      </a:endParaRPr>
                    </a:p>
                  </a:txBody>
                  <a:tcPr marL="121925" marR="121925" marT="45725" marB="45725">
                    <a:solidFill>
                      <a:schemeClr val="lt2"/>
                    </a:solidFill>
                  </a:tcPr>
                </a:tc>
                <a:extLst>
                  <a:ext uri="{0D108BD9-81ED-4DB2-BD59-A6C34878D82A}">
                    <a16:rowId xmlns:a16="http://schemas.microsoft.com/office/drawing/2014/main" val="10003"/>
                  </a:ext>
                </a:extLst>
              </a:tr>
            </a:tbl>
          </a:graphicData>
        </a:graphic>
      </p:graphicFrame>
      <p:sp>
        <p:nvSpPr>
          <p:cNvPr id="306" name="Google Shape;306;p2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fr-FR"/>
              <a:t>21</a:t>
            </a:fld>
            <a:endParaRPr/>
          </a:p>
        </p:txBody>
      </p:sp>
      <p:sp>
        <p:nvSpPr>
          <p:cNvPr id="307" name="Google Shape;307;p21"/>
          <p:cNvSpPr txBox="1"/>
          <p:nvPr/>
        </p:nvSpPr>
        <p:spPr>
          <a:xfrm>
            <a:off x="555008" y="3782115"/>
            <a:ext cx="10972800" cy="725487"/>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C000"/>
              </a:buClr>
              <a:buSzPts val="2400"/>
              <a:buFont typeface="Arial"/>
              <a:buNone/>
            </a:pPr>
            <a:br>
              <a:rPr lang="fr-FR" sz="2400" b="1" i="0" u="none" strike="noStrike" cap="none">
                <a:solidFill>
                  <a:srgbClr val="FFC000"/>
                </a:solidFill>
                <a:latin typeface="Arial"/>
                <a:ea typeface="Arial"/>
                <a:cs typeface="Arial"/>
                <a:sym typeface="Arial"/>
              </a:rPr>
            </a:br>
            <a:r>
              <a:rPr lang="fr-FR" sz="2400" b="1" i="0" u="none" strike="noStrike" cap="none">
                <a:solidFill>
                  <a:schemeClr val="dk1"/>
                </a:solidFill>
                <a:latin typeface="Arial"/>
                <a:ea typeface="Arial"/>
                <a:cs typeface="Arial"/>
                <a:sym typeface="Arial"/>
              </a:rPr>
              <a:t>Past forms of the verbs may also differ</a:t>
            </a:r>
            <a:endParaRPr sz="2400" b="1" i="0" u="none" strike="noStrike" cap="none">
              <a:solidFill>
                <a:schemeClr val="dk1"/>
              </a:solidFill>
              <a:latin typeface="Arial"/>
              <a:ea typeface="Arial"/>
              <a:cs typeface="Arial"/>
              <a:sym typeface="Arial"/>
            </a:endParaRPr>
          </a:p>
        </p:txBody>
      </p:sp>
      <p:graphicFrame>
        <p:nvGraphicFramePr>
          <p:cNvPr id="308" name="Google Shape;308;p21"/>
          <p:cNvGraphicFramePr/>
          <p:nvPr/>
        </p:nvGraphicFramePr>
        <p:xfrm>
          <a:off x="1255596" y="4668899"/>
          <a:ext cx="7806525" cy="2011720"/>
        </p:xfrm>
        <a:graphic>
          <a:graphicData uri="http://schemas.openxmlformats.org/drawingml/2006/table">
            <a:tbl>
              <a:tblPr firstRow="1" bandRow="1">
                <a:noFill/>
                <a:tableStyleId>{03426A26-8F90-4C6C-B7EB-E4A06F5E3BE2}</a:tableStyleId>
              </a:tblPr>
              <a:tblGrid>
                <a:gridCol w="3916900">
                  <a:extLst>
                    <a:ext uri="{9D8B030D-6E8A-4147-A177-3AD203B41FA5}">
                      <a16:colId xmlns:a16="http://schemas.microsoft.com/office/drawing/2014/main" val="20000"/>
                    </a:ext>
                  </a:extLst>
                </a:gridCol>
                <a:gridCol w="3889625">
                  <a:extLst>
                    <a:ext uri="{9D8B030D-6E8A-4147-A177-3AD203B41FA5}">
                      <a16:colId xmlns:a16="http://schemas.microsoft.com/office/drawing/2014/main" val="20001"/>
                    </a:ext>
                  </a:extLst>
                </a:gridCol>
              </a:tblGrid>
              <a:tr h="556125">
                <a:tc>
                  <a:txBody>
                    <a:bodyPr/>
                    <a:lstStyle/>
                    <a:p>
                      <a:pPr marL="0" marR="0" lvl="0" indent="0" algn="ctr" rtl="0">
                        <a:lnSpc>
                          <a:spcPct val="100000"/>
                        </a:lnSpc>
                        <a:spcBef>
                          <a:spcPts val="0"/>
                        </a:spcBef>
                        <a:spcAft>
                          <a:spcPts val="0"/>
                        </a:spcAft>
                        <a:buClr>
                          <a:srgbClr val="023F61"/>
                        </a:buClr>
                        <a:buSzPts val="1800"/>
                        <a:buFont typeface="Arial"/>
                        <a:buNone/>
                      </a:pPr>
                      <a:r>
                        <a:rPr lang="fr-FR" sz="1800">
                          <a:solidFill>
                            <a:srgbClr val="023F61"/>
                          </a:solidFill>
                        </a:rPr>
                        <a:t>American English</a:t>
                      </a:r>
                      <a:endParaRPr sz="1800">
                        <a:solidFill>
                          <a:srgbClr val="023F61"/>
                        </a:solidFill>
                      </a:endParaRPr>
                    </a:p>
                    <a:p>
                      <a:pPr marL="0" marR="0" lvl="0" indent="0" algn="l" rtl="0">
                        <a:spcBef>
                          <a:spcPts val="0"/>
                        </a:spcBef>
                        <a:spcAft>
                          <a:spcPts val="0"/>
                        </a:spcAft>
                        <a:buNone/>
                      </a:pPr>
                      <a:endParaRPr sz="1800"/>
                    </a:p>
                  </a:txBody>
                  <a:tcPr marL="121925" marR="121925" marT="45725" marB="45725">
                    <a:solidFill>
                      <a:schemeClr val="lt2"/>
                    </a:solidFill>
                  </a:tcPr>
                </a:tc>
                <a:tc>
                  <a:txBody>
                    <a:bodyPr/>
                    <a:lstStyle/>
                    <a:p>
                      <a:pPr marL="0" marR="0" lvl="0" indent="0" algn="ctr" rtl="0">
                        <a:lnSpc>
                          <a:spcPct val="100000"/>
                        </a:lnSpc>
                        <a:spcBef>
                          <a:spcPts val="0"/>
                        </a:spcBef>
                        <a:spcAft>
                          <a:spcPts val="0"/>
                        </a:spcAft>
                        <a:buClr>
                          <a:srgbClr val="FF0000"/>
                        </a:buClr>
                        <a:buSzPts val="1800"/>
                        <a:buFont typeface="Arial"/>
                        <a:buNone/>
                      </a:pPr>
                      <a:r>
                        <a:rPr lang="fr-FR" sz="1800">
                          <a:solidFill>
                            <a:srgbClr val="FF0000"/>
                          </a:solidFill>
                        </a:rPr>
                        <a:t>British English</a:t>
                      </a:r>
                      <a:endParaRPr sz="1800">
                        <a:solidFill>
                          <a:srgbClr val="FF0000"/>
                        </a:solidFill>
                      </a:endParaRPr>
                    </a:p>
                    <a:p>
                      <a:pPr marL="0" marR="0" lvl="0" indent="0" algn="l" rtl="0">
                        <a:spcBef>
                          <a:spcPts val="0"/>
                        </a:spcBef>
                        <a:spcAft>
                          <a:spcPts val="0"/>
                        </a:spcAft>
                        <a:buNone/>
                      </a:pPr>
                      <a:endParaRPr sz="1800"/>
                    </a:p>
                  </a:txBody>
                  <a:tcPr marL="121925" marR="121925" marT="45725" marB="45725">
                    <a:solidFill>
                      <a:schemeClr val="lt2"/>
                    </a:solidFill>
                  </a:tcPr>
                </a:tc>
                <a:extLst>
                  <a:ext uri="{0D108BD9-81ED-4DB2-BD59-A6C34878D82A}">
                    <a16:rowId xmlns:a16="http://schemas.microsoft.com/office/drawing/2014/main" val="10000"/>
                  </a:ext>
                </a:extLst>
              </a:tr>
              <a:tr h="518625">
                <a:tc>
                  <a:txBody>
                    <a:bodyPr/>
                    <a:lstStyle/>
                    <a:p>
                      <a:pPr marL="0" marR="0" lvl="0" indent="0" algn="l" rtl="0">
                        <a:spcBef>
                          <a:spcPts val="0"/>
                        </a:spcBef>
                        <a:spcAft>
                          <a:spcPts val="0"/>
                        </a:spcAft>
                        <a:buNone/>
                      </a:pPr>
                      <a:r>
                        <a:rPr lang="fr-FR" sz="1800"/>
                        <a:t>burned, learned, dreamed</a:t>
                      </a:r>
                      <a:endParaRPr sz="1800"/>
                    </a:p>
                  </a:txBody>
                  <a:tcPr marL="121925" marR="121925" marT="45725" marB="45725">
                    <a:solidFill>
                      <a:schemeClr val="lt2"/>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fr-FR" sz="1800"/>
                        <a:t>burn</a:t>
                      </a:r>
                      <a:r>
                        <a:rPr lang="fr-FR" sz="1800">
                          <a:solidFill>
                            <a:srgbClr val="FF0000"/>
                          </a:solidFill>
                        </a:rPr>
                        <a:t>t</a:t>
                      </a:r>
                      <a:r>
                        <a:rPr lang="fr-FR" sz="1800"/>
                        <a:t>, learn</a:t>
                      </a:r>
                      <a:r>
                        <a:rPr lang="fr-FR" sz="1800">
                          <a:solidFill>
                            <a:srgbClr val="FF0000"/>
                          </a:solidFill>
                        </a:rPr>
                        <a:t>t</a:t>
                      </a:r>
                      <a:r>
                        <a:rPr lang="fr-FR" sz="1800"/>
                        <a:t>, dream</a:t>
                      </a:r>
                      <a:r>
                        <a:rPr lang="fr-FR" sz="1800">
                          <a:solidFill>
                            <a:srgbClr val="FF0000"/>
                          </a:solidFill>
                        </a:rPr>
                        <a:t>t</a:t>
                      </a:r>
                      <a:endParaRPr sz="1800">
                        <a:solidFill>
                          <a:srgbClr val="FF0000"/>
                        </a:solidFill>
                      </a:endParaRPr>
                    </a:p>
                    <a:p>
                      <a:pPr marL="0" marR="0" lvl="0" indent="0" algn="l" rtl="0">
                        <a:spcBef>
                          <a:spcPts val="0"/>
                        </a:spcBef>
                        <a:spcAft>
                          <a:spcPts val="0"/>
                        </a:spcAft>
                        <a:buNone/>
                      </a:pPr>
                      <a:endParaRPr sz="1800"/>
                    </a:p>
                  </a:txBody>
                  <a:tcPr marL="121925" marR="121925" marT="45725" marB="45725">
                    <a:solidFill>
                      <a:schemeClr val="lt2"/>
                    </a:solidFill>
                  </a:tcPr>
                </a:tc>
                <a:extLst>
                  <a:ext uri="{0D108BD9-81ED-4DB2-BD59-A6C34878D82A}">
                    <a16:rowId xmlns:a16="http://schemas.microsoft.com/office/drawing/2014/main" val="10001"/>
                  </a:ext>
                </a:extLst>
              </a:tr>
              <a:tr h="358250">
                <a:tc>
                  <a:txBody>
                    <a:bodyPr/>
                    <a:lstStyle/>
                    <a:p>
                      <a:pPr marL="0" marR="0" lvl="0" indent="0" algn="l" rtl="0">
                        <a:spcBef>
                          <a:spcPts val="0"/>
                        </a:spcBef>
                        <a:spcAft>
                          <a:spcPts val="0"/>
                        </a:spcAft>
                        <a:buNone/>
                      </a:pPr>
                      <a:r>
                        <a:rPr lang="fr-FR" sz="1800"/>
                        <a:t>fit</a:t>
                      </a:r>
                      <a:endParaRPr sz="1800"/>
                    </a:p>
                  </a:txBody>
                  <a:tcPr marL="121925" marR="121925" marT="45725" marB="45725">
                    <a:solidFill>
                      <a:schemeClr val="lt2"/>
                    </a:solidFill>
                  </a:tcPr>
                </a:tc>
                <a:tc>
                  <a:txBody>
                    <a:bodyPr/>
                    <a:lstStyle/>
                    <a:p>
                      <a:pPr marL="0" marR="0" lvl="0" indent="0" algn="l" rtl="0">
                        <a:spcBef>
                          <a:spcPts val="0"/>
                        </a:spcBef>
                        <a:spcAft>
                          <a:spcPts val="0"/>
                        </a:spcAft>
                        <a:buNone/>
                      </a:pPr>
                      <a:r>
                        <a:rPr lang="fr-FR" sz="1800"/>
                        <a:t>fit</a:t>
                      </a:r>
                      <a:r>
                        <a:rPr lang="fr-FR" sz="1800">
                          <a:solidFill>
                            <a:srgbClr val="FF0000"/>
                          </a:solidFill>
                        </a:rPr>
                        <a:t>ted</a:t>
                      </a:r>
                      <a:endParaRPr sz="1800">
                        <a:solidFill>
                          <a:srgbClr val="FF0000"/>
                        </a:solidFill>
                      </a:endParaRPr>
                    </a:p>
                  </a:txBody>
                  <a:tcPr marL="121925" marR="121925" marT="45725" marB="45725">
                    <a:solidFill>
                      <a:schemeClr val="lt2"/>
                    </a:solidFill>
                  </a:tcPr>
                </a:tc>
                <a:extLst>
                  <a:ext uri="{0D108BD9-81ED-4DB2-BD59-A6C34878D82A}">
                    <a16:rowId xmlns:a16="http://schemas.microsoft.com/office/drawing/2014/main" val="10002"/>
                  </a:ext>
                </a:extLst>
              </a:tr>
              <a:tr h="358250">
                <a:tc>
                  <a:txBody>
                    <a:bodyPr/>
                    <a:lstStyle/>
                    <a:p>
                      <a:pPr marL="0" marR="0" lvl="0" indent="0" algn="l" rtl="0">
                        <a:spcBef>
                          <a:spcPts val="0"/>
                        </a:spcBef>
                        <a:spcAft>
                          <a:spcPts val="0"/>
                        </a:spcAft>
                        <a:buNone/>
                      </a:pPr>
                      <a:r>
                        <a:rPr lang="fr-FR" sz="1800"/>
                        <a:t>got</a:t>
                      </a:r>
                      <a:r>
                        <a:rPr lang="fr-FR" sz="1800">
                          <a:solidFill>
                            <a:srgbClr val="FF0000"/>
                          </a:solidFill>
                        </a:rPr>
                        <a:t>ten</a:t>
                      </a:r>
                      <a:endParaRPr sz="1800">
                        <a:solidFill>
                          <a:srgbClr val="FF0000"/>
                        </a:solidFill>
                      </a:endParaRPr>
                    </a:p>
                  </a:txBody>
                  <a:tcPr marL="121925" marR="121925" marT="45725" marB="45725">
                    <a:solidFill>
                      <a:schemeClr val="lt2"/>
                    </a:solidFill>
                  </a:tcPr>
                </a:tc>
                <a:tc>
                  <a:txBody>
                    <a:bodyPr/>
                    <a:lstStyle/>
                    <a:p>
                      <a:pPr marL="0" marR="0" lvl="0" indent="0" algn="l" rtl="0">
                        <a:spcBef>
                          <a:spcPts val="0"/>
                        </a:spcBef>
                        <a:spcAft>
                          <a:spcPts val="0"/>
                        </a:spcAft>
                        <a:buNone/>
                      </a:pPr>
                      <a:r>
                        <a:rPr lang="fr-FR" sz="1800"/>
                        <a:t>got</a:t>
                      </a:r>
                      <a:endParaRPr sz="1800"/>
                    </a:p>
                  </a:txBody>
                  <a:tcPr marL="121925" marR="121925" marT="45725" marB="45725">
                    <a:solidFill>
                      <a:schemeClr val="lt2"/>
                    </a:solidFill>
                  </a:tcPr>
                </a:tc>
                <a:extLst>
                  <a:ext uri="{0D108BD9-81ED-4DB2-BD59-A6C34878D82A}">
                    <a16:rowId xmlns:a16="http://schemas.microsoft.com/office/drawing/2014/main" val="10003"/>
                  </a:ext>
                </a:extLst>
              </a:tr>
            </a:tbl>
          </a:graphicData>
        </a:graphic>
      </p:graphicFrame>
      <p:pic>
        <p:nvPicPr>
          <p:cNvPr id="309" name="Google Shape;309;p21" descr="D:\Teaching &amp; Univ\ESPRIT\British Vs American\Pics\GIFS\gif2.jpg"/>
          <p:cNvPicPr preferRelativeResize="0"/>
          <p:nvPr/>
        </p:nvPicPr>
        <p:blipFill rotWithShape="1">
          <a:blip r:embed="rId3">
            <a:alphaModFix/>
          </a:blip>
          <a:srcRect/>
          <a:stretch/>
        </p:blipFill>
        <p:spPr>
          <a:xfrm>
            <a:off x="9709956" y="4237108"/>
            <a:ext cx="2143125" cy="21431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4">
                                            <p:txEl>
                                              <p:pRg st="0" end="0"/>
                                            </p:txEl>
                                          </p:spTgt>
                                        </p:tgtEl>
                                        <p:attrNameLst>
                                          <p:attrName>style.visibility</p:attrName>
                                        </p:attrNameLst>
                                      </p:cBhvr>
                                      <p:to>
                                        <p:strVal val="visible"/>
                                      </p:to>
                                    </p:set>
                                    <p:animEffect transition="in" filter="fade">
                                      <p:cBhvr>
                                        <p:cTn id="7" dur="1200"/>
                                        <p:tgtEl>
                                          <p:spTgt spid="30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5"/>
                                        </p:tgtEl>
                                        <p:attrNameLst>
                                          <p:attrName>style.visibility</p:attrName>
                                        </p:attrNameLst>
                                      </p:cBhvr>
                                      <p:to>
                                        <p:strVal val="visible"/>
                                      </p:to>
                                    </p:set>
                                    <p:animEffect transition="in" filter="fade">
                                      <p:cBhvr>
                                        <p:cTn id="12" dur="2000"/>
                                        <p:tgtEl>
                                          <p:spTgt spid="30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7"/>
                                        </p:tgtEl>
                                        <p:attrNameLst>
                                          <p:attrName>style.visibility</p:attrName>
                                        </p:attrNameLst>
                                      </p:cBhvr>
                                      <p:to>
                                        <p:strVal val="visible"/>
                                      </p:to>
                                    </p:set>
                                    <p:animEffect transition="in" filter="fade">
                                      <p:cBhvr>
                                        <p:cTn id="17" dur="500"/>
                                        <p:tgtEl>
                                          <p:spTgt spid="30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8"/>
                                        </p:tgtEl>
                                        <p:attrNameLst>
                                          <p:attrName>style.visibility</p:attrName>
                                        </p:attrNameLst>
                                      </p:cBhvr>
                                      <p:to>
                                        <p:strVal val="visible"/>
                                      </p:to>
                                    </p:set>
                                    <p:animEffect transition="in" filter="fade">
                                      <p:cBhvr>
                                        <p:cTn id="22" dur="20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4" name="Google Shape;314;p22"/>
          <p:cNvSpPr txBox="1">
            <a:spLocks noGrp="1"/>
          </p:cNvSpPr>
          <p:nvPr>
            <p:ph type="title"/>
          </p:nvPr>
        </p:nvSpPr>
        <p:spPr>
          <a:xfrm>
            <a:off x="777921" y="0"/>
            <a:ext cx="7956645" cy="91776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23F61"/>
              </a:buClr>
              <a:buSzPts val="2800"/>
              <a:buFont typeface="Arial"/>
              <a:buNone/>
            </a:pPr>
            <a:r>
              <a:rPr lang="fr-FR" sz="2800" b="1">
                <a:solidFill>
                  <a:srgbClr val="023F61"/>
                </a:solidFill>
              </a:rPr>
              <a:t>Differences also concern preposition usage:</a:t>
            </a:r>
            <a:endParaRPr sz="2800" b="1">
              <a:solidFill>
                <a:srgbClr val="023F61"/>
              </a:solidFill>
            </a:endParaRPr>
          </a:p>
        </p:txBody>
      </p:sp>
      <p:sp>
        <p:nvSpPr>
          <p:cNvPr id="315" name="Google Shape;315;p22"/>
          <p:cNvSpPr txBox="1">
            <a:spLocks noGrp="1"/>
          </p:cNvSpPr>
          <p:nvPr>
            <p:ph type="body" idx="1"/>
          </p:nvPr>
        </p:nvSpPr>
        <p:spPr>
          <a:xfrm>
            <a:off x="313899" y="4447490"/>
            <a:ext cx="11878101" cy="2823406"/>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None/>
            </a:pPr>
            <a:r>
              <a:rPr lang="fr-FR"/>
              <a:t>The grammatical differences also include irregular verbs, for example:</a:t>
            </a:r>
            <a:endParaRPr/>
          </a:p>
          <a:p>
            <a:pPr marL="228600" lvl="0" indent="-228600" algn="l" rtl="0">
              <a:lnSpc>
                <a:spcPct val="90000"/>
              </a:lnSpc>
              <a:spcBef>
                <a:spcPts val="1000"/>
              </a:spcBef>
              <a:spcAft>
                <a:spcPts val="0"/>
              </a:spcAft>
              <a:buClr>
                <a:srgbClr val="023F61"/>
              </a:buClr>
              <a:buSzPts val="2800"/>
              <a:buNone/>
            </a:pPr>
            <a:r>
              <a:rPr lang="fr-FR" b="1">
                <a:solidFill>
                  <a:srgbClr val="023F61"/>
                </a:solidFill>
              </a:rPr>
              <a:t>British</a:t>
            </a:r>
            <a:r>
              <a:rPr lang="fr-FR" b="1"/>
              <a:t> </a:t>
            </a:r>
            <a:r>
              <a:rPr lang="fr-FR" b="1">
                <a:solidFill>
                  <a:srgbClr val="023F61"/>
                </a:solidFill>
              </a:rPr>
              <a:t>English</a:t>
            </a:r>
            <a:r>
              <a:rPr lang="fr-FR" b="1"/>
              <a:t>			</a:t>
            </a:r>
            <a:r>
              <a:rPr lang="fr-FR" b="1">
                <a:solidFill>
                  <a:srgbClr val="023F61"/>
                </a:solidFill>
              </a:rPr>
              <a:t>American English</a:t>
            </a:r>
            <a:endParaRPr/>
          </a:p>
          <a:p>
            <a:pPr marL="228600" lvl="0" indent="-228600" algn="l" rtl="0">
              <a:lnSpc>
                <a:spcPct val="90000"/>
              </a:lnSpc>
              <a:spcBef>
                <a:spcPts val="1000"/>
              </a:spcBef>
              <a:spcAft>
                <a:spcPts val="0"/>
              </a:spcAft>
              <a:buClr>
                <a:schemeClr val="dk1"/>
              </a:buClr>
              <a:buSzPts val="2800"/>
              <a:buNone/>
            </a:pPr>
            <a:r>
              <a:rPr lang="fr-FR"/>
              <a:t>spill, spilt, spilt			spill, spilled, spilled</a:t>
            </a:r>
            <a:endParaRPr/>
          </a:p>
          <a:p>
            <a:pPr marL="228600" lvl="0" indent="-228600" algn="l" rtl="0">
              <a:lnSpc>
                <a:spcPct val="90000"/>
              </a:lnSpc>
              <a:spcBef>
                <a:spcPts val="1000"/>
              </a:spcBef>
              <a:spcAft>
                <a:spcPts val="0"/>
              </a:spcAft>
              <a:buClr>
                <a:schemeClr val="dk1"/>
              </a:buClr>
              <a:buSzPts val="2800"/>
              <a:buNone/>
            </a:pPr>
            <a:r>
              <a:rPr lang="fr-FR"/>
              <a:t>dive, dived, dived		dive, dove, dived</a:t>
            </a:r>
            <a:br>
              <a:rPr lang="fr-FR"/>
            </a:br>
            <a:endParaRPr/>
          </a:p>
        </p:txBody>
      </p:sp>
      <p:pic>
        <p:nvPicPr>
          <p:cNvPr id="316" name="Google Shape;316;p22" descr="C:\Users\Lenovo\OneDrive\Desktop\Grammatical-differences-UK-vs-US.png"/>
          <p:cNvPicPr preferRelativeResize="0"/>
          <p:nvPr/>
        </p:nvPicPr>
        <p:blipFill rotWithShape="1">
          <a:blip r:embed="rId3">
            <a:alphaModFix/>
          </a:blip>
          <a:srcRect/>
          <a:stretch/>
        </p:blipFill>
        <p:spPr>
          <a:xfrm>
            <a:off x="2406556" y="947155"/>
            <a:ext cx="9580728" cy="3427650"/>
          </a:xfrm>
          <a:prstGeom prst="rect">
            <a:avLst/>
          </a:prstGeom>
          <a:noFill/>
          <a:ln>
            <a:noFill/>
          </a:ln>
        </p:spPr>
      </p:pic>
      <p:sp>
        <p:nvSpPr>
          <p:cNvPr id="317" name="Google Shape;317;p22"/>
          <p:cNvSpPr/>
          <p:nvPr/>
        </p:nvSpPr>
        <p:spPr>
          <a:xfrm>
            <a:off x="3370997" y="5595582"/>
            <a:ext cx="1023582" cy="259308"/>
          </a:xfrm>
          <a:prstGeom prst="notchedRightArrow">
            <a:avLst>
              <a:gd name="adj1" fmla="val 50000"/>
              <a:gd name="adj2" fmla="val 50000"/>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8" name="Google Shape;318;p22"/>
          <p:cNvSpPr/>
          <p:nvPr/>
        </p:nvSpPr>
        <p:spPr>
          <a:xfrm>
            <a:off x="3384644" y="6114196"/>
            <a:ext cx="1023582" cy="259308"/>
          </a:xfrm>
          <a:prstGeom prst="notchedRightArrow">
            <a:avLst>
              <a:gd name="adj1" fmla="val 50000"/>
              <a:gd name="adj2" fmla="val 50000"/>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9" name="Google Shape;319;p22"/>
          <p:cNvSpPr/>
          <p:nvPr/>
        </p:nvSpPr>
        <p:spPr>
          <a:xfrm>
            <a:off x="9049516" y="1888851"/>
            <a:ext cx="723333" cy="354842"/>
          </a:xfrm>
          <a:prstGeom prst="plaque">
            <a:avLst>
              <a:gd name="adj" fmla="val 16667"/>
            </a:avLst>
          </a:prstGeom>
          <a:solidFill>
            <a:schemeClr val="lt2"/>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rgbClr val="023F61"/>
                </a:solidFill>
                <a:latin typeface="Arial"/>
                <a:ea typeface="Arial"/>
                <a:cs typeface="Arial"/>
                <a:sym typeface="Arial"/>
              </a:rPr>
              <a:t>?</a:t>
            </a:r>
            <a:endParaRPr sz="1800" b="1">
              <a:solidFill>
                <a:srgbClr val="023F61"/>
              </a:solidFill>
              <a:latin typeface="Arial"/>
              <a:ea typeface="Arial"/>
              <a:cs typeface="Arial"/>
              <a:sym typeface="Arial"/>
            </a:endParaRPr>
          </a:p>
        </p:txBody>
      </p:sp>
      <p:sp>
        <p:nvSpPr>
          <p:cNvPr id="320" name="Google Shape;320;p22"/>
          <p:cNvSpPr/>
          <p:nvPr/>
        </p:nvSpPr>
        <p:spPr>
          <a:xfrm>
            <a:off x="4641290" y="2393817"/>
            <a:ext cx="409432" cy="409433"/>
          </a:xfrm>
          <a:prstGeom prst="plaque">
            <a:avLst>
              <a:gd name="adj" fmla="val 16667"/>
            </a:avLst>
          </a:prstGeom>
          <a:solidFill>
            <a:schemeClr val="lt2"/>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rgbClr val="023F61"/>
                </a:solidFill>
                <a:latin typeface="Arial"/>
                <a:ea typeface="Arial"/>
                <a:cs typeface="Arial"/>
                <a:sym typeface="Arial"/>
              </a:rPr>
              <a:t>?</a:t>
            </a:r>
            <a:endParaRPr sz="1800" b="1">
              <a:solidFill>
                <a:srgbClr val="023F61"/>
              </a:solidFill>
              <a:latin typeface="Arial"/>
              <a:ea typeface="Arial"/>
              <a:cs typeface="Arial"/>
              <a:sym typeface="Arial"/>
            </a:endParaRPr>
          </a:p>
        </p:txBody>
      </p:sp>
      <p:sp>
        <p:nvSpPr>
          <p:cNvPr id="321" name="Google Shape;321;p22"/>
          <p:cNvSpPr/>
          <p:nvPr/>
        </p:nvSpPr>
        <p:spPr>
          <a:xfrm>
            <a:off x="8094172" y="2939729"/>
            <a:ext cx="388645" cy="354842"/>
          </a:xfrm>
          <a:prstGeom prst="plaque">
            <a:avLst>
              <a:gd name="adj" fmla="val 16667"/>
            </a:avLst>
          </a:prstGeom>
          <a:solidFill>
            <a:schemeClr val="lt2"/>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rgbClr val="023F61"/>
                </a:solidFill>
                <a:latin typeface="Arial"/>
                <a:ea typeface="Arial"/>
                <a:cs typeface="Arial"/>
                <a:sym typeface="Arial"/>
              </a:rPr>
              <a:t>?</a:t>
            </a:r>
            <a:endParaRPr sz="1800" b="1">
              <a:solidFill>
                <a:srgbClr val="023F61"/>
              </a:solidFill>
              <a:latin typeface="Arial"/>
              <a:ea typeface="Arial"/>
              <a:cs typeface="Arial"/>
              <a:sym typeface="Arial"/>
            </a:endParaRPr>
          </a:p>
        </p:txBody>
      </p:sp>
      <p:sp>
        <p:nvSpPr>
          <p:cNvPr id="322" name="Google Shape;322;p22"/>
          <p:cNvSpPr/>
          <p:nvPr/>
        </p:nvSpPr>
        <p:spPr>
          <a:xfrm>
            <a:off x="4654937" y="3744947"/>
            <a:ext cx="477674" cy="327545"/>
          </a:xfrm>
          <a:prstGeom prst="plaque">
            <a:avLst>
              <a:gd name="adj" fmla="val 16667"/>
            </a:avLst>
          </a:prstGeom>
          <a:solidFill>
            <a:schemeClr val="lt2"/>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rgbClr val="023F61"/>
                </a:solidFill>
                <a:latin typeface="Arial"/>
                <a:ea typeface="Arial"/>
                <a:cs typeface="Arial"/>
                <a:sym typeface="Arial"/>
              </a:rPr>
              <a:t>?</a:t>
            </a:r>
            <a:endParaRPr sz="1800" b="1">
              <a:solidFill>
                <a:srgbClr val="023F61"/>
              </a:solidFill>
              <a:latin typeface="Arial"/>
              <a:ea typeface="Arial"/>
              <a:cs typeface="Arial"/>
              <a:sym typeface="Arial"/>
            </a:endParaRPr>
          </a:p>
        </p:txBody>
      </p:sp>
      <p:sp>
        <p:nvSpPr>
          <p:cNvPr id="323" name="Google Shape;323;p22"/>
          <p:cNvSpPr txBox="1"/>
          <p:nvPr/>
        </p:nvSpPr>
        <p:spPr>
          <a:xfrm>
            <a:off x="0" y="1637730"/>
            <a:ext cx="3671251" cy="223823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C00000"/>
              </a:buClr>
              <a:buSzPts val="2800"/>
              <a:buFont typeface="Arial"/>
              <a:buNone/>
            </a:pPr>
            <a:r>
              <a:rPr lang="fr-FR" sz="2800">
                <a:solidFill>
                  <a:srgbClr val="C00000"/>
                </a:solidFill>
                <a:latin typeface="Arial"/>
                <a:ea typeface="Arial"/>
                <a:cs typeface="Arial"/>
                <a:sym typeface="Arial"/>
              </a:rPr>
              <a:t>G</a:t>
            </a:r>
            <a:r>
              <a:rPr lang="fr-FR" sz="2800" b="0" i="0" u="none" strike="noStrike" cap="none">
                <a:solidFill>
                  <a:srgbClr val="C00000"/>
                </a:solidFill>
                <a:latin typeface="Arial"/>
                <a:ea typeface="Arial"/>
                <a:cs typeface="Arial"/>
                <a:sym typeface="Arial"/>
              </a:rPr>
              <a:t>uess the equivalent prep</a:t>
            </a:r>
            <a:r>
              <a:rPr lang="fr-FR" sz="2800">
                <a:solidFill>
                  <a:srgbClr val="C00000"/>
                </a:solidFill>
                <a:latin typeface="Arial"/>
                <a:ea typeface="Arial"/>
                <a:cs typeface="Arial"/>
                <a:sym typeface="Arial"/>
              </a:rPr>
              <a:t>osition</a:t>
            </a:r>
            <a:r>
              <a:rPr lang="fr-FR" sz="2800" b="0" i="0" u="none" strike="noStrike" cap="none">
                <a:solidFill>
                  <a:srgbClr val="C00000"/>
                </a:solidFill>
                <a:latin typeface="Arial"/>
                <a:ea typeface="Arial"/>
                <a:cs typeface="Arial"/>
                <a:sym typeface="Arial"/>
              </a:rPr>
              <a:t> in each example.</a:t>
            </a:r>
            <a:endParaRPr sz="2800" b="0" i="0" u="none" strike="noStrike" cap="none">
              <a:solidFill>
                <a:srgbClr val="C00000"/>
              </a:solidFill>
              <a:latin typeface="Arial"/>
              <a:ea typeface="Arial"/>
              <a:cs typeface="Arial"/>
              <a:sym typeface="Arial"/>
            </a:endParaRPr>
          </a:p>
        </p:txBody>
      </p:sp>
      <p:sp>
        <p:nvSpPr>
          <p:cNvPr id="324" name="Google Shape;324;p2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fr-FR"/>
              <a:t>22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6"/>
                                        </p:tgtEl>
                                        <p:attrNameLst>
                                          <p:attrName>style.visibility</p:attrName>
                                        </p:attrNameLst>
                                      </p:cBhvr>
                                      <p:to>
                                        <p:strVal val="visible"/>
                                      </p:to>
                                    </p:set>
                                    <p:animEffect transition="in" filter="fade">
                                      <p:cBhvr>
                                        <p:cTn id="7" dur="500"/>
                                        <p:tgtEl>
                                          <p:spTgt spid="3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1000"/>
                                        <p:tgtEl>
                                          <p:spTgt spid="319"/>
                                        </p:tgtEl>
                                      </p:cBhvr>
                                    </p:animEffect>
                                    <p:set>
                                      <p:cBhvr>
                                        <p:cTn id="12" dur="1" fill="hold">
                                          <p:stCondLst>
                                            <p:cond delay="1000"/>
                                          </p:stCondLst>
                                        </p:cTn>
                                        <p:tgtEl>
                                          <p:spTgt spid="31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1000"/>
                                        <p:tgtEl>
                                          <p:spTgt spid="320"/>
                                        </p:tgtEl>
                                      </p:cBhvr>
                                    </p:animEffect>
                                    <p:set>
                                      <p:cBhvr>
                                        <p:cTn id="17" dur="1" fill="hold">
                                          <p:stCondLst>
                                            <p:cond delay="1000"/>
                                          </p:stCondLst>
                                        </p:cTn>
                                        <p:tgtEl>
                                          <p:spTgt spid="32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1000"/>
                                        <p:tgtEl>
                                          <p:spTgt spid="321"/>
                                        </p:tgtEl>
                                      </p:cBhvr>
                                    </p:animEffect>
                                    <p:set>
                                      <p:cBhvr>
                                        <p:cTn id="22" dur="1" fill="hold">
                                          <p:stCondLst>
                                            <p:cond delay="1000"/>
                                          </p:stCondLst>
                                        </p:cTn>
                                        <p:tgtEl>
                                          <p:spTgt spid="32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1000"/>
                                        <p:tgtEl>
                                          <p:spTgt spid="322"/>
                                        </p:tgtEl>
                                      </p:cBhvr>
                                    </p:animEffect>
                                    <p:set>
                                      <p:cBhvr>
                                        <p:cTn id="27" dur="1" fill="hold">
                                          <p:stCondLst>
                                            <p:cond delay="1000"/>
                                          </p:stCondLst>
                                        </p:cTn>
                                        <p:tgtEl>
                                          <p:spTgt spid="32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5">
                                            <p:txEl>
                                              <p:pRg st="0" end="0"/>
                                            </p:txEl>
                                          </p:spTgt>
                                        </p:tgtEl>
                                        <p:attrNameLst>
                                          <p:attrName>style.visibility</p:attrName>
                                        </p:attrNameLst>
                                      </p:cBhvr>
                                      <p:to>
                                        <p:strVal val="visible"/>
                                      </p:to>
                                    </p:set>
                                    <p:animEffect transition="in" filter="fade">
                                      <p:cBhvr>
                                        <p:cTn id="32" dur="500"/>
                                        <p:tgtEl>
                                          <p:spTgt spid="31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15">
                                            <p:txEl>
                                              <p:pRg st="1" end="1"/>
                                            </p:txEl>
                                          </p:spTgt>
                                        </p:tgtEl>
                                        <p:attrNameLst>
                                          <p:attrName>style.visibility</p:attrName>
                                        </p:attrNameLst>
                                      </p:cBhvr>
                                      <p:to>
                                        <p:strVal val="visible"/>
                                      </p:to>
                                    </p:set>
                                    <p:animEffect transition="in" filter="fade">
                                      <p:cBhvr>
                                        <p:cTn id="37" dur="500"/>
                                        <p:tgtEl>
                                          <p:spTgt spid="315">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15">
                                            <p:txEl>
                                              <p:pRg st="2" end="2"/>
                                            </p:txEl>
                                          </p:spTgt>
                                        </p:tgtEl>
                                        <p:attrNameLst>
                                          <p:attrName>style.visibility</p:attrName>
                                        </p:attrNameLst>
                                      </p:cBhvr>
                                      <p:to>
                                        <p:strVal val="visible"/>
                                      </p:to>
                                    </p:set>
                                    <p:animEffect transition="in" filter="fade">
                                      <p:cBhvr>
                                        <p:cTn id="42" dur="500"/>
                                        <p:tgtEl>
                                          <p:spTgt spid="315">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15">
                                            <p:txEl>
                                              <p:pRg st="3" end="3"/>
                                            </p:txEl>
                                          </p:spTgt>
                                        </p:tgtEl>
                                        <p:attrNameLst>
                                          <p:attrName>style.visibility</p:attrName>
                                        </p:attrNameLst>
                                      </p:cBhvr>
                                      <p:to>
                                        <p:strVal val="visible"/>
                                      </p:to>
                                    </p:set>
                                    <p:animEffect transition="in" filter="fade">
                                      <p:cBhvr>
                                        <p:cTn id="47" dur="500"/>
                                        <p:tgtEl>
                                          <p:spTgt spid="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3"/>
          <p:cNvSpPr txBox="1">
            <a:spLocks noGrp="1"/>
          </p:cNvSpPr>
          <p:nvPr>
            <p:ph type="title"/>
          </p:nvPr>
        </p:nvSpPr>
        <p:spPr>
          <a:xfrm>
            <a:off x="1220337" y="191069"/>
            <a:ext cx="10515600" cy="7779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Arial"/>
              <a:buNone/>
            </a:pPr>
            <a:r>
              <a:rPr lang="fr-FR">
                <a:solidFill>
                  <a:srgbClr val="C00000"/>
                </a:solidFill>
              </a:rPr>
              <a:t>Can you name these objects in English? </a:t>
            </a:r>
            <a:endParaRPr>
              <a:solidFill>
                <a:srgbClr val="C00000"/>
              </a:solidFill>
            </a:endParaRPr>
          </a:p>
        </p:txBody>
      </p:sp>
      <p:sp>
        <p:nvSpPr>
          <p:cNvPr id="330" name="Google Shape;330;p2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23</a:t>
            </a:fld>
            <a:endParaRPr/>
          </a:p>
        </p:txBody>
      </p:sp>
      <p:pic>
        <p:nvPicPr>
          <p:cNvPr id="331" name="Google Shape;331;p23" descr="http://www.ebuyer.com/blog/wp-content/uploads/2014/02/eraser-icon.png"/>
          <p:cNvPicPr preferRelativeResize="0">
            <a:picLocks noGrp="1"/>
          </p:cNvPicPr>
          <p:nvPr>
            <p:ph type="body" idx="1"/>
          </p:nvPr>
        </p:nvPicPr>
        <p:blipFill rotWithShape="1">
          <a:blip r:embed="rId3">
            <a:alphaModFix/>
          </a:blip>
          <a:srcRect r="6976"/>
          <a:stretch/>
        </p:blipFill>
        <p:spPr>
          <a:xfrm>
            <a:off x="2142697" y="2058577"/>
            <a:ext cx="1473959" cy="1271477"/>
          </a:xfrm>
          <a:prstGeom prst="rect">
            <a:avLst/>
          </a:prstGeom>
          <a:noFill/>
          <a:ln>
            <a:noFill/>
          </a:ln>
        </p:spPr>
      </p:pic>
      <p:pic>
        <p:nvPicPr>
          <p:cNvPr id="332" name="Google Shape;332;p23" descr="http://pixabay.com/static/uploads/photo/2013/07/12/13/47/bin-147288_640.png"/>
          <p:cNvPicPr preferRelativeResize="0"/>
          <p:nvPr/>
        </p:nvPicPr>
        <p:blipFill rotWithShape="1">
          <a:blip r:embed="rId4">
            <a:alphaModFix/>
          </a:blip>
          <a:srcRect/>
          <a:stretch/>
        </p:blipFill>
        <p:spPr>
          <a:xfrm>
            <a:off x="2210939" y="3480179"/>
            <a:ext cx="1310184" cy="1539825"/>
          </a:xfrm>
          <a:prstGeom prst="rect">
            <a:avLst/>
          </a:prstGeom>
          <a:noFill/>
          <a:ln>
            <a:noFill/>
          </a:ln>
        </p:spPr>
      </p:pic>
      <p:pic>
        <p:nvPicPr>
          <p:cNvPr id="333" name="Google Shape;333;p23" descr="http://3.bp.blogspot.com/-fkJqQVgIj9w/UoPs86j3mEI/AAAAAAAAA4I/uphRm59fZbk/s1600/shop.png"/>
          <p:cNvPicPr preferRelativeResize="0"/>
          <p:nvPr/>
        </p:nvPicPr>
        <p:blipFill rotWithShape="1">
          <a:blip r:embed="rId5">
            <a:alphaModFix/>
          </a:blip>
          <a:srcRect/>
          <a:stretch/>
        </p:blipFill>
        <p:spPr>
          <a:xfrm>
            <a:off x="2156346" y="5020100"/>
            <a:ext cx="1624085" cy="1837899"/>
          </a:xfrm>
          <a:prstGeom prst="rect">
            <a:avLst/>
          </a:prstGeom>
          <a:noFill/>
          <a:ln>
            <a:noFill/>
          </a:ln>
          <a:effectLst>
            <a:outerShdw blurRad="50800" dist="38100" dir="2700000" algn="tl" rotWithShape="0">
              <a:srgbClr val="000000">
                <a:alpha val="40000"/>
              </a:srgbClr>
            </a:outerShdw>
          </a:effectLst>
        </p:spPr>
      </p:pic>
      <p:pic>
        <p:nvPicPr>
          <p:cNvPr id="335" name="Google Shape;335;p23"/>
          <p:cNvPicPr preferRelativeResize="0"/>
          <p:nvPr/>
        </p:nvPicPr>
        <p:blipFill rotWithShape="1">
          <a:blip r:embed="rId6">
            <a:alphaModFix/>
          </a:blip>
          <a:srcRect/>
          <a:stretch/>
        </p:blipFill>
        <p:spPr>
          <a:xfrm>
            <a:off x="218364" y="1487606"/>
            <a:ext cx="1624084" cy="890833"/>
          </a:xfrm>
          <a:prstGeom prst="rect">
            <a:avLst/>
          </a:prstGeom>
          <a:noFill/>
          <a:ln>
            <a:noFill/>
          </a:ln>
        </p:spPr>
      </p:pic>
      <p:pic>
        <p:nvPicPr>
          <p:cNvPr id="336" name="Google Shape;336;p23"/>
          <p:cNvPicPr preferRelativeResize="0"/>
          <p:nvPr/>
        </p:nvPicPr>
        <p:blipFill rotWithShape="1">
          <a:blip r:embed="rId7">
            <a:alphaModFix/>
          </a:blip>
          <a:srcRect/>
          <a:stretch/>
        </p:blipFill>
        <p:spPr>
          <a:xfrm>
            <a:off x="4106017" y="1501255"/>
            <a:ext cx="1512167" cy="812190"/>
          </a:xfrm>
          <a:prstGeom prst="rect">
            <a:avLst/>
          </a:prstGeom>
          <a:noFill/>
          <a:ln>
            <a:noFill/>
          </a:ln>
        </p:spPr>
      </p:pic>
      <p:pic>
        <p:nvPicPr>
          <p:cNvPr id="337" name="Google Shape;337;p23"/>
          <p:cNvPicPr preferRelativeResize="0"/>
          <p:nvPr/>
        </p:nvPicPr>
        <p:blipFill rotWithShape="1">
          <a:blip r:embed="rId6">
            <a:alphaModFix/>
          </a:blip>
          <a:srcRect/>
          <a:stretch/>
        </p:blipFill>
        <p:spPr>
          <a:xfrm>
            <a:off x="6864822" y="1433015"/>
            <a:ext cx="1473959" cy="890833"/>
          </a:xfrm>
          <a:prstGeom prst="rect">
            <a:avLst/>
          </a:prstGeom>
          <a:noFill/>
          <a:ln>
            <a:noFill/>
          </a:ln>
        </p:spPr>
      </p:pic>
      <p:pic>
        <p:nvPicPr>
          <p:cNvPr id="338" name="Google Shape;338;p23"/>
          <p:cNvPicPr preferRelativeResize="0"/>
          <p:nvPr/>
        </p:nvPicPr>
        <p:blipFill rotWithShape="1">
          <a:blip r:embed="rId7">
            <a:alphaModFix/>
          </a:blip>
          <a:srcRect/>
          <a:stretch/>
        </p:blipFill>
        <p:spPr>
          <a:xfrm>
            <a:off x="10315748" y="1446664"/>
            <a:ext cx="1512167" cy="839486"/>
          </a:xfrm>
          <a:prstGeom prst="rect">
            <a:avLst/>
          </a:prstGeom>
          <a:noFill/>
          <a:ln>
            <a:noFill/>
          </a:ln>
        </p:spPr>
      </p:pic>
      <p:pic>
        <p:nvPicPr>
          <p:cNvPr id="339" name="Google Shape;339;p23" descr="C:\Users\Lenovo\OneDrive\Desktop\istockphoto-165070591-170667a.jpg"/>
          <p:cNvPicPr preferRelativeResize="0"/>
          <p:nvPr/>
        </p:nvPicPr>
        <p:blipFill rotWithShape="1">
          <a:blip r:embed="rId8">
            <a:alphaModFix/>
          </a:blip>
          <a:srcRect/>
          <a:stretch/>
        </p:blipFill>
        <p:spPr>
          <a:xfrm>
            <a:off x="8725468" y="3007974"/>
            <a:ext cx="1419367" cy="1484313"/>
          </a:xfrm>
          <a:prstGeom prst="rect">
            <a:avLst/>
          </a:prstGeom>
          <a:noFill/>
          <a:ln>
            <a:noFill/>
          </a:ln>
        </p:spPr>
      </p:pic>
      <p:pic>
        <p:nvPicPr>
          <p:cNvPr id="340" name="Google Shape;340;p23" descr="C:\Users\Lenovo\OneDrive\Desktop\téléchargement.png"/>
          <p:cNvPicPr preferRelativeResize="0"/>
          <p:nvPr/>
        </p:nvPicPr>
        <p:blipFill rotWithShape="1">
          <a:blip r:embed="rId9">
            <a:alphaModFix/>
          </a:blip>
          <a:srcRect/>
          <a:stretch/>
        </p:blipFill>
        <p:spPr>
          <a:xfrm>
            <a:off x="8750182" y="5377218"/>
            <a:ext cx="1321866" cy="1480782"/>
          </a:xfrm>
          <a:prstGeom prst="rect">
            <a:avLst/>
          </a:prstGeom>
          <a:noFill/>
          <a:ln>
            <a:noFill/>
          </a:ln>
        </p:spPr>
      </p:pic>
      <p:sp>
        <p:nvSpPr>
          <p:cNvPr id="341" name="Google Shape;341;p23"/>
          <p:cNvSpPr txBox="1"/>
          <p:nvPr/>
        </p:nvSpPr>
        <p:spPr>
          <a:xfrm>
            <a:off x="4258101" y="2866028"/>
            <a:ext cx="15421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FF0000"/>
                </a:solidFill>
                <a:latin typeface="Arial"/>
                <a:ea typeface="Arial"/>
                <a:cs typeface="Arial"/>
                <a:sym typeface="Arial"/>
              </a:rPr>
              <a:t>Rubber</a:t>
            </a:r>
            <a:endParaRPr sz="1800" b="1">
              <a:solidFill>
                <a:srgbClr val="FF0000"/>
              </a:solidFill>
              <a:latin typeface="Arial"/>
              <a:ea typeface="Arial"/>
              <a:cs typeface="Arial"/>
              <a:sym typeface="Arial"/>
            </a:endParaRPr>
          </a:p>
        </p:txBody>
      </p:sp>
      <p:sp>
        <p:nvSpPr>
          <p:cNvPr id="342" name="Google Shape;342;p23"/>
          <p:cNvSpPr txBox="1"/>
          <p:nvPr/>
        </p:nvSpPr>
        <p:spPr>
          <a:xfrm>
            <a:off x="177420" y="2906972"/>
            <a:ext cx="15421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023F61"/>
                </a:solidFill>
                <a:latin typeface="Arial"/>
                <a:ea typeface="Arial"/>
                <a:cs typeface="Arial"/>
                <a:sym typeface="Arial"/>
              </a:rPr>
              <a:t>Eraser</a:t>
            </a:r>
            <a:endParaRPr sz="1800" b="1">
              <a:solidFill>
                <a:srgbClr val="023F61"/>
              </a:solidFill>
              <a:latin typeface="Arial"/>
              <a:ea typeface="Arial"/>
              <a:cs typeface="Arial"/>
              <a:sym typeface="Arial"/>
            </a:endParaRPr>
          </a:p>
        </p:txBody>
      </p:sp>
      <p:sp>
        <p:nvSpPr>
          <p:cNvPr id="343" name="Google Shape;343;p23"/>
          <p:cNvSpPr txBox="1"/>
          <p:nvPr/>
        </p:nvSpPr>
        <p:spPr>
          <a:xfrm>
            <a:off x="4203510" y="4094327"/>
            <a:ext cx="15421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FF0000"/>
                </a:solidFill>
                <a:latin typeface="Arial"/>
                <a:ea typeface="Arial"/>
                <a:cs typeface="Arial"/>
                <a:sym typeface="Arial"/>
              </a:rPr>
              <a:t>Rubbish</a:t>
            </a:r>
            <a:endParaRPr sz="1800" b="1">
              <a:solidFill>
                <a:srgbClr val="FF0000"/>
              </a:solidFill>
              <a:latin typeface="Arial"/>
              <a:ea typeface="Arial"/>
              <a:cs typeface="Arial"/>
              <a:sym typeface="Arial"/>
            </a:endParaRPr>
          </a:p>
        </p:txBody>
      </p:sp>
      <p:sp>
        <p:nvSpPr>
          <p:cNvPr id="344" name="Google Shape;344;p23"/>
          <p:cNvSpPr txBox="1"/>
          <p:nvPr/>
        </p:nvSpPr>
        <p:spPr>
          <a:xfrm>
            <a:off x="204716" y="4176214"/>
            <a:ext cx="15421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023F61"/>
                </a:solidFill>
                <a:latin typeface="Arial"/>
                <a:ea typeface="Arial"/>
                <a:cs typeface="Arial"/>
                <a:sym typeface="Arial"/>
              </a:rPr>
              <a:t>Garbage</a:t>
            </a:r>
            <a:endParaRPr sz="1800" b="1">
              <a:solidFill>
                <a:srgbClr val="023F61"/>
              </a:solidFill>
              <a:latin typeface="Arial"/>
              <a:ea typeface="Arial"/>
              <a:cs typeface="Arial"/>
              <a:sym typeface="Arial"/>
            </a:endParaRPr>
          </a:p>
        </p:txBody>
      </p:sp>
      <p:sp>
        <p:nvSpPr>
          <p:cNvPr id="345" name="Google Shape;345;p23"/>
          <p:cNvSpPr txBox="1"/>
          <p:nvPr/>
        </p:nvSpPr>
        <p:spPr>
          <a:xfrm>
            <a:off x="4258101" y="5868535"/>
            <a:ext cx="15421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FF0000"/>
                </a:solidFill>
                <a:latin typeface="Arial"/>
                <a:ea typeface="Arial"/>
                <a:cs typeface="Arial"/>
                <a:sym typeface="Arial"/>
              </a:rPr>
              <a:t>Shop</a:t>
            </a:r>
            <a:endParaRPr sz="1800" b="1">
              <a:solidFill>
                <a:srgbClr val="FF0000"/>
              </a:solidFill>
              <a:latin typeface="Arial"/>
              <a:ea typeface="Arial"/>
              <a:cs typeface="Arial"/>
              <a:sym typeface="Arial"/>
            </a:endParaRPr>
          </a:p>
        </p:txBody>
      </p:sp>
      <p:sp>
        <p:nvSpPr>
          <p:cNvPr id="346" name="Google Shape;346;p23"/>
          <p:cNvSpPr txBox="1"/>
          <p:nvPr/>
        </p:nvSpPr>
        <p:spPr>
          <a:xfrm>
            <a:off x="341194" y="5964070"/>
            <a:ext cx="15421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023F61"/>
                </a:solidFill>
                <a:latin typeface="Arial"/>
                <a:ea typeface="Arial"/>
                <a:cs typeface="Arial"/>
                <a:sym typeface="Arial"/>
              </a:rPr>
              <a:t>Store</a:t>
            </a:r>
            <a:endParaRPr sz="1800" b="1">
              <a:solidFill>
                <a:srgbClr val="023F61"/>
              </a:solidFill>
              <a:latin typeface="Arial"/>
              <a:ea typeface="Arial"/>
              <a:cs typeface="Arial"/>
              <a:sym typeface="Arial"/>
            </a:endParaRPr>
          </a:p>
        </p:txBody>
      </p:sp>
      <p:sp>
        <p:nvSpPr>
          <p:cNvPr id="349" name="Google Shape;349;p23"/>
          <p:cNvSpPr txBox="1"/>
          <p:nvPr/>
        </p:nvSpPr>
        <p:spPr>
          <a:xfrm>
            <a:off x="6851536" y="3380798"/>
            <a:ext cx="15421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dirty="0">
                <a:solidFill>
                  <a:srgbClr val="023F61"/>
                </a:solidFill>
                <a:latin typeface="Arial"/>
                <a:ea typeface="Arial"/>
                <a:cs typeface="Arial"/>
                <a:sym typeface="Arial"/>
              </a:rPr>
              <a:t>Faucet</a:t>
            </a:r>
            <a:endParaRPr sz="1800" b="1" dirty="0">
              <a:solidFill>
                <a:srgbClr val="023F61"/>
              </a:solidFill>
              <a:latin typeface="Arial"/>
              <a:ea typeface="Arial"/>
              <a:cs typeface="Arial"/>
              <a:sym typeface="Arial"/>
            </a:endParaRPr>
          </a:p>
        </p:txBody>
      </p:sp>
      <p:sp>
        <p:nvSpPr>
          <p:cNvPr id="350" name="Google Shape;350;p23"/>
          <p:cNvSpPr txBox="1"/>
          <p:nvPr/>
        </p:nvSpPr>
        <p:spPr>
          <a:xfrm>
            <a:off x="10486030" y="5991366"/>
            <a:ext cx="15421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FF0000"/>
                </a:solidFill>
                <a:latin typeface="Arial"/>
                <a:ea typeface="Arial"/>
                <a:cs typeface="Arial"/>
                <a:sym typeface="Arial"/>
              </a:rPr>
              <a:t>Purse</a:t>
            </a:r>
            <a:endParaRPr sz="1800" b="1">
              <a:solidFill>
                <a:srgbClr val="FF0000"/>
              </a:solidFill>
              <a:latin typeface="Arial"/>
              <a:ea typeface="Arial"/>
              <a:cs typeface="Arial"/>
              <a:sym typeface="Arial"/>
            </a:endParaRPr>
          </a:p>
        </p:txBody>
      </p:sp>
      <p:sp>
        <p:nvSpPr>
          <p:cNvPr id="351" name="Google Shape;351;p23"/>
          <p:cNvSpPr txBox="1"/>
          <p:nvPr/>
        </p:nvSpPr>
        <p:spPr>
          <a:xfrm>
            <a:off x="6883022" y="5868536"/>
            <a:ext cx="15421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023F61"/>
                </a:solidFill>
                <a:latin typeface="Arial"/>
                <a:ea typeface="Arial"/>
                <a:cs typeface="Arial"/>
                <a:sym typeface="Arial"/>
              </a:rPr>
              <a:t>Handbag</a:t>
            </a:r>
            <a:endParaRPr sz="1800" b="1">
              <a:solidFill>
                <a:srgbClr val="023F61"/>
              </a:solidFill>
              <a:latin typeface="Arial"/>
              <a:ea typeface="Arial"/>
              <a:cs typeface="Arial"/>
              <a:sym typeface="Arial"/>
            </a:endParaRPr>
          </a:p>
        </p:txBody>
      </p:sp>
      <p:sp>
        <p:nvSpPr>
          <p:cNvPr id="352" name="Google Shape;352;p23"/>
          <p:cNvSpPr txBox="1"/>
          <p:nvPr/>
        </p:nvSpPr>
        <p:spPr>
          <a:xfrm>
            <a:off x="10575276" y="3330054"/>
            <a:ext cx="15421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dirty="0" err="1">
                <a:solidFill>
                  <a:srgbClr val="FF0000"/>
                </a:solidFill>
                <a:latin typeface="Arial"/>
                <a:ea typeface="Arial"/>
                <a:cs typeface="Arial"/>
                <a:sym typeface="Arial"/>
              </a:rPr>
              <a:t>Tap</a:t>
            </a:r>
            <a:endParaRPr sz="1800" b="1" dirty="0">
              <a:solidFill>
                <a:srgbClr val="FF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35"/>
                                        </p:tgtEl>
                                        <p:attrNameLst>
                                          <p:attrName>style.visibility</p:attrName>
                                        </p:attrNameLst>
                                      </p:cBhvr>
                                      <p:to>
                                        <p:strVal val="visible"/>
                                      </p:to>
                                    </p:set>
                                    <p:anim calcmode="lin" valueType="num">
                                      <p:cBhvr additive="base">
                                        <p:cTn id="7" dur="500"/>
                                        <p:tgtEl>
                                          <p:spTgt spid="335"/>
                                        </p:tgtEl>
                                        <p:attrNameLst>
                                          <p:attrName>ppt_w</p:attrName>
                                        </p:attrNameLst>
                                      </p:cBhvr>
                                      <p:tavLst>
                                        <p:tav tm="0">
                                          <p:val>
                                            <p:strVal val="0"/>
                                          </p:val>
                                        </p:tav>
                                        <p:tav tm="100000">
                                          <p:val>
                                            <p:strVal val="#ppt_w"/>
                                          </p:val>
                                        </p:tav>
                                      </p:tavLst>
                                    </p:anim>
                                    <p:anim calcmode="lin" valueType="num">
                                      <p:cBhvr additive="base">
                                        <p:cTn id="8" dur="500"/>
                                        <p:tgtEl>
                                          <p:spTgt spid="335"/>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336"/>
                                        </p:tgtEl>
                                        <p:attrNameLst>
                                          <p:attrName>style.visibility</p:attrName>
                                        </p:attrNameLst>
                                      </p:cBhvr>
                                      <p:to>
                                        <p:strVal val="visible"/>
                                      </p:to>
                                    </p:set>
                                    <p:anim calcmode="lin" valueType="num">
                                      <p:cBhvr additive="base">
                                        <p:cTn id="11" dur="500"/>
                                        <p:tgtEl>
                                          <p:spTgt spid="336"/>
                                        </p:tgtEl>
                                        <p:attrNameLst>
                                          <p:attrName>ppt_w</p:attrName>
                                        </p:attrNameLst>
                                      </p:cBhvr>
                                      <p:tavLst>
                                        <p:tav tm="0">
                                          <p:val>
                                            <p:strVal val="0"/>
                                          </p:val>
                                        </p:tav>
                                        <p:tav tm="100000">
                                          <p:val>
                                            <p:strVal val="#ppt_w"/>
                                          </p:val>
                                        </p:tav>
                                      </p:tavLst>
                                    </p:anim>
                                    <p:anim calcmode="lin" valueType="num">
                                      <p:cBhvr additive="base">
                                        <p:cTn id="12" dur="500"/>
                                        <p:tgtEl>
                                          <p:spTgt spid="336"/>
                                        </p:tgtEl>
                                        <p:attrNameLst>
                                          <p:attrName>ppt_h</p:attrName>
                                        </p:attrNameLst>
                                      </p:cBhvr>
                                      <p:tavLst>
                                        <p:tav tm="0">
                                          <p:val>
                                            <p:str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337"/>
                                        </p:tgtEl>
                                        <p:attrNameLst>
                                          <p:attrName>style.visibility</p:attrName>
                                        </p:attrNameLst>
                                      </p:cBhvr>
                                      <p:to>
                                        <p:strVal val="visible"/>
                                      </p:to>
                                    </p:set>
                                    <p:anim calcmode="lin" valueType="num">
                                      <p:cBhvr additive="base">
                                        <p:cTn id="29" dur="500"/>
                                        <p:tgtEl>
                                          <p:spTgt spid="337"/>
                                        </p:tgtEl>
                                        <p:attrNameLst>
                                          <p:attrName>ppt_w</p:attrName>
                                        </p:attrNameLst>
                                      </p:cBhvr>
                                      <p:tavLst>
                                        <p:tav tm="0">
                                          <p:val>
                                            <p:strVal val="0"/>
                                          </p:val>
                                        </p:tav>
                                        <p:tav tm="100000">
                                          <p:val>
                                            <p:strVal val="#ppt_w"/>
                                          </p:val>
                                        </p:tav>
                                      </p:tavLst>
                                    </p:anim>
                                    <p:anim calcmode="lin" valueType="num">
                                      <p:cBhvr additive="base">
                                        <p:cTn id="30" dur="500"/>
                                        <p:tgtEl>
                                          <p:spTgt spid="337"/>
                                        </p:tgtEl>
                                        <p:attrNameLst>
                                          <p:attrName>ppt_h</p:attrName>
                                        </p:attrNameLst>
                                      </p:cBhvr>
                                      <p:tavLst>
                                        <p:tav tm="0">
                                          <p:val>
                                            <p:strVal val="0"/>
                                          </p:val>
                                        </p:tav>
                                        <p:tav tm="100000">
                                          <p:val>
                                            <p:strVal val="#ppt_h"/>
                                          </p:val>
                                        </p:tav>
                                      </p:tavLst>
                                    </p:anim>
                                  </p:childTnLst>
                                </p:cTn>
                              </p:par>
                              <p:par>
                                <p:cTn id="31" presetID="23" presetClass="entr" presetSubtype="16" fill="hold" nodeType="withEffect">
                                  <p:stCondLst>
                                    <p:cond delay="0"/>
                                  </p:stCondLst>
                                  <p:childTnLst>
                                    <p:set>
                                      <p:cBhvr>
                                        <p:cTn id="32" dur="1" fill="hold">
                                          <p:stCondLst>
                                            <p:cond delay="0"/>
                                          </p:stCondLst>
                                        </p:cTn>
                                        <p:tgtEl>
                                          <p:spTgt spid="338"/>
                                        </p:tgtEl>
                                        <p:attrNameLst>
                                          <p:attrName>style.visibility</p:attrName>
                                        </p:attrNameLst>
                                      </p:cBhvr>
                                      <p:to>
                                        <p:strVal val="visible"/>
                                      </p:to>
                                    </p:set>
                                    <p:anim calcmode="lin" valueType="num">
                                      <p:cBhvr additive="base">
                                        <p:cTn id="33" dur="500"/>
                                        <p:tgtEl>
                                          <p:spTgt spid="338"/>
                                        </p:tgtEl>
                                        <p:attrNameLst>
                                          <p:attrName>ppt_w</p:attrName>
                                        </p:attrNameLst>
                                      </p:cBhvr>
                                      <p:tavLst>
                                        <p:tav tm="0">
                                          <p:val>
                                            <p:strVal val="0"/>
                                          </p:val>
                                        </p:tav>
                                        <p:tav tm="100000">
                                          <p:val>
                                            <p:strVal val="#ppt_w"/>
                                          </p:val>
                                        </p:tav>
                                      </p:tavLst>
                                    </p:anim>
                                    <p:anim calcmode="lin" valueType="num">
                                      <p:cBhvr additive="base">
                                        <p:cTn id="34" dur="500"/>
                                        <p:tgtEl>
                                          <p:spTgt spid="338"/>
                                        </p:tgtEl>
                                        <p:attrNameLst>
                                          <p:attrName>ppt_h</p:attrName>
                                        </p:attrNameLst>
                                      </p:cBhvr>
                                      <p:tavLst>
                                        <p:tav tm="0">
                                          <p:val>
                                            <p:str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3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4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42"/>
                                        </p:tgtEl>
                                        <p:attrNameLst>
                                          <p:attrName>style.visibility</p:attrName>
                                        </p:attrNameLst>
                                      </p:cBhvr>
                                      <p:to>
                                        <p:strVal val="visible"/>
                                      </p:to>
                                    </p:set>
                                    <p:animEffect transition="in" filter="fade">
                                      <p:cBhvr>
                                        <p:cTn id="47" dur="500"/>
                                        <p:tgtEl>
                                          <p:spTgt spid="34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41"/>
                                        </p:tgtEl>
                                        <p:attrNameLst>
                                          <p:attrName>style.visibility</p:attrName>
                                        </p:attrNameLst>
                                      </p:cBhvr>
                                      <p:to>
                                        <p:strVal val="visible"/>
                                      </p:to>
                                    </p:set>
                                    <p:animEffect transition="in" filter="fade">
                                      <p:cBhvr>
                                        <p:cTn id="52" dur="500"/>
                                        <p:tgtEl>
                                          <p:spTgt spid="34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44"/>
                                        </p:tgtEl>
                                        <p:attrNameLst>
                                          <p:attrName>style.visibility</p:attrName>
                                        </p:attrNameLst>
                                      </p:cBhvr>
                                      <p:to>
                                        <p:strVal val="visible"/>
                                      </p:to>
                                    </p:set>
                                    <p:animEffect transition="in" filter="fade">
                                      <p:cBhvr>
                                        <p:cTn id="57" dur="500"/>
                                        <p:tgtEl>
                                          <p:spTgt spid="34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43"/>
                                        </p:tgtEl>
                                        <p:attrNameLst>
                                          <p:attrName>style.visibility</p:attrName>
                                        </p:attrNameLst>
                                      </p:cBhvr>
                                      <p:to>
                                        <p:strVal val="visible"/>
                                      </p:to>
                                    </p:set>
                                    <p:animEffect transition="in" filter="fade">
                                      <p:cBhvr>
                                        <p:cTn id="62" dur="500"/>
                                        <p:tgtEl>
                                          <p:spTgt spid="34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46"/>
                                        </p:tgtEl>
                                        <p:attrNameLst>
                                          <p:attrName>style.visibility</p:attrName>
                                        </p:attrNameLst>
                                      </p:cBhvr>
                                      <p:to>
                                        <p:strVal val="visible"/>
                                      </p:to>
                                    </p:set>
                                    <p:animEffect transition="in" filter="fade">
                                      <p:cBhvr>
                                        <p:cTn id="67" dur="500"/>
                                        <p:tgtEl>
                                          <p:spTgt spid="34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45"/>
                                        </p:tgtEl>
                                        <p:attrNameLst>
                                          <p:attrName>style.visibility</p:attrName>
                                        </p:attrNameLst>
                                      </p:cBhvr>
                                      <p:to>
                                        <p:strVal val="visible"/>
                                      </p:to>
                                    </p:set>
                                    <p:animEffect transition="in" filter="fade">
                                      <p:cBhvr>
                                        <p:cTn id="72" dur="500"/>
                                        <p:tgtEl>
                                          <p:spTgt spid="34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49"/>
                                        </p:tgtEl>
                                        <p:attrNameLst>
                                          <p:attrName>style.visibility</p:attrName>
                                        </p:attrNameLst>
                                      </p:cBhvr>
                                      <p:to>
                                        <p:strVal val="visible"/>
                                      </p:to>
                                    </p:set>
                                    <p:animEffect transition="in" filter="fade">
                                      <p:cBhvr>
                                        <p:cTn id="77" dur="500"/>
                                        <p:tgtEl>
                                          <p:spTgt spid="34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52"/>
                                        </p:tgtEl>
                                        <p:attrNameLst>
                                          <p:attrName>style.visibility</p:attrName>
                                        </p:attrNameLst>
                                      </p:cBhvr>
                                      <p:to>
                                        <p:strVal val="visible"/>
                                      </p:to>
                                    </p:set>
                                    <p:animEffect transition="in" filter="fade">
                                      <p:cBhvr>
                                        <p:cTn id="82" dur="500"/>
                                        <p:tgtEl>
                                          <p:spTgt spid="352"/>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51"/>
                                        </p:tgtEl>
                                        <p:attrNameLst>
                                          <p:attrName>style.visibility</p:attrName>
                                        </p:attrNameLst>
                                      </p:cBhvr>
                                      <p:to>
                                        <p:strVal val="visible"/>
                                      </p:to>
                                    </p:set>
                                    <p:animEffect transition="in" filter="fade">
                                      <p:cBhvr>
                                        <p:cTn id="87" dur="500"/>
                                        <p:tgtEl>
                                          <p:spTgt spid="351"/>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350"/>
                                        </p:tgtEl>
                                        <p:attrNameLst>
                                          <p:attrName>style.visibility</p:attrName>
                                        </p:attrNameLst>
                                      </p:cBhvr>
                                      <p:to>
                                        <p:strVal val="visible"/>
                                      </p:to>
                                    </p:set>
                                    <p:animEffect transition="in" filter="fade">
                                      <p:cBhvr>
                                        <p:cTn id="92" dur="500"/>
                                        <p:tgtEl>
                                          <p:spTgt spid="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4"/>
          <p:cNvSpPr txBox="1">
            <a:spLocks noGrp="1"/>
          </p:cNvSpPr>
          <p:nvPr>
            <p:ph type="sldNum" idx="12"/>
          </p:nvPr>
        </p:nvSpPr>
        <p:spPr>
          <a:xfrm>
            <a:off x="10443570" y="6356352"/>
            <a:ext cx="1345156"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24</a:t>
            </a:fld>
            <a:endParaRPr/>
          </a:p>
        </p:txBody>
      </p:sp>
      <p:pic>
        <p:nvPicPr>
          <p:cNvPr id="358" name="Google Shape;358;p24"/>
          <p:cNvPicPr preferRelativeResize="0"/>
          <p:nvPr/>
        </p:nvPicPr>
        <p:blipFill rotWithShape="1">
          <a:blip r:embed="rId3">
            <a:alphaModFix/>
          </a:blip>
          <a:srcRect/>
          <a:stretch/>
        </p:blipFill>
        <p:spPr>
          <a:xfrm>
            <a:off x="3029539" y="1170403"/>
            <a:ext cx="1781603" cy="1016969"/>
          </a:xfrm>
          <a:prstGeom prst="rect">
            <a:avLst/>
          </a:prstGeom>
          <a:noFill/>
          <a:ln>
            <a:noFill/>
          </a:ln>
        </p:spPr>
      </p:pic>
      <p:pic>
        <p:nvPicPr>
          <p:cNvPr id="359" name="Google Shape;359;p24"/>
          <p:cNvPicPr preferRelativeResize="0"/>
          <p:nvPr/>
        </p:nvPicPr>
        <p:blipFill rotWithShape="1">
          <a:blip r:embed="rId4">
            <a:alphaModFix/>
          </a:blip>
          <a:srcRect/>
          <a:stretch/>
        </p:blipFill>
        <p:spPr>
          <a:xfrm>
            <a:off x="7414623" y="1222483"/>
            <a:ext cx="2020683" cy="927191"/>
          </a:xfrm>
          <a:prstGeom prst="rect">
            <a:avLst/>
          </a:prstGeom>
          <a:noFill/>
          <a:ln>
            <a:noFill/>
          </a:ln>
        </p:spPr>
      </p:pic>
      <p:sp>
        <p:nvSpPr>
          <p:cNvPr id="362" name="Google Shape;362;p24"/>
          <p:cNvSpPr txBox="1"/>
          <p:nvPr/>
        </p:nvSpPr>
        <p:spPr>
          <a:xfrm>
            <a:off x="7820168" y="3206802"/>
            <a:ext cx="20608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dirty="0" err="1">
                <a:solidFill>
                  <a:srgbClr val="FF0000"/>
                </a:solidFill>
                <a:latin typeface="Arial"/>
                <a:ea typeface="Arial"/>
                <a:cs typeface="Arial"/>
                <a:sym typeface="Arial"/>
              </a:rPr>
              <a:t>Torch</a:t>
            </a:r>
            <a:endParaRPr sz="1800" b="1" dirty="0">
              <a:solidFill>
                <a:srgbClr val="FF0000"/>
              </a:solidFill>
              <a:latin typeface="Arial"/>
              <a:ea typeface="Arial"/>
              <a:cs typeface="Arial"/>
              <a:sym typeface="Arial"/>
            </a:endParaRPr>
          </a:p>
        </p:txBody>
      </p:sp>
      <p:sp>
        <p:nvSpPr>
          <p:cNvPr id="363" name="Google Shape;363;p24"/>
          <p:cNvSpPr txBox="1"/>
          <p:nvPr/>
        </p:nvSpPr>
        <p:spPr>
          <a:xfrm>
            <a:off x="2750330" y="3256065"/>
            <a:ext cx="20608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dirty="0" err="1">
                <a:solidFill>
                  <a:srgbClr val="023F61"/>
                </a:solidFill>
                <a:latin typeface="Arial"/>
                <a:ea typeface="Arial"/>
                <a:cs typeface="Arial"/>
                <a:sym typeface="Arial"/>
              </a:rPr>
              <a:t>Flashlight</a:t>
            </a:r>
            <a:endParaRPr sz="1800" b="1" dirty="0">
              <a:solidFill>
                <a:srgbClr val="023F61"/>
              </a:solidFill>
              <a:latin typeface="Arial"/>
              <a:ea typeface="Arial"/>
              <a:cs typeface="Arial"/>
              <a:sym typeface="Arial"/>
            </a:endParaRPr>
          </a:p>
        </p:txBody>
      </p:sp>
      <p:sp>
        <p:nvSpPr>
          <p:cNvPr id="364" name="Google Shape;364;p24"/>
          <p:cNvSpPr txBox="1"/>
          <p:nvPr/>
        </p:nvSpPr>
        <p:spPr>
          <a:xfrm>
            <a:off x="7820168" y="5813946"/>
            <a:ext cx="20608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FF0000"/>
                </a:solidFill>
                <a:latin typeface="Arial"/>
                <a:ea typeface="Arial"/>
                <a:cs typeface="Arial"/>
                <a:sym typeface="Arial"/>
              </a:rPr>
              <a:t>Jam</a:t>
            </a:r>
            <a:endParaRPr sz="1800" b="1">
              <a:solidFill>
                <a:srgbClr val="FF0000"/>
              </a:solidFill>
              <a:latin typeface="Arial"/>
              <a:ea typeface="Arial"/>
              <a:cs typeface="Arial"/>
              <a:sym typeface="Arial"/>
            </a:endParaRPr>
          </a:p>
        </p:txBody>
      </p:sp>
      <p:sp>
        <p:nvSpPr>
          <p:cNvPr id="365" name="Google Shape;365;p24"/>
          <p:cNvSpPr txBox="1"/>
          <p:nvPr/>
        </p:nvSpPr>
        <p:spPr>
          <a:xfrm>
            <a:off x="3098043" y="5950424"/>
            <a:ext cx="20608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023F61"/>
                </a:solidFill>
                <a:latin typeface="Arial"/>
                <a:ea typeface="Arial"/>
                <a:cs typeface="Arial"/>
                <a:sym typeface="Arial"/>
              </a:rPr>
              <a:t>Jelly</a:t>
            </a:r>
            <a:endParaRPr sz="1800" b="1">
              <a:solidFill>
                <a:srgbClr val="023F61"/>
              </a:solidFill>
              <a:latin typeface="Arial"/>
              <a:ea typeface="Arial"/>
              <a:cs typeface="Arial"/>
              <a:sym typeface="Arial"/>
            </a:endParaRPr>
          </a:p>
        </p:txBody>
      </p:sp>
      <p:pic>
        <p:nvPicPr>
          <p:cNvPr id="367" name="Google Shape;367;p24"/>
          <p:cNvPicPr preferRelativeResize="0"/>
          <p:nvPr/>
        </p:nvPicPr>
        <p:blipFill rotWithShape="1">
          <a:blip r:embed="rId5">
            <a:alphaModFix/>
          </a:blip>
          <a:srcRect/>
          <a:stretch/>
        </p:blipFill>
        <p:spPr>
          <a:xfrm>
            <a:off x="4811142" y="2764755"/>
            <a:ext cx="2197958" cy="1568832"/>
          </a:xfrm>
          <a:prstGeom prst="rect">
            <a:avLst/>
          </a:prstGeom>
          <a:noFill/>
          <a:ln>
            <a:noFill/>
          </a:ln>
          <a:effectLst>
            <a:outerShdw blurRad="50800" dist="38100" dir="2700000" algn="tl" rotWithShape="0">
              <a:srgbClr val="000000">
                <a:alpha val="40000"/>
              </a:srgbClr>
            </a:outerShdw>
          </a:effectLst>
        </p:spPr>
      </p:pic>
      <p:pic>
        <p:nvPicPr>
          <p:cNvPr id="368" name="Google Shape;368;p24" descr="C:\Users\Lenovo\OneDrive\Desktop\bright-simple-cartoon-illustration-jam-bottle-bright-cartoon-illustration-jam-bottle-simple-pink-jam-bottle-white-158355535.jpg"/>
          <p:cNvPicPr preferRelativeResize="0"/>
          <p:nvPr/>
        </p:nvPicPr>
        <p:blipFill rotWithShape="1">
          <a:blip r:embed="rId6">
            <a:alphaModFix/>
          </a:blip>
          <a:srcRect/>
          <a:stretch/>
        </p:blipFill>
        <p:spPr>
          <a:xfrm>
            <a:off x="5213445" y="5076967"/>
            <a:ext cx="1819038" cy="1781033"/>
          </a:xfrm>
          <a:prstGeom prst="rect">
            <a:avLst/>
          </a:prstGeom>
          <a:noFill/>
          <a:ln>
            <a:noFill/>
          </a:ln>
        </p:spPr>
      </p:pic>
      <p:sp>
        <p:nvSpPr>
          <p:cNvPr id="369" name="Google Shape;369;p24"/>
          <p:cNvSpPr txBox="1">
            <a:spLocks noGrp="1"/>
          </p:cNvSpPr>
          <p:nvPr>
            <p:ph type="title"/>
          </p:nvPr>
        </p:nvSpPr>
        <p:spPr>
          <a:xfrm>
            <a:off x="1220337" y="191069"/>
            <a:ext cx="10515600" cy="7779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Arial"/>
              <a:buNone/>
            </a:pPr>
            <a:r>
              <a:rPr lang="fr-FR">
                <a:solidFill>
                  <a:srgbClr val="C00000"/>
                </a:solidFill>
              </a:rPr>
              <a:t>Can you name these things in English? </a:t>
            </a:r>
            <a:endParaRPr>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58"/>
                                        </p:tgtEl>
                                        <p:attrNameLst>
                                          <p:attrName>style.visibility</p:attrName>
                                        </p:attrNameLst>
                                      </p:cBhvr>
                                      <p:to>
                                        <p:strVal val="visible"/>
                                      </p:to>
                                    </p:set>
                                    <p:anim calcmode="lin" valueType="num">
                                      <p:cBhvr additive="base">
                                        <p:cTn id="7" dur="500"/>
                                        <p:tgtEl>
                                          <p:spTgt spid="358"/>
                                        </p:tgtEl>
                                        <p:attrNameLst>
                                          <p:attrName>ppt_w</p:attrName>
                                        </p:attrNameLst>
                                      </p:cBhvr>
                                      <p:tavLst>
                                        <p:tav tm="0">
                                          <p:val>
                                            <p:strVal val="0"/>
                                          </p:val>
                                        </p:tav>
                                        <p:tav tm="100000">
                                          <p:val>
                                            <p:strVal val="#ppt_w"/>
                                          </p:val>
                                        </p:tav>
                                      </p:tavLst>
                                    </p:anim>
                                    <p:anim calcmode="lin" valueType="num">
                                      <p:cBhvr additive="base">
                                        <p:cTn id="8" dur="500"/>
                                        <p:tgtEl>
                                          <p:spTgt spid="358"/>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359"/>
                                        </p:tgtEl>
                                        <p:attrNameLst>
                                          <p:attrName>style.visibility</p:attrName>
                                        </p:attrNameLst>
                                      </p:cBhvr>
                                      <p:to>
                                        <p:strVal val="visible"/>
                                      </p:to>
                                    </p:set>
                                    <p:anim calcmode="lin" valueType="num">
                                      <p:cBhvr additive="base">
                                        <p:cTn id="11" dur="500"/>
                                        <p:tgtEl>
                                          <p:spTgt spid="359"/>
                                        </p:tgtEl>
                                        <p:attrNameLst>
                                          <p:attrName>ppt_w</p:attrName>
                                        </p:attrNameLst>
                                      </p:cBhvr>
                                      <p:tavLst>
                                        <p:tav tm="0">
                                          <p:val>
                                            <p:strVal val="0"/>
                                          </p:val>
                                        </p:tav>
                                        <p:tav tm="100000">
                                          <p:val>
                                            <p:strVal val="#ppt_w"/>
                                          </p:val>
                                        </p:tav>
                                      </p:tavLst>
                                    </p:anim>
                                    <p:anim calcmode="lin" valueType="num">
                                      <p:cBhvr additive="base">
                                        <p:cTn id="12" dur="500"/>
                                        <p:tgtEl>
                                          <p:spTgt spid="359"/>
                                        </p:tgtEl>
                                        <p:attrNameLst>
                                          <p:attrName>ppt_h</p:attrName>
                                        </p:attrNameLst>
                                      </p:cBhvr>
                                      <p:tavLst>
                                        <p:tav tm="0">
                                          <p:val>
                                            <p:str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6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6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363"/>
                                        </p:tgtEl>
                                        <p:attrNameLst>
                                          <p:attrName>style.visibility</p:attrName>
                                        </p:attrNameLst>
                                      </p:cBhvr>
                                      <p:to>
                                        <p:strVal val="visible"/>
                                      </p:to>
                                    </p:set>
                                    <p:anim calcmode="lin" valueType="num">
                                      <p:cBhvr additive="base">
                                        <p:cTn id="25" dur="500"/>
                                        <p:tgtEl>
                                          <p:spTgt spid="363"/>
                                        </p:tgtEl>
                                        <p:attrNameLst>
                                          <p:attrName>ppt_w</p:attrName>
                                        </p:attrNameLst>
                                      </p:cBhvr>
                                      <p:tavLst>
                                        <p:tav tm="0">
                                          <p:val>
                                            <p:strVal val="0"/>
                                          </p:val>
                                        </p:tav>
                                        <p:tav tm="100000">
                                          <p:val>
                                            <p:strVal val="#ppt_w"/>
                                          </p:val>
                                        </p:tav>
                                      </p:tavLst>
                                    </p:anim>
                                    <p:anim calcmode="lin" valueType="num">
                                      <p:cBhvr additive="base">
                                        <p:cTn id="26" dur="500"/>
                                        <p:tgtEl>
                                          <p:spTgt spid="363"/>
                                        </p:tgtEl>
                                        <p:attrNameLst>
                                          <p:attrName>ppt_h</p:attrName>
                                        </p:attrNameLst>
                                      </p:cBhvr>
                                      <p:tavLst>
                                        <p:tav tm="0">
                                          <p:val>
                                            <p:str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362"/>
                                        </p:tgtEl>
                                        <p:attrNameLst>
                                          <p:attrName>style.visibility</p:attrName>
                                        </p:attrNameLst>
                                      </p:cBhvr>
                                      <p:to>
                                        <p:strVal val="visible"/>
                                      </p:to>
                                    </p:set>
                                    <p:anim calcmode="lin" valueType="num">
                                      <p:cBhvr additive="base">
                                        <p:cTn id="31" dur="500"/>
                                        <p:tgtEl>
                                          <p:spTgt spid="362"/>
                                        </p:tgtEl>
                                        <p:attrNameLst>
                                          <p:attrName>ppt_w</p:attrName>
                                        </p:attrNameLst>
                                      </p:cBhvr>
                                      <p:tavLst>
                                        <p:tav tm="0">
                                          <p:val>
                                            <p:strVal val="0"/>
                                          </p:val>
                                        </p:tav>
                                        <p:tav tm="100000">
                                          <p:val>
                                            <p:strVal val="#ppt_w"/>
                                          </p:val>
                                        </p:tav>
                                      </p:tavLst>
                                    </p:anim>
                                    <p:anim calcmode="lin" valueType="num">
                                      <p:cBhvr additive="base">
                                        <p:cTn id="32" dur="500"/>
                                        <p:tgtEl>
                                          <p:spTgt spid="362"/>
                                        </p:tgtEl>
                                        <p:attrNameLst>
                                          <p:attrName>ppt_h</p:attrName>
                                        </p:attrNameLst>
                                      </p:cBhvr>
                                      <p:tavLst>
                                        <p:tav tm="0">
                                          <p:val>
                                            <p:str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365"/>
                                        </p:tgtEl>
                                        <p:attrNameLst>
                                          <p:attrName>style.visibility</p:attrName>
                                        </p:attrNameLst>
                                      </p:cBhvr>
                                      <p:to>
                                        <p:strVal val="visible"/>
                                      </p:to>
                                    </p:set>
                                    <p:anim calcmode="lin" valueType="num">
                                      <p:cBhvr additive="base">
                                        <p:cTn id="37" dur="500"/>
                                        <p:tgtEl>
                                          <p:spTgt spid="365"/>
                                        </p:tgtEl>
                                        <p:attrNameLst>
                                          <p:attrName>ppt_w</p:attrName>
                                        </p:attrNameLst>
                                      </p:cBhvr>
                                      <p:tavLst>
                                        <p:tav tm="0">
                                          <p:val>
                                            <p:strVal val="0"/>
                                          </p:val>
                                        </p:tav>
                                        <p:tav tm="100000">
                                          <p:val>
                                            <p:strVal val="#ppt_w"/>
                                          </p:val>
                                        </p:tav>
                                      </p:tavLst>
                                    </p:anim>
                                    <p:anim calcmode="lin" valueType="num">
                                      <p:cBhvr additive="base">
                                        <p:cTn id="38" dur="500"/>
                                        <p:tgtEl>
                                          <p:spTgt spid="365"/>
                                        </p:tgtEl>
                                        <p:attrNameLst>
                                          <p:attrName>ppt_h</p:attrName>
                                        </p:attrNameLst>
                                      </p:cBhvr>
                                      <p:tavLst>
                                        <p:tav tm="0">
                                          <p:val>
                                            <p:str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364"/>
                                        </p:tgtEl>
                                        <p:attrNameLst>
                                          <p:attrName>style.visibility</p:attrName>
                                        </p:attrNameLst>
                                      </p:cBhvr>
                                      <p:to>
                                        <p:strVal val="visible"/>
                                      </p:to>
                                    </p:set>
                                    <p:anim calcmode="lin" valueType="num">
                                      <p:cBhvr additive="base">
                                        <p:cTn id="43" dur="500"/>
                                        <p:tgtEl>
                                          <p:spTgt spid="364"/>
                                        </p:tgtEl>
                                        <p:attrNameLst>
                                          <p:attrName>ppt_w</p:attrName>
                                        </p:attrNameLst>
                                      </p:cBhvr>
                                      <p:tavLst>
                                        <p:tav tm="0">
                                          <p:val>
                                            <p:strVal val="0"/>
                                          </p:val>
                                        </p:tav>
                                        <p:tav tm="100000">
                                          <p:val>
                                            <p:strVal val="#ppt_w"/>
                                          </p:val>
                                        </p:tav>
                                      </p:tavLst>
                                    </p:anim>
                                    <p:anim calcmode="lin" valueType="num">
                                      <p:cBhvr additive="base">
                                        <p:cTn id="44" dur="500"/>
                                        <p:tgtEl>
                                          <p:spTgt spid="36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373"/>
        <p:cNvGrpSpPr/>
        <p:nvPr/>
      </p:nvGrpSpPr>
      <p:grpSpPr>
        <a:xfrm>
          <a:off x="0" y="0"/>
          <a:ext cx="0" cy="0"/>
          <a:chOff x="0" y="0"/>
          <a:chExt cx="0" cy="0"/>
        </a:xfrm>
      </p:grpSpPr>
      <p:sp>
        <p:nvSpPr>
          <p:cNvPr id="374" name="Google Shape;374;p25"/>
          <p:cNvSpPr txBox="1">
            <a:spLocks noGrp="1"/>
          </p:cNvSpPr>
          <p:nvPr>
            <p:ph type="title"/>
          </p:nvPr>
        </p:nvSpPr>
        <p:spPr>
          <a:xfrm>
            <a:off x="211015" y="229068"/>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fr-FR" sz="3200"/>
              <a:t>Hi dudes and dudettes, I’m Chad from New </a:t>
            </a:r>
            <a:br>
              <a:rPr lang="fr-FR" sz="3200"/>
            </a:br>
            <a:r>
              <a:rPr lang="fr-FR" sz="3200"/>
              <a:t>York City. Fill in the gaps for me please. Alright!!</a:t>
            </a:r>
            <a:endParaRPr sz="3200"/>
          </a:p>
        </p:txBody>
      </p:sp>
      <p:sp>
        <p:nvSpPr>
          <p:cNvPr id="375" name="Google Shape;375;p25"/>
          <p:cNvSpPr txBox="1">
            <a:spLocks noGrp="1"/>
          </p:cNvSpPr>
          <p:nvPr>
            <p:ph type="body" idx="1"/>
          </p:nvPr>
        </p:nvSpPr>
        <p:spPr>
          <a:xfrm>
            <a:off x="323557" y="1599361"/>
            <a:ext cx="9558683" cy="4525963"/>
          </a:xfrm>
          <a:prstGeom prst="rect">
            <a:avLst/>
          </a:prstGeom>
          <a:noFill/>
          <a:ln>
            <a:noFill/>
          </a:ln>
        </p:spPr>
        <p:txBody>
          <a:bodyPr spcFirstLastPara="1" wrap="square" lIns="91425" tIns="45700" rIns="91425" bIns="45700" anchor="t" anchorCtr="0">
            <a:noAutofit/>
          </a:bodyPr>
          <a:lstStyle/>
          <a:p>
            <a:pPr marL="228600" lvl="0" indent="-228600" algn="just" rtl="0">
              <a:lnSpc>
                <a:spcPct val="150000"/>
              </a:lnSpc>
              <a:spcBef>
                <a:spcPts val="0"/>
              </a:spcBef>
              <a:spcAft>
                <a:spcPts val="0"/>
              </a:spcAft>
              <a:buClr>
                <a:srgbClr val="C00000"/>
              </a:buClr>
              <a:buSzPts val="2000"/>
              <a:buNone/>
            </a:pPr>
            <a:r>
              <a:rPr lang="fr-FR" sz="2000">
                <a:solidFill>
                  <a:srgbClr val="C00000"/>
                </a:solidFill>
              </a:rPr>
              <a:t>It was getting near lunchtime and I needed some (1) ___________, so I left the (2) ___________ and drove towards the nearest town. There was a station just outside the town and I decided to stop and have a look round. I put the car in a (3) _______________ and took a (4) ___________ to the center. It was noon and very hot, so I stopped at a little (5) ___________ with tables on the (6) ___________. I started talking to a (7) ___________ driver, who gave me a history of the town, and afterwards he took me on a guided tour. It made a nice break.</a:t>
            </a:r>
            <a:r>
              <a:rPr lang="fr-FR" sz="2000" b="1">
                <a:solidFill>
                  <a:srgbClr val="023F61"/>
                </a:solidFill>
              </a:rPr>
              <a:t> </a:t>
            </a:r>
            <a:endParaRPr sz="2000">
              <a:solidFill>
                <a:srgbClr val="C00000"/>
              </a:solidFill>
            </a:endParaRPr>
          </a:p>
        </p:txBody>
      </p:sp>
      <p:sp>
        <p:nvSpPr>
          <p:cNvPr id="376" name="Google Shape;376;p25"/>
          <p:cNvSpPr/>
          <p:nvPr/>
        </p:nvSpPr>
        <p:spPr>
          <a:xfrm>
            <a:off x="7588154" y="4979963"/>
            <a:ext cx="4603846" cy="1540412"/>
          </a:xfrm>
          <a:prstGeom prst="wedgeRectCallout">
            <a:avLst>
              <a:gd name="adj1" fmla="val -20833"/>
              <a:gd name="adj2" fmla="val 62500"/>
            </a:avLst>
          </a:prstGeom>
          <a:solidFill>
            <a:srgbClr val="C5D8F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rgbClr val="023F61"/>
                </a:solidFill>
                <a:latin typeface="Arial"/>
                <a:ea typeface="Arial"/>
                <a:cs typeface="Arial"/>
                <a:sym typeface="Arial"/>
              </a:rPr>
              <a:t>lorry      diner     cab    parking lot   petrol     truck 	pavement      motorway      gas     taxi       café        sidewalk        car park     freeway</a:t>
            </a:r>
            <a:endParaRPr/>
          </a:p>
        </p:txBody>
      </p:sp>
      <p:pic>
        <p:nvPicPr>
          <p:cNvPr id="377" name="Google Shape;377;p25" descr="C:\Users\Lenovo\OneDrive\Desktop\gerlich-little-italy.jpg"/>
          <p:cNvPicPr preferRelativeResize="0"/>
          <p:nvPr/>
        </p:nvPicPr>
        <p:blipFill rotWithShape="1">
          <a:blip r:embed="rId3">
            <a:alphaModFix/>
          </a:blip>
          <a:srcRect l="36572" t="771" r="12932" b="-57"/>
          <a:stretch/>
        </p:blipFill>
        <p:spPr>
          <a:xfrm>
            <a:off x="10026126" y="267286"/>
            <a:ext cx="2165874" cy="2405575"/>
          </a:xfrm>
          <a:prstGeom prst="rect">
            <a:avLst/>
          </a:prstGeom>
          <a:noFill/>
          <a:ln>
            <a:noFill/>
          </a:ln>
        </p:spPr>
      </p:pic>
      <p:sp>
        <p:nvSpPr>
          <p:cNvPr id="378" name="Google Shape;378;p25"/>
          <p:cNvSpPr txBox="1"/>
          <p:nvPr/>
        </p:nvSpPr>
        <p:spPr>
          <a:xfrm>
            <a:off x="6552604" y="1677416"/>
            <a:ext cx="128743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rgbClr val="023F61"/>
                </a:solidFill>
                <a:latin typeface="Arial"/>
                <a:ea typeface="Arial"/>
                <a:cs typeface="Arial"/>
                <a:sym typeface="Arial"/>
              </a:rPr>
              <a:t>gas</a:t>
            </a:r>
            <a:endParaRPr sz="1800">
              <a:solidFill>
                <a:schemeClr val="dk1"/>
              </a:solidFill>
              <a:latin typeface="Arial"/>
              <a:ea typeface="Arial"/>
              <a:cs typeface="Arial"/>
              <a:sym typeface="Arial"/>
            </a:endParaRPr>
          </a:p>
        </p:txBody>
      </p:sp>
      <p:sp>
        <p:nvSpPr>
          <p:cNvPr id="379" name="Google Shape;379;p25"/>
          <p:cNvSpPr txBox="1"/>
          <p:nvPr/>
        </p:nvSpPr>
        <p:spPr>
          <a:xfrm>
            <a:off x="532261" y="2169994"/>
            <a:ext cx="151490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rgbClr val="023F61"/>
                </a:solidFill>
                <a:latin typeface="Arial"/>
                <a:ea typeface="Arial"/>
                <a:cs typeface="Arial"/>
                <a:sym typeface="Arial"/>
              </a:rPr>
              <a:t>motorway</a:t>
            </a:r>
            <a:endParaRPr sz="1800">
              <a:solidFill>
                <a:schemeClr val="dk1"/>
              </a:solidFill>
              <a:latin typeface="Arial"/>
              <a:ea typeface="Arial"/>
              <a:cs typeface="Arial"/>
              <a:sym typeface="Arial"/>
            </a:endParaRPr>
          </a:p>
        </p:txBody>
      </p:sp>
      <p:sp>
        <p:nvSpPr>
          <p:cNvPr id="380" name="Google Shape;380;p25"/>
          <p:cNvSpPr txBox="1"/>
          <p:nvPr/>
        </p:nvSpPr>
        <p:spPr>
          <a:xfrm>
            <a:off x="1187356" y="3084394"/>
            <a:ext cx="1601336"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rgbClr val="023F61"/>
                </a:solidFill>
                <a:latin typeface="Arial"/>
                <a:ea typeface="Arial"/>
                <a:cs typeface="Arial"/>
                <a:sym typeface="Arial"/>
              </a:rPr>
              <a:t> parking lot </a:t>
            </a:r>
            <a:endParaRPr sz="1800">
              <a:solidFill>
                <a:schemeClr val="dk1"/>
              </a:solidFill>
              <a:latin typeface="Arial"/>
              <a:ea typeface="Arial"/>
              <a:cs typeface="Arial"/>
              <a:sym typeface="Arial"/>
            </a:endParaRPr>
          </a:p>
        </p:txBody>
      </p:sp>
      <p:sp>
        <p:nvSpPr>
          <p:cNvPr id="381" name="Google Shape;381;p25"/>
          <p:cNvSpPr txBox="1"/>
          <p:nvPr/>
        </p:nvSpPr>
        <p:spPr>
          <a:xfrm>
            <a:off x="5227091" y="3111690"/>
            <a:ext cx="128743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rgbClr val="023F61"/>
                </a:solidFill>
                <a:latin typeface="Arial"/>
                <a:ea typeface="Arial"/>
                <a:cs typeface="Arial"/>
                <a:sym typeface="Arial"/>
              </a:rPr>
              <a:t> taxi </a:t>
            </a:r>
            <a:endParaRPr sz="1800">
              <a:solidFill>
                <a:schemeClr val="dk1"/>
              </a:solidFill>
              <a:latin typeface="Arial"/>
              <a:ea typeface="Arial"/>
              <a:cs typeface="Arial"/>
              <a:sym typeface="Arial"/>
            </a:endParaRPr>
          </a:p>
        </p:txBody>
      </p:sp>
      <p:sp>
        <p:nvSpPr>
          <p:cNvPr id="382" name="Google Shape;382;p25"/>
          <p:cNvSpPr txBox="1"/>
          <p:nvPr/>
        </p:nvSpPr>
        <p:spPr>
          <a:xfrm>
            <a:off x="5704763" y="3562066"/>
            <a:ext cx="12874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023F61"/>
                </a:solidFill>
                <a:latin typeface="Arial"/>
                <a:ea typeface="Arial"/>
                <a:cs typeface="Arial"/>
                <a:sym typeface="Arial"/>
              </a:rPr>
              <a:t>diner</a:t>
            </a:r>
            <a:endParaRPr sz="1800" b="1">
              <a:solidFill>
                <a:srgbClr val="023F61"/>
              </a:solidFill>
              <a:latin typeface="Arial"/>
              <a:ea typeface="Arial"/>
              <a:cs typeface="Arial"/>
              <a:sym typeface="Arial"/>
            </a:endParaRPr>
          </a:p>
        </p:txBody>
      </p:sp>
      <p:sp>
        <p:nvSpPr>
          <p:cNvPr id="383" name="Google Shape;383;p25"/>
          <p:cNvSpPr txBox="1"/>
          <p:nvPr/>
        </p:nvSpPr>
        <p:spPr>
          <a:xfrm>
            <a:off x="668738" y="4012443"/>
            <a:ext cx="128743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rgbClr val="023F61"/>
                </a:solidFill>
              </a:rPr>
              <a:t>sidewalk</a:t>
            </a:r>
            <a:endParaRPr sz="1800">
              <a:solidFill>
                <a:schemeClr val="dk1"/>
              </a:solidFill>
              <a:latin typeface="Arial"/>
              <a:ea typeface="Arial"/>
              <a:cs typeface="Arial"/>
              <a:sym typeface="Arial"/>
            </a:endParaRPr>
          </a:p>
        </p:txBody>
      </p:sp>
      <p:sp>
        <p:nvSpPr>
          <p:cNvPr id="384" name="Google Shape;384;p25"/>
          <p:cNvSpPr txBox="1"/>
          <p:nvPr/>
        </p:nvSpPr>
        <p:spPr>
          <a:xfrm>
            <a:off x="5527341" y="4026091"/>
            <a:ext cx="128743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rgbClr val="023F61"/>
                </a:solidFill>
                <a:latin typeface="Arial"/>
                <a:ea typeface="Arial"/>
                <a:cs typeface="Arial"/>
                <a:sym typeface="Arial"/>
              </a:rPr>
              <a:t>truck</a:t>
            </a:r>
            <a:endParaRPr sz="180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6"/>
                                        </p:tgtEl>
                                        <p:attrNameLst>
                                          <p:attrName>style.visibility</p:attrName>
                                        </p:attrNameLst>
                                      </p:cBhvr>
                                      <p:to>
                                        <p:strVal val="visible"/>
                                      </p:to>
                                    </p:set>
                                    <p:animEffect transition="in" filter="fade">
                                      <p:cBhvr>
                                        <p:cTn id="7" dur="2000"/>
                                        <p:tgtEl>
                                          <p:spTgt spid="3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8"/>
                                        </p:tgtEl>
                                        <p:attrNameLst>
                                          <p:attrName>style.visibility</p:attrName>
                                        </p:attrNameLst>
                                      </p:cBhvr>
                                      <p:to>
                                        <p:strVal val="visible"/>
                                      </p:to>
                                    </p:set>
                                    <p:animEffect transition="in" filter="fade">
                                      <p:cBhvr>
                                        <p:cTn id="12" dur="500"/>
                                        <p:tgtEl>
                                          <p:spTgt spid="37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9"/>
                                        </p:tgtEl>
                                        <p:attrNameLst>
                                          <p:attrName>style.visibility</p:attrName>
                                        </p:attrNameLst>
                                      </p:cBhvr>
                                      <p:to>
                                        <p:strVal val="visible"/>
                                      </p:to>
                                    </p:set>
                                    <p:animEffect transition="in" filter="fade">
                                      <p:cBhvr>
                                        <p:cTn id="17" dur="500"/>
                                        <p:tgtEl>
                                          <p:spTgt spid="37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80"/>
                                        </p:tgtEl>
                                        <p:attrNameLst>
                                          <p:attrName>style.visibility</p:attrName>
                                        </p:attrNameLst>
                                      </p:cBhvr>
                                      <p:to>
                                        <p:strVal val="visible"/>
                                      </p:to>
                                    </p:set>
                                    <p:animEffect transition="in" filter="fade">
                                      <p:cBhvr>
                                        <p:cTn id="22" dur="500"/>
                                        <p:tgtEl>
                                          <p:spTgt spid="38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81"/>
                                        </p:tgtEl>
                                        <p:attrNameLst>
                                          <p:attrName>style.visibility</p:attrName>
                                        </p:attrNameLst>
                                      </p:cBhvr>
                                      <p:to>
                                        <p:strVal val="visible"/>
                                      </p:to>
                                    </p:set>
                                    <p:animEffect transition="in" filter="fade">
                                      <p:cBhvr>
                                        <p:cTn id="27" dur="500"/>
                                        <p:tgtEl>
                                          <p:spTgt spid="38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2"/>
                                        </p:tgtEl>
                                        <p:attrNameLst>
                                          <p:attrName>style.visibility</p:attrName>
                                        </p:attrNameLst>
                                      </p:cBhvr>
                                      <p:to>
                                        <p:strVal val="visible"/>
                                      </p:to>
                                    </p:set>
                                    <p:animEffect transition="in" filter="fade">
                                      <p:cBhvr>
                                        <p:cTn id="32" dur="500"/>
                                        <p:tgtEl>
                                          <p:spTgt spid="38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3"/>
                                        </p:tgtEl>
                                        <p:attrNameLst>
                                          <p:attrName>style.visibility</p:attrName>
                                        </p:attrNameLst>
                                      </p:cBhvr>
                                      <p:to>
                                        <p:strVal val="visible"/>
                                      </p:to>
                                    </p:set>
                                    <p:animEffect transition="in" filter="fade">
                                      <p:cBhvr>
                                        <p:cTn id="37" dur="500"/>
                                        <p:tgtEl>
                                          <p:spTgt spid="38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84"/>
                                        </p:tgtEl>
                                        <p:attrNameLst>
                                          <p:attrName>style.visibility</p:attrName>
                                        </p:attrNameLst>
                                      </p:cBhvr>
                                      <p:to>
                                        <p:strVal val="visible"/>
                                      </p:to>
                                    </p:set>
                                    <p:animEffect transition="in" filter="fade">
                                      <p:cBhvr>
                                        <p:cTn id="42" dur="500"/>
                                        <p:tgtEl>
                                          <p:spTgt spid="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388"/>
        <p:cNvGrpSpPr/>
        <p:nvPr/>
      </p:nvGrpSpPr>
      <p:grpSpPr>
        <a:xfrm>
          <a:off x="0" y="0"/>
          <a:ext cx="0" cy="0"/>
          <a:chOff x="0" y="0"/>
          <a:chExt cx="0" cy="0"/>
        </a:xfrm>
      </p:grpSpPr>
      <p:sp>
        <p:nvSpPr>
          <p:cNvPr id="389" name="Google Shape;389;p26"/>
          <p:cNvSpPr txBox="1">
            <a:spLocks noGrp="1"/>
          </p:cNvSpPr>
          <p:nvPr>
            <p:ph type="title"/>
          </p:nvPr>
        </p:nvSpPr>
        <p:spPr>
          <a:xfrm>
            <a:off x="259307" y="218364"/>
            <a:ext cx="10521287"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200"/>
              <a:buFont typeface="Arial"/>
              <a:buNone/>
            </a:pPr>
            <a:r>
              <a:rPr lang="fr-FR" sz="3200"/>
              <a:t>Hello everyone. I’m Basil from London. Could you </a:t>
            </a:r>
            <a:br>
              <a:rPr lang="fr-FR" sz="3200"/>
            </a:br>
            <a:r>
              <a:rPr lang="fr-FR" sz="3200"/>
              <a:t>please fill in the gaps for me? Jolly good!!</a:t>
            </a:r>
            <a:endParaRPr sz="3200"/>
          </a:p>
        </p:txBody>
      </p:sp>
      <p:sp>
        <p:nvSpPr>
          <p:cNvPr id="390" name="Google Shape;390;p26"/>
          <p:cNvSpPr txBox="1">
            <a:spLocks noGrp="1"/>
          </p:cNvSpPr>
          <p:nvPr>
            <p:ph type="body" idx="1"/>
          </p:nvPr>
        </p:nvSpPr>
        <p:spPr>
          <a:xfrm>
            <a:off x="227462" y="2372981"/>
            <a:ext cx="9271379" cy="3659330"/>
          </a:xfrm>
          <a:prstGeom prst="rect">
            <a:avLst/>
          </a:prstGeom>
          <a:noFill/>
          <a:ln>
            <a:noFill/>
          </a:ln>
        </p:spPr>
        <p:txBody>
          <a:bodyPr spcFirstLastPara="1" wrap="square" lIns="91425" tIns="45700" rIns="91425" bIns="45700" anchor="t" anchorCtr="0">
            <a:noAutofit/>
          </a:bodyPr>
          <a:lstStyle/>
          <a:p>
            <a:pPr marL="228600" lvl="0" indent="-228600" algn="l" rtl="0">
              <a:lnSpc>
                <a:spcPct val="150000"/>
              </a:lnSpc>
              <a:spcBef>
                <a:spcPts val="0"/>
              </a:spcBef>
              <a:spcAft>
                <a:spcPts val="0"/>
              </a:spcAft>
              <a:buClr>
                <a:srgbClr val="023F61"/>
              </a:buClr>
              <a:buSzPts val="2000"/>
              <a:buNone/>
            </a:pPr>
            <a:r>
              <a:rPr lang="fr-FR" sz="2000">
                <a:solidFill>
                  <a:srgbClr val="023F61"/>
                </a:solidFill>
              </a:rPr>
              <a:t>It was getting near lunchtime and I needed some (1) ___________, so I left the (2) ___________ and drove towards the nearest town. There was a station just outside the town and I decided to stop and have a look round. I put the car in a (3) _____________ and took a (4) ___________ to the centre. It was midday and very hot, so I stopped at a little (5) ___________ with tables on the (6) ___________. I started talking to a (7) ___________ driver, who gave me a history of the town, and afterwards he took me on a guided tour. It made a nice break.</a:t>
            </a:r>
            <a:endParaRPr sz="2000">
              <a:solidFill>
                <a:srgbClr val="023F61"/>
              </a:solidFill>
            </a:endParaRPr>
          </a:p>
        </p:txBody>
      </p:sp>
      <p:pic>
        <p:nvPicPr>
          <p:cNvPr id="391" name="Google Shape;391;p26"/>
          <p:cNvPicPr preferRelativeResize="0"/>
          <p:nvPr/>
        </p:nvPicPr>
        <p:blipFill rotWithShape="1">
          <a:blip r:embed="rId3">
            <a:alphaModFix/>
          </a:blip>
          <a:srcRect/>
          <a:stretch/>
        </p:blipFill>
        <p:spPr>
          <a:xfrm>
            <a:off x="9867250" y="627797"/>
            <a:ext cx="2324750" cy="2756847"/>
          </a:xfrm>
          <a:prstGeom prst="rect">
            <a:avLst/>
          </a:prstGeom>
          <a:noFill/>
          <a:ln>
            <a:noFill/>
          </a:ln>
        </p:spPr>
      </p:pic>
      <p:sp>
        <p:nvSpPr>
          <p:cNvPr id="392" name="Google Shape;392;p2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26</a:t>
            </a:fld>
            <a:endParaRPr/>
          </a:p>
        </p:txBody>
      </p:sp>
      <p:sp>
        <p:nvSpPr>
          <p:cNvPr id="393" name="Google Shape;393;p26"/>
          <p:cNvSpPr txBox="1"/>
          <p:nvPr/>
        </p:nvSpPr>
        <p:spPr>
          <a:xfrm>
            <a:off x="6387151" y="2470245"/>
            <a:ext cx="128743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rgbClr val="FF0000"/>
                </a:solidFill>
                <a:latin typeface="Arial"/>
                <a:ea typeface="Arial"/>
                <a:cs typeface="Arial"/>
                <a:sym typeface="Arial"/>
              </a:rPr>
              <a:t>petrol</a:t>
            </a:r>
            <a:endParaRPr sz="1800">
              <a:solidFill>
                <a:srgbClr val="FF0000"/>
              </a:solidFill>
              <a:latin typeface="Arial"/>
              <a:ea typeface="Arial"/>
              <a:cs typeface="Arial"/>
              <a:sym typeface="Arial"/>
            </a:endParaRPr>
          </a:p>
        </p:txBody>
      </p:sp>
      <p:sp>
        <p:nvSpPr>
          <p:cNvPr id="394" name="Google Shape;394;p26"/>
          <p:cNvSpPr txBox="1"/>
          <p:nvPr/>
        </p:nvSpPr>
        <p:spPr>
          <a:xfrm>
            <a:off x="1214649" y="3903260"/>
            <a:ext cx="128743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rgbClr val="FF0000"/>
                </a:solidFill>
                <a:latin typeface="Arial"/>
                <a:ea typeface="Arial"/>
                <a:cs typeface="Arial"/>
                <a:sym typeface="Arial"/>
              </a:rPr>
              <a:t>car park</a:t>
            </a:r>
            <a:endParaRPr sz="1800">
              <a:solidFill>
                <a:srgbClr val="FF0000"/>
              </a:solidFill>
              <a:latin typeface="Arial"/>
              <a:ea typeface="Arial"/>
              <a:cs typeface="Arial"/>
              <a:sym typeface="Arial"/>
            </a:endParaRPr>
          </a:p>
        </p:txBody>
      </p:sp>
      <p:sp>
        <p:nvSpPr>
          <p:cNvPr id="395" name="Google Shape;395;p26"/>
          <p:cNvSpPr txBox="1"/>
          <p:nvPr/>
        </p:nvSpPr>
        <p:spPr>
          <a:xfrm>
            <a:off x="4653885" y="3889612"/>
            <a:ext cx="128743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rgbClr val="FF0000"/>
                </a:solidFill>
                <a:latin typeface="Arial"/>
                <a:ea typeface="Arial"/>
                <a:cs typeface="Arial"/>
                <a:sym typeface="Arial"/>
              </a:rPr>
              <a:t>cab</a:t>
            </a:r>
            <a:endParaRPr sz="1800">
              <a:solidFill>
                <a:srgbClr val="FF0000"/>
              </a:solidFill>
              <a:latin typeface="Arial"/>
              <a:ea typeface="Arial"/>
              <a:cs typeface="Arial"/>
              <a:sym typeface="Arial"/>
            </a:endParaRPr>
          </a:p>
        </p:txBody>
      </p:sp>
      <p:sp>
        <p:nvSpPr>
          <p:cNvPr id="396" name="Google Shape;396;p26"/>
          <p:cNvSpPr txBox="1"/>
          <p:nvPr/>
        </p:nvSpPr>
        <p:spPr>
          <a:xfrm>
            <a:off x="5076964" y="4326341"/>
            <a:ext cx="128743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rgbClr val="FF0000"/>
                </a:solidFill>
                <a:latin typeface="Arial"/>
                <a:ea typeface="Arial"/>
                <a:cs typeface="Arial"/>
                <a:sym typeface="Arial"/>
              </a:rPr>
              <a:t>café</a:t>
            </a:r>
            <a:endParaRPr sz="1800">
              <a:solidFill>
                <a:srgbClr val="FF0000"/>
              </a:solidFill>
              <a:latin typeface="Arial"/>
              <a:ea typeface="Arial"/>
              <a:cs typeface="Arial"/>
              <a:sym typeface="Arial"/>
            </a:endParaRPr>
          </a:p>
        </p:txBody>
      </p:sp>
      <p:sp>
        <p:nvSpPr>
          <p:cNvPr id="397" name="Google Shape;397;p26"/>
          <p:cNvSpPr txBox="1"/>
          <p:nvPr/>
        </p:nvSpPr>
        <p:spPr>
          <a:xfrm>
            <a:off x="5090612" y="4776717"/>
            <a:ext cx="128743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rgbClr val="FF0000"/>
                </a:solidFill>
                <a:latin typeface="Arial"/>
                <a:ea typeface="Arial"/>
                <a:cs typeface="Arial"/>
                <a:sym typeface="Arial"/>
              </a:rPr>
              <a:t>lorry</a:t>
            </a:r>
            <a:endParaRPr sz="1800">
              <a:solidFill>
                <a:srgbClr val="FF0000"/>
              </a:solidFill>
              <a:latin typeface="Arial"/>
              <a:ea typeface="Arial"/>
              <a:cs typeface="Arial"/>
              <a:sym typeface="Arial"/>
            </a:endParaRPr>
          </a:p>
        </p:txBody>
      </p:sp>
      <p:sp>
        <p:nvSpPr>
          <p:cNvPr id="398" name="Google Shape;398;p26"/>
          <p:cNvSpPr txBox="1"/>
          <p:nvPr/>
        </p:nvSpPr>
        <p:spPr>
          <a:xfrm>
            <a:off x="723328" y="4776717"/>
            <a:ext cx="128743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rgbClr val="FF0000"/>
                </a:solidFill>
              </a:rPr>
              <a:t>pavement</a:t>
            </a:r>
            <a:endParaRPr sz="1800">
              <a:solidFill>
                <a:srgbClr val="FF0000"/>
              </a:solidFill>
              <a:latin typeface="Arial"/>
              <a:ea typeface="Arial"/>
              <a:cs typeface="Arial"/>
              <a:sym typeface="Arial"/>
            </a:endParaRPr>
          </a:p>
        </p:txBody>
      </p:sp>
      <p:sp>
        <p:nvSpPr>
          <p:cNvPr id="399" name="Google Shape;399;p26"/>
          <p:cNvSpPr txBox="1"/>
          <p:nvPr/>
        </p:nvSpPr>
        <p:spPr>
          <a:xfrm>
            <a:off x="1119115" y="2961565"/>
            <a:ext cx="128743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rgbClr val="FF0000"/>
                </a:solidFill>
                <a:latin typeface="Arial"/>
                <a:ea typeface="Arial"/>
                <a:cs typeface="Arial"/>
                <a:sym typeface="Arial"/>
              </a:rPr>
              <a:t>freeway</a:t>
            </a:r>
            <a:endParaRPr sz="1800">
              <a:solidFill>
                <a:srgbClr val="FF0000"/>
              </a:solidFill>
              <a:latin typeface="Arial"/>
              <a:ea typeface="Arial"/>
              <a:cs typeface="Arial"/>
              <a:sym typeface="Arial"/>
            </a:endParaRPr>
          </a:p>
        </p:txBody>
      </p:sp>
      <p:sp>
        <p:nvSpPr>
          <p:cNvPr id="400" name="Google Shape;400;p26"/>
          <p:cNvSpPr txBox="1"/>
          <p:nvPr/>
        </p:nvSpPr>
        <p:spPr>
          <a:xfrm>
            <a:off x="204716" y="1460310"/>
            <a:ext cx="10521287" cy="91613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fr-FR" sz="2000" b="1">
                <a:solidFill>
                  <a:srgbClr val="C00000"/>
                </a:solidFill>
                <a:latin typeface="Arial"/>
                <a:ea typeface="Arial"/>
                <a:cs typeface="Arial"/>
                <a:sym typeface="Arial"/>
              </a:rPr>
              <a:t>Now c</a:t>
            </a:r>
            <a:r>
              <a:rPr lang="fr-FR" sz="2000" b="1" i="0" u="none" strike="noStrike" cap="none">
                <a:solidFill>
                  <a:srgbClr val="C00000"/>
                </a:solidFill>
                <a:latin typeface="Arial"/>
                <a:ea typeface="Arial"/>
                <a:cs typeface="Arial"/>
                <a:sym typeface="Arial"/>
              </a:rPr>
              <a:t>an you remember the </a:t>
            </a:r>
            <a:r>
              <a:rPr lang="fr-FR" sz="2000" b="1">
                <a:solidFill>
                  <a:srgbClr val="C00000"/>
                </a:solidFill>
                <a:latin typeface="Arial"/>
                <a:ea typeface="Arial"/>
                <a:cs typeface="Arial"/>
                <a:sym typeface="Arial"/>
              </a:rPr>
              <a:t>British words to</a:t>
            </a:r>
            <a:r>
              <a:rPr lang="fr-FR" sz="2000" b="1" i="0" u="none" strike="noStrike" cap="none">
                <a:solidFill>
                  <a:srgbClr val="C00000"/>
                </a:solidFill>
                <a:latin typeface="Arial"/>
                <a:ea typeface="Arial"/>
                <a:cs typeface="Arial"/>
                <a:sym typeface="Arial"/>
              </a:rPr>
              <a:t> complete the same text with? </a:t>
            </a:r>
            <a:endParaRPr sz="2000" b="1" i="0" u="none" strike="noStrike" cap="none">
              <a:solidFill>
                <a:srgbClr val="C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3"/>
                                        </p:tgtEl>
                                        <p:attrNameLst>
                                          <p:attrName>style.visibility</p:attrName>
                                        </p:attrNameLst>
                                      </p:cBhvr>
                                      <p:to>
                                        <p:strVal val="visible"/>
                                      </p:to>
                                    </p:set>
                                    <p:animEffect transition="in" filter="fade">
                                      <p:cBhvr>
                                        <p:cTn id="7" dur="500"/>
                                        <p:tgtEl>
                                          <p:spTgt spid="39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9"/>
                                        </p:tgtEl>
                                        <p:attrNameLst>
                                          <p:attrName>style.visibility</p:attrName>
                                        </p:attrNameLst>
                                      </p:cBhvr>
                                      <p:to>
                                        <p:strVal val="visible"/>
                                      </p:to>
                                    </p:set>
                                    <p:animEffect transition="in" filter="fade">
                                      <p:cBhvr>
                                        <p:cTn id="12" dur="500"/>
                                        <p:tgtEl>
                                          <p:spTgt spid="39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4"/>
                                        </p:tgtEl>
                                        <p:attrNameLst>
                                          <p:attrName>style.visibility</p:attrName>
                                        </p:attrNameLst>
                                      </p:cBhvr>
                                      <p:to>
                                        <p:strVal val="visible"/>
                                      </p:to>
                                    </p:set>
                                    <p:animEffect transition="in" filter="fade">
                                      <p:cBhvr>
                                        <p:cTn id="17" dur="500"/>
                                        <p:tgtEl>
                                          <p:spTgt spid="39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5"/>
                                        </p:tgtEl>
                                        <p:attrNameLst>
                                          <p:attrName>style.visibility</p:attrName>
                                        </p:attrNameLst>
                                      </p:cBhvr>
                                      <p:to>
                                        <p:strVal val="visible"/>
                                      </p:to>
                                    </p:set>
                                    <p:animEffect transition="in" filter="fade">
                                      <p:cBhvr>
                                        <p:cTn id="22" dur="500"/>
                                        <p:tgtEl>
                                          <p:spTgt spid="39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96"/>
                                        </p:tgtEl>
                                        <p:attrNameLst>
                                          <p:attrName>style.visibility</p:attrName>
                                        </p:attrNameLst>
                                      </p:cBhvr>
                                      <p:to>
                                        <p:strVal val="visible"/>
                                      </p:to>
                                    </p:set>
                                    <p:animEffect transition="in" filter="fade">
                                      <p:cBhvr>
                                        <p:cTn id="27" dur="500"/>
                                        <p:tgtEl>
                                          <p:spTgt spid="39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98"/>
                                        </p:tgtEl>
                                        <p:attrNameLst>
                                          <p:attrName>style.visibility</p:attrName>
                                        </p:attrNameLst>
                                      </p:cBhvr>
                                      <p:to>
                                        <p:strVal val="visible"/>
                                      </p:to>
                                    </p:set>
                                    <p:animEffect transition="in" filter="fade">
                                      <p:cBhvr>
                                        <p:cTn id="32" dur="500"/>
                                        <p:tgtEl>
                                          <p:spTgt spid="39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7"/>
                                        </p:tgtEl>
                                        <p:attrNameLst>
                                          <p:attrName>style.visibility</p:attrName>
                                        </p:attrNameLst>
                                      </p:cBhvr>
                                      <p:to>
                                        <p:strVal val="visible"/>
                                      </p:to>
                                    </p:set>
                                    <p:animEffect transition="in" filter="fade">
                                      <p:cBhvr>
                                        <p:cTn id="37" dur="500"/>
                                        <p:tgtEl>
                                          <p:spTgt spid="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404"/>
        <p:cNvGrpSpPr/>
        <p:nvPr/>
      </p:nvGrpSpPr>
      <p:grpSpPr>
        <a:xfrm>
          <a:off x="0" y="0"/>
          <a:ext cx="0" cy="0"/>
          <a:chOff x="0" y="0"/>
          <a:chExt cx="0" cy="0"/>
        </a:xfrm>
      </p:grpSpPr>
      <p:sp>
        <p:nvSpPr>
          <p:cNvPr id="405" name="Google Shape;405;p27"/>
          <p:cNvSpPr txBox="1">
            <a:spLocks noGrp="1"/>
          </p:cNvSpPr>
          <p:nvPr>
            <p:ph type="title"/>
          </p:nvPr>
        </p:nvSpPr>
        <p:spPr>
          <a:xfrm>
            <a:off x="5437496" y="163774"/>
            <a:ext cx="6067567" cy="87345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23F61"/>
              </a:buClr>
              <a:buSzPts val="4000"/>
              <a:buFont typeface="Arial"/>
              <a:buNone/>
            </a:pPr>
            <a:r>
              <a:rPr lang="fr-FR" sz="4000" b="1">
                <a:solidFill>
                  <a:srgbClr val="023F61"/>
                </a:solidFill>
              </a:rPr>
              <a:t>Vocabulary Differences</a:t>
            </a:r>
            <a:endParaRPr sz="4000" b="1">
              <a:solidFill>
                <a:srgbClr val="023F61"/>
              </a:solidFill>
            </a:endParaRPr>
          </a:p>
        </p:txBody>
      </p:sp>
      <p:sp>
        <p:nvSpPr>
          <p:cNvPr id="406" name="Google Shape;406;p27"/>
          <p:cNvSpPr txBox="1">
            <a:spLocks noGrp="1"/>
          </p:cNvSpPr>
          <p:nvPr>
            <p:ph type="body" idx="1"/>
          </p:nvPr>
        </p:nvSpPr>
        <p:spPr>
          <a:xfrm>
            <a:off x="-1" y="395785"/>
            <a:ext cx="5445457" cy="4353633"/>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23F61"/>
              </a:buClr>
              <a:buSzPts val="2800"/>
              <a:buNone/>
            </a:pPr>
            <a:r>
              <a:rPr lang="fr-FR">
                <a:solidFill>
                  <a:srgbClr val="023F61"/>
                </a:solidFill>
              </a:rPr>
              <a:t>The vocabulary differences between British and American English are no less tricky. BrE &amp; AmE sometimes use different words to refer to the same thing. In fact, there are many cases of this in both varieties.</a:t>
            </a:r>
            <a:endParaRPr>
              <a:solidFill>
                <a:srgbClr val="023F61"/>
              </a:solidFill>
            </a:endParaRPr>
          </a:p>
        </p:txBody>
      </p:sp>
      <p:pic>
        <p:nvPicPr>
          <p:cNvPr id="407" name="Google Shape;407;p27" descr="C:\Users\Lenovo\OneDrive\Desktop\Vocabulary-differences-UK-vs-US-1.png"/>
          <p:cNvPicPr preferRelativeResize="0"/>
          <p:nvPr/>
        </p:nvPicPr>
        <p:blipFill rotWithShape="1">
          <a:blip r:embed="rId3">
            <a:alphaModFix/>
          </a:blip>
          <a:srcRect/>
          <a:stretch/>
        </p:blipFill>
        <p:spPr>
          <a:xfrm>
            <a:off x="5445457" y="1126519"/>
            <a:ext cx="6746543" cy="5192393"/>
          </a:xfrm>
          <a:prstGeom prst="rect">
            <a:avLst/>
          </a:prstGeom>
          <a:noFill/>
          <a:ln>
            <a:noFill/>
          </a:ln>
        </p:spPr>
      </p:pic>
      <p:sp>
        <p:nvSpPr>
          <p:cNvPr id="408" name="Google Shape;408;p2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fr-FR"/>
              <a:t>27</a:t>
            </a:fld>
            <a:endParaRPr/>
          </a:p>
        </p:txBody>
      </p:sp>
      <p:pic>
        <p:nvPicPr>
          <p:cNvPr id="409" name="Google Shape;409;p27" descr="D:\Teaching &amp; Univ\ESPRIT\British Vs American\Pics\british-american-english-differences-language-13__880.jpg"/>
          <p:cNvPicPr preferRelativeResize="0"/>
          <p:nvPr/>
        </p:nvPicPr>
        <p:blipFill rotWithShape="1">
          <a:blip r:embed="rId4">
            <a:alphaModFix/>
          </a:blip>
          <a:srcRect t="15228" r="11161" b="9033"/>
          <a:stretch/>
        </p:blipFill>
        <p:spPr>
          <a:xfrm>
            <a:off x="0" y="3302758"/>
            <a:ext cx="5459104" cy="355524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6">
                                            <p:txEl>
                                              <p:pRg st="0" end="0"/>
                                            </p:txEl>
                                          </p:spTgt>
                                        </p:tgtEl>
                                        <p:attrNameLst>
                                          <p:attrName>style.visibility</p:attrName>
                                        </p:attrNameLst>
                                      </p:cBhvr>
                                      <p:to>
                                        <p:strVal val="visible"/>
                                      </p:to>
                                    </p:set>
                                    <p:animEffect transition="in" filter="fade">
                                      <p:cBhvr>
                                        <p:cTn id="7" dur="500"/>
                                        <p:tgtEl>
                                          <p:spTgt spid="4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407"/>
                                        </p:tgtEl>
                                        <p:attrNameLst>
                                          <p:attrName>style.visibility</p:attrName>
                                        </p:attrNameLst>
                                      </p:cBhvr>
                                      <p:to>
                                        <p:strVal val="visible"/>
                                      </p:to>
                                    </p:set>
                                    <p:anim calcmode="lin" valueType="num">
                                      <p:cBhvr additive="base">
                                        <p:cTn id="12" dur="500"/>
                                        <p:tgtEl>
                                          <p:spTgt spid="407"/>
                                        </p:tgtEl>
                                        <p:attrNameLst>
                                          <p:attrName>ppt_w</p:attrName>
                                        </p:attrNameLst>
                                      </p:cBhvr>
                                      <p:tavLst>
                                        <p:tav tm="0">
                                          <p:val>
                                            <p:strVal val="0"/>
                                          </p:val>
                                        </p:tav>
                                        <p:tav tm="100000">
                                          <p:val>
                                            <p:strVal val="#ppt_w"/>
                                          </p:val>
                                        </p:tav>
                                      </p:tavLst>
                                    </p:anim>
                                    <p:anim calcmode="lin" valueType="num">
                                      <p:cBhvr additive="base">
                                        <p:cTn id="13" dur="500"/>
                                        <p:tgtEl>
                                          <p:spTgt spid="407"/>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409"/>
                                        </p:tgtEl>
                                        <p:attrNameLst>
                                          <p:attrName>style.visibility</p:attrName>
                                        </p:attrNameLst>
                                      </p:cBhvr>
                                      <p:to>
                                        <p:strVal val="visible"/>
                                      </p:to>
                                    </p:set>
                                    <p:anim calcmode="lin" valueType="num">
                                      <p:cBhvr additive="base">
                                        <p:cTn id="18" dur="500"/>
                                        <p:tgtEl>
                                          <p:spTgt spid="409"/>
                                        </p:tgtEl>
                                        <p:attrNameLst>
                                          <p:attrName>ppt_w</p:attrName>
                                        </p:attrNameLst>
                                      </p:cBhvr>
                                      <p:tavLst>
                                        <p:tav tm="0">
                                          <p:val>
                                            <p:strVal val="0"/>
                                          </p:val>
                                        </p:tav>
                                        <p:tav tm="100000">
                                          <p:val>
                                            <p:strVal val="#ppt_w"/>
                                          </p:val>
                                        </p:tav>
                                      </p:tavLst>
                                    </p:anim>
                                    <p:anim calcmode="lin" valueType="num">
                                      <p:cBhvr additive="base">
                                        <p:cTn id="19" dur="500"/>
                                        <p:tgtEl>
                                          <p:spTgt spid="409"/>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413"/>
        <p:cNvGrpSpPr/>
        <p:nvPr/>
      </p:nvGrpSpPr>
      <p:grpSpPr>
        <a:xfrm>
          <a:off x="0" y="0"/>
          <a:ext cx="0" cy="0"/>
          <a:chOff x="0" y="0"/>
          <a:chExt cx="0" cy="0"/>
        </a:xfrm>
      </p:grpSpPr>
      <p:sp>
        <p:nvSpPr>
          <p:cNvPr id="414" name="Google Shape;414;p28"/>
          <p:cNvSpPr txBox="1">
            <a:spLocks noGrp="1"/>
          </p:cNvSpPr>
          <p:nvPr>
            <p:ph type="body" idx="1"/>
          </p:nvPr>
        </p:nvSpPr>
        <p:spPr>
          <a:xfrm>
            <a:off x="309348" y="522029"/>
            <a:ext cx="11441373" cy="1811738"/>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rgbClr val="023F61"/>
              </a:buClr>
              <a:buSzPts val="2800"/>
              <a:buNone/>
            </a:pPr>
            <a:r>
              <a:rPr lang="fr-FR">
                <a:solidFill>
                  <a:srgbClr val="023F61"/>
                </a:solidFill>
              </a:rPr>
              <a:t>Sometimes these words can be used in just one variety. But a problem arises when a word is used in both varieties but with completely different meanings, for example:</a:t>
            </a:r>
            <a:endParaRPr>
              <a:solidFill>
                <a:srgbClr val="023F61"/>
              </a:solidFill>
            </a:endParaRPr>
          </a:p>
        </p:txBody>
      </p:sp>
      <p:pic>
        <p:nvPicPr>
          <p:cNvPr id="415" name="Google Shape;415;p28" descr="C:\Users\Lenovo\OneDrive\Desktop\Vocabulary-differences-UK-vs-US-2.png"/>
          <p:cNvPicPr preferRelativeResize="0"/>
          <p:nvPr/>
        </p:nvPicPr>
        <p:blipFill rotWithShape="1">
          <a:blip r:embed="rId3">
            <a:alphaModFix/>
          </a:blip>
          <a:srcRect/>
          <a:stretch/>
        </p:blipFill>
        <p:spPr>
          <a:xfrm>
            <a:off x="1337480" y="1924333"/>
            <a:ext cx="9280478" cy="4660711"/>
          </a:xfrm>
          <a:prstGeom prst="rect">
            <a:avLst/>
          </a:prstGeom>
          <a:noFill/>
          <a:ln>
            <a:noFill/>
          </a:ln>
        </p:spPr>
      </p:pic>
      <p:sp>
        <p:nvSpPr>
          <p:cNvPr id="416" name="Google Shape;416;p2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fr-FR"/>
              <a:t>28</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5"/>
                                        </p:tgtEl>
                                        <p:attrNameLst>
                                          <p:attrName>style.visibility</p:attrName>
                                        </p:attrNameLst>
                                      </p:cBhvr>
                                      <p:to>
                                        <p:strVal val="visible"/>
                                      </p:to>
                                    </p:set>
                                    <p:animEffect transition="in" filter="fade">
                                      <p:cBhvr>
                                        <p:cTn id="7" dur="500"/>
                                        <p:tgtEl>
                                          <p:spTgt spid="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420"/>
        <p:cNvGrpSpPr/>
        <p:nvPr/>
      </p:nvGrpSpPr>
      <p:grpSpPr>
        <a:xfrm>
          <a:off x="0" y="0"/>
          <a:ext cx="0" cy="0"/>
          <a:chOff x="0" y="0"/>
          <a:chExt cx="0" cy="0"/>
        </a:xfrm>
      </p:grpSpPr>
      <p:sp>
        <p:nvSpPr>
          <p:cNvPr id="421" name="Google Shape;421;p29"/>
          <p:cNvSpPr txBox="1">
            <a:spLocks noGrp="1"/>
          </p:cNvSpPr>
          <p:nvPr>
            <p:ph type="title"/>
          </p:nvPr>
        </p:nvSpPr>
        <p:spPr>
          <a:xfrm>
            <a:off x="1020169" y="0"/>
            <a:ext cx="11171831" cy="66874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23F61"/>
              </a:buClr>
              <a:buSzPts val="3600"/>
              <a:buFont typeface="Arial"/>
              <a:buNone/>
            </a:pPr>
            <a:br>
              <a:rPr lang="fr-FR" sz="3600">
                <a:solidFill>
                  <a:srgbClr val="023F61"/>
                </a:solidFill>
              </a:rPr>
            </a:br>
            <a:r>
              <a:rPr lang="fr-FR" sz="3600">
                <a:solidFill>
                  <a:srgbClr val="023F61"/>
                </a:solidFill>
              </a:rPr>
              <a:t>Guess the word in the opposite English Version: </a:t>
            </a:r>
            <a:endParaRPr sz="3600">
              <a:solidFill>
                <a:srgbClr val="023F61"/>
              </a:solidFill>
            </a:endParaRPr>
          </a:p>
        </p:txBody>
      </p:sp>
      <p:graphicFrame>
        <p:nvGraphicFramePr>
          <p:cNvPr id="422" name="Google Shape;422;p29"/>
          <p:cNvGraphicFramePr/>
          <p:nvPr/>
        </p:nvGraphicFramePr>
        <p:xfrm>
          <a:off x="952500" y="1342978"/>
          <a:ext cx="10380133" cy="4476750"/>
        </p:xfrm>
        <a:graphic>
          <a:graphicData uri="http://schemas.openxmlformats.org/presentationml/2006/ole">
            <mc:AlternateContent xmlns:mc="http://schemas.openxmlformats.org/markup-compatibility/2006">
              <mc:Choice xmlns:v="urn:schemas-microsoft-com:vml" Requires="v">
                <p:oleObj spid="_x0000_s2055" r:id="rId4" imgW="10380133" imgH="4476750" progId="Excel.Sheet.8">
                  <p:embed/>
                </p:oleObj>
              </mc:Choice>
              <mc:Fallback>
                <p:oleObj r:id="rId4" imgW="10380133" imgH="4476750" progId="Excel.Sheet.8">
                  <p:embed/>
                  <p:pic>
                    <p:nvPicPr>
                      <p:cNvPr id="422" name="Google Shape;422;p29"/>
                      <p:cNvPicPr preferRelativeResize="0"/>
                      <p:nvPr/>
                    </p:nvPicPr>
                    <p:blipFill rotWithShape="1">
                      <a:blip r:embed="rId5">
                        <a:alphaModFix/>
                      </a:blip>
                      <a:srcRect/>
                      <a:stretch/>
                    </p:blipFill>
                    <p:spPr>
                      <a:xfrm>
                        <a:off x="952500" y="1342978"/>
                        <a:ext cx="10380133" cy="4476750"/>
                      </a:xfrm>
                      <a:prstGeom prst="rect">
                        <a:avLst/>
                      </a:prstGeom>
                      <a:noFill/>
                      <a:ln>
                        <a:noFill/>
                      </a:ln>
                    </p:spPr>
                  </p:pic>
                </p:oleObj>
              </mc:Fallback>
            </mc:AlternateContent>
          </a:graphicData>
        </a:graphic>
      </p:graphicFrame>
      <p:pic>
        <p:nvPicPr>
          <p:cNvPr id="423" name="Google Shape;423;p29" descr="C:\Users\Ирина\Desktop\НОУ1\british-american-1.jpg"/>
          <p:cNvPicPr preferRelativeResize="0"/>
          <p:nvPr/>
        </p:nvPicPr>
        <p:blipFill rotWithShape="1">
          <a:blip r:embed="rId6">
            <a:alphaModFix/>
          </a:blip>
          <a:srcRect/>
          <a:stretch/>
        </p:blipFill>
        <p:spPr>
          <a:xfrm>
            <a:off x="0" y="1559211"/>
            <a:ext cx="12192000" cy="5070144"/>
          </a:xfrm>
          <a:prstGeom prst="rect">
            <a:avLst/>
          </a:prstGeom>
          <a:noFill/>
          <a:ln>
            <a:noFill/>
          </a:ln>
        </p:spPr>
      </p:pic>
      <p:sp>
        <p:nvSpPr>
          <p:cNvPr id="424" name="Google Shape;424;p29"/>
          <p:cNvSpPr/>
          <p:nvPr/>
        </p:nvSpPr>
        <p:spPr>
          <a:xfrm>
            <a:off x="9348718" y="3715556"/>
            <a:ext cx="1433014" cy="395785"/>
          </a:xfrm>
          <a:prstGeom prst="flowChartPunchedTape">
            <a:avLst/>
          </a:prstGeom>
          <a:solidFill>
            <a:srgbClr val="FFA18F"/>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a:solidFill>
                  <a:srgbClr val="538CD5"/>
                </a:solidFill>
                <a:latin typeface="Arial"/>
                <a:ea typeface="Arial"/>
                <a:cs typeface="Arial"/>
                <a:sym typeface="Arial"/>
              </a:rPr>
              <a:t>?</a:t>
            </a:r>
            <a:endParaRPr sz="1800">
              <a:solidFill>
                <a:srgbClr val="538CD5"/>
              </a:solidFill>
              <a:latin typeface="Arial"/>
              <a:ea typeface="Arial"/>
              <a:cs typeface="Arial"/>
              <a:sym typeface="Arial"/>
            </a:endParaRPr>
          </a:p>
        </p:txBody>
      </p:sp>
      <p:sp>
        <p:nvSpPr>
          <p:cNvPr id="425" name="Google Shape;425;p29"/>
          <p:cNvSpPr/>
          <p:nvPr/>
        </p:nvSpPr>
        <p:spPr>
          <a:xfrm>
            <a:off x="9130354" y="2241598"/>
            <a:ext cx="1433014" cy="395785"/>
          </a:xfrm>
          <a:prstGeom prst="flowChartPunchedTape">
            <a:avLst/>
          </a:prstGeom>
          <a:solidFill>
            <a:srgbClr val="FFA18F"/>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a:solidFill>
                  <a:srgbClr val="538CD5"/>
                </a:solidFill>
                <a:latin typeface="Arial"/>
                <a:ea typeface="Arial"/>
                <a:cs typeface="Arial"/>
                <a:sym typeface="Arial"/>
              </a:rPr>
              <a:t>?</a:t>
            </a:r>
            <a:endParaRPr sz="1800">
              <a:solidFill>
                <a:srgbClr val="538CD5"/>
              </a:solidFill>
              <a:latin typeface="Arial"/>
              <a:ea typeface="Arial"/>
              <a:cs typeface="Arial"/>
              <a:sym typeface="Arial"/>
            </a:endParaRPr>
          </a:p>
        </p:txBody>
      </p:sp>
      <p:sp>
        <p:nvSpPr>
          <p:cNvPr id="426" name="Google Shape;426;p29"/>
          <p:cNvSpPr/>
          <p:nvPr/>
        </p:nvSpPr>
        <p:spPr>
          <a:xfrm>
            <a:off x="1624086" y="3210589"/>
            <a:ext cx="1433014" cy="395785"/>
          </a:xfrm>
          <a:prstGeom prst="flowChartPunchedTape">
            <a:avLst/>
          </a:prstGeom>
          <a:solidFill>
            <a:srgbClr val="538CD5"/>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rgbClr val="FFCFC7"/>
                </a:solidFill>
                <a:latin typeface="Arial"/>
                <a:ea typeface="Arial"/>
                <a:cs typeface="Arial"/>
                <a:sym typeface="Arial"/>
              </a:rPr>
              <a:t>?</a:t>
            </a:r>
            <a:endParaRPr sz="1800" b="1">
              <a:solidFill>
                <a:srgbClr val="FFCFC7"/>
              </a:solidFill>
              <a:latin typeface="Arial"/>
              <a:ea typeface="Arial"/>
              <a:cs typeface="Arial"/>
              <a:sym typeface="Arial"/>
            </a:endParaRPr>
          </a:p>
        </p:txBody>
      </p:sp>
      <p:sp>
        <p:nvSpPr>
          <p:cNvPr id="427" name="Google Shape;427;p29"/>
          <p:cNvSpPr/>
          <p:nvPr/>
        </p:nvSpPr>
        <p:spPr>
          <a:xfrm>
            <a:off x="1624086" y="2678327"/>
            <a:ext cx="1433014" cy="395785"/>
          </a:xfrm>
          <a:prstGeom prst="flowChartPunchedTape">
            <a:avLst/>
          </a:prstGeom>
          <a:solidFill>
            <a:srgbClr val="538CD5"/>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rgbClr val="FFCFC7"/>
                </a:solidFill>
                <a:latin typeface="Arial"/>
                <a:ea typeface="Arial"/>
                <a:cs typeface="Arial"/>
                <a:sym typeface="Arial"/>
              </a:rPr>
              <a:t>?</a:t>
            </a:r>
            <a:endParaRPr sz="1800" b="1">
              <a:solidFill>
                <a:srgbClr val="FFCFC7"/>
              </a:solidFill>
              <a:latin typeface="Arial"/>
              <a:ea typeface="Arial"/>
              <a:cs typeface="Arial"/>
              <a:sym typeface="Arial"/>
            </a:endParaRPr>
          </a:p>
        </p:txBody>
      </p:sp>
      <p:sp>
        <p:nvSpPr>
          <p:cNvPr id="428" name="Google Shape;428;p29"/>
          <p:cNvSpPr/>
          <p:nvPr/>
        </p:nvSpPr>
        <p:spPr>
          <a:xfrm>
            <a:off x="1596790" y="4234172"/>
            <a:ext cx="1433014" cy="395785"/>
          </a:xfrm>
          <a:prstGeom prst="flowChartPunchedTape">
            <a:avLst/>
          </a:prstGeom>
          <a:solidFill>
            <a:srgbClr val="538CD5"/>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rgbClr val="FFCFC7"/>
                </a:solidFill>
                <a:latin typeface="Arial"/>
                <a:ea typeface="Arial"/>
                <a:cs typeface="Arial"/>
                <a:sym typeface="Arial"/>
              </a:rPr>
              <a:t>?</a:t>
            </a:r>
            <a:endParaRPr sz="1800" b="1">
              <a:solidFill>
                <a:srgbClr val="FFCFC7"/>
              </a:solidFill>
              <a:latin typeface="Arial"/>
              <a:ea typeface="Arial"/>
              <a:cs typeface="Arial"/>
              <a:sym typeface="Arial"/>
            </a:endParaRPr>
          </a:p>
        </p:txBody>
      </p:sp>
      <p:sp>
        <p:nvSpPr>
          <p:cNvPr id="429" name="Google Shape;429;p29"/>
          <p:cNvSpPr/>
          <p:nvPr/>
        </p:nvSpPr>
        <p:spPr>
          <a:xfrm>
            <a:off x="1487608" y="4725491"/>
            <a:ext cx="1801502" cy="395785"/>
          </a:xfrm>
          <a:prstGeom prst="flowChartPunchedTape">
            <a:avLst/>
          </a:prstGeom>
          <a:solidFill>
            <a:srgbClr val="538CD5"/>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rgbClr val="FFCFC7"/>
                </a:solidFill>
                <a:latin typeface="Arial"/>
                <a:ea typeface="Arial"/>
                <a:cs typeface="Arial"/>
                <a:sym typeface="Arial"/>
              </a:rPr>
              <a:t>?</a:t>
            </a:r>
            <a:endParaRPr sz="1800" b="1">
              <a:solidFill>
                <a:srgbClr val="FFCFC7"/>
              </a:solidFill>
              <a:latin typeface="Arial"/>
              <a:ea typeface="Arial"/>
              <a:cs typeface="Arial"/>
              <a:sym typeface="Arial"/>
            </a:endParaRPr>
          </a:p>
        </p:txBody>
      </p:sp>
      <p:sp>
        <p:nvSpPr>
          <p:cNvPr id="430" name="Google Shape;430;p29"/>
          <p:cNvSpPr/>
          <p:nvPr/>
        </p:nvSpPr>
        <p:spPr>
          <a:xfrm>
            <a:off x="1637733" y="5708130"/>
            <a:ext cx="1433014" cy="395785"/>
          </a:xfrm>
          <a:prstGeom prst="flowChartPunchedTape">
            <a:avLst/>
          </a:prstGeom>
          <a:solidFill>
            <a:srgbClr val="538CD5"/>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rgbClr val="FFCFC7"/>
                </a:solidFill>
                <a:latin typeface="Arial"/>
                <a:ea typeface="Arial"/>
                <a:cs typeface="Arial"/>
                <a:sym typeface="Arial"/>
              </a:rPr>
              <a:t>?</a:t>
            </a:r>
            <a:endParaRPr sz="1800" b="1">
              <a:solidFill>
                <a:srgbClr val="FFCFC7"/>
              </a:solidFill>
              <a:latin typeface="Arial"/>
              <a:ea typeface="Arial"/>
              <a:cs typeface="Arial"/>
              <a:sym typeface="Arial"/>
            </a:endParaRPr>
          </a:p>
        </p:txBody>
      </p:sp>
      <p:sp>
        <p:nvSpPr>
          <p:cNvPr id="431" name="Google Shape;431;p29"/>
          <p:cNvSpPr/>
          <p:nvPr/>
        </p:nvSpPr>
        <p:spPr>
          <a:xfrm>
            <a:off x="1569494" y="6233568"/>
            <a:ext cx="1433014" cy="395785"/>
          </a:xfrm>
          <a:prstGeom prst="flowChartPunchedTape">
            <a:avLst/>
          </a:prstGeom>
          <a:solidFill>
            <a:srgbClr val="538CD5"/>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rgbClr val="FFCFC7"/>
                </a:solidFill>
                <a:latin typeface="Arial"/>
                <a:ea typeface="Arial"/>
                <a:cs typeface="Arial"/>
                <a:sym typeface="Arial"/>
              </a:rPr>
              <a:t>?</a:t>
            </a:r>
            <a:endParaRPr sz="1800" b="1">
              <a:solidFill>
                <a:srgbClr val="FFCFC7"/>
              </a:solidFill>
              <a:latin typeface="Arial"/>
              <a:ea typeface="Arial"/>
              <a:cs typeface="Arial"/>
              <a:sym typeface="Arial"/>
            </a:endParaRPr>
          </a:p>
        </p:txBody>
      </p:sp>
      <p:sp>
        <p:nvSpPr>
          <p:cNvPr id="432" name="Google Shape;432;p29"/>
          <p:cNvSpPr txBox="1">
            <a:spLocks noGrp="1"/>
          </p:cNvSpPr>
          <p:nvPr>
            <p:ph type="sldNum" idx="12"/>
          </p:nvPr>
        </p:nvSpPr>
        <p:spPr>
          <a:xfrm>
            <a:off x="9347200" y="6492875"/>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29</a:t>
            </a:fld>
            <a:endParaRPr/>
          </a:p>
        </p:txBody>
      </p:sp>
      <p:pic>
        <p:nvPicPr>
          <p:cNvPr id="433" name="Google Shape;433;p29" descr="C:\Users\Lenovo\OneDrive\Desktop\0idtp41NejdEU5b6.gif"/>
          <p:cNvPicPr preferRelativeResize="0"/>
          <p:nvPr/>
        </p:nvPicPr>
        <p:blipFill rotWithShape="1">
          <a:blip r:embed="rId7">
            <a:alphaModFix/>
          </a:blip>
          <a:srcRect/>
          <a:stretch/>
        </p:blipFill>
        <p:spPr>
          <a:xfrm>
            <a:off x="9360374" y="996285"/>
            <a:ext cx="2831625" cy="1047513"/>
          </a:xfrm>
          <a:prstGeom prst="rect">
            <a:avLst/>
          </a:prstGeom>
          <a:noFill/>
          <a:ln>
            <a:noFill/>
          </a:ln>
        </p:spPr>
      </p:pic>
      <p:pic>
        <p:nvPicPr>
          <p:cNvPr id="434" name="Google Shape;434;p29" descr="D:\Teaching &amp; Univ\ESPRIT\British Vs American\Pics\GIFS\e31e52c555568449b31ea5ba6ade829d.gif"/>
          <p:cNvPicPr preferRelativeResize="0"/>
          <p:nvPr/>
        </p:nvPicPr>
        <p:blipFill rotWithShape="1">
          <a:blip r:embed="rId8">
            <a:alphaModFix/>
          </a:blip>
          <a:srcRect/>
          <a:stretch/>
        </p:blipFill>
        <p:spPr>
          <a:xfrm>
            <a:off x="193588" y="955344"/>
            <a:ext cx="2754328" cy="11942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25"/>
                                        </p:tgtEl>
                                      </p:cBhvr>
                                    </p:animEffect>
                                    <p:set>
                                      <p:cBhvr>
                                        <p:cTn id="7" dur="1" fill="hold">
                                          <p:stCondLst>
                                            <p:cond delay="500"/>
                                          </p:stCondLst>
                                        </p:cTn>
                                        <p:tgtEl>
                                          <p:spTgt spid="42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427"/>
                                        </p:tgtEl>
                                      </p:cBhvr>
                                    </p:animEffect>
                                    <p:set>
                                      <p:cBhvr>
                                        <p:cTn id="12" dur="1" fill="hold">
                                          <p:stCondLst>
                                            <p:cond delay="500"/>
                                          </p:stCondLst>
                                        </p:cTn>
                                        <p:tgtEl>
                                          <p:spTgt spid="42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426"/>
                                        </p:tgtEl>
                                      </p:cBhvr>
                                    </p:animEffect>
                                    <p:set>
                                      <p:cBhvr>
                                        <p:cTn id="17" dur="1" fill="hold">
                                          <p:stCondLst>
                                            <p:cond delay="500"/>
                                          </p:stCondLst>
                                        </p:cTn>
                                        <p:tgtEl>
                                          <p:spTgt spid="42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424"/>
                                        </p:tgtEl>
                                      </p:cBhvr>
                                    </p:animEffect>
                                    <p:set>
                                      <p:cBhvr>
                                        <p:cTn id="22" dur="1" fill="hold">
                                          <p:stCondLst>
                                            <p:cond delay="500"/>
                                          </p:stCondLst>
                                        </p:cTn>
                                        <p:tgtEl>
                                          <p:spTgt spid="42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428"/>
                                        </p:tgtEl>
                                      </p:cBhvr>
                                    </p:animEffect>
                                    <p:set>
                                      <p:cBhvr>
                                        <p:cTn id="27" dur="1" fill="hold">
                                          <p:stCondLst>
                                            <p:cond delay="500"/>
                                          </p:stCondLst>
                                        </p:cTn>
                                        <p:tgtEl>
                                          <p:spTgt spid="428"/>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429"/>
                                        </p:tgtEl>
                                      </p:cBhvr>
                                    </p:animEffect>
                                    <p:set>
                                      <p:cBhvr>
                                        <p:cTn id="32" dur="1" fill="hold">
                                          <p:stCondLst>
                                            <p:cond delay="500"/>
                                          </p:stCondLst>
                                        </p:cTn>
                                        <p:tgtEl>
                                          <p:spTgt spid="42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500"/>
                                        <p:tgtEl>
                                          <p:spTgt spid="430"/>
                                        </p:tgtEl>
                                      </p:cBhvr>
                                    </p:animEffect>
                                    <p:set>
                                      <p:cBhvr>
                                        <p:cTn id="37" dur="1" fill="hold">
                                          <p:stCondLst>
                                            <p:cond delay="500"/>
                                          </p:stCondLst>
                                        </p:cTn>
                                        <p:tgtEl>
                                          <p:spTgt spid="430"/>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500"/>
                                        <p:tgtEl>
                                          <p:spTgt spid="431"/>
                                        </p:tgtEl>
                                      </p:cBhvr>
                                    </p:animEffect>
                                    <p:set>
                                      <p:cBhvr>
                                        <p:cTn id="42" dur="1" fill="hold">
                                          <p:stCondLst>
                                            <p:cond delay="500"/>
                                          </p:stCondLst>
                                        </p:cTn>
                                        <p:tgtEl>
                                          <p:spTgt spid="4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454"/>
        <p:cNvGrpSpPr/>
        <p:nvPr/>
      </p:nvGrpSpPr>
      <p:grpSpPr>
        <a:xfrm>
          <a:off x="0" y="0"/>
          <a:ext cx="0" cy="0"/>
          <a:chOff x="0" y="0"/>
          <a:chExt cx="0" cy="0"/>
        </a:xfrm>
      </p:grpSpPr>
      <p:sp>
        <p:nvSpPr>
          <p:cNvPr id="455" name="Google Shape;455;p31"/>
          <p:cNvSpPr txBox="1">
            <a:spLocks noGrp="1"/>
          </p:cNvSpPr>
          <p:nvPr>
            <p:ph type="title"/>
          </p:nvPr>
        </p:nvSpPr>
        <p:spPr>
          <a:xfrm>
            <a:off x="83820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Arial"/>
              <a:buNone/>
            </a:pPr>
            <a:br>
              <a:rPr lang="fr-FR" sz="2800">
                <a:solidFill>
                  <a:srgbClr val="FFC000"/>
                </a:solidFill>
              </a:rPr>
            </a:br>
            <a:endParaRPr sz="2800">
              <a:solidFill>
                <a:srgbClr val="FFC000"/>
              </a:solidFill>
            </a:endParaRPr>
          </a:p>
        </p:txBody>
      </p:sp>
      <p:graphicFrame>
        <p:nvGraphicFramePr>
          <p:cNvPr id="456" name="Google Shape;456;p31"/>
          <p:cNvGraphicFramePr/>
          <p:nvPr/>
        </p:nvGraphicFramePr>
        <p:xfrm>
          <a:off x="952500" y="1206500"/>
          <a:ext cx="10380133" cy="4476750"/>
        </p:xfrm>
        <a:graphic>
          <a:graphicData uri="http://schemas.openxmlformats.org/presentationml/2006/ole">
            <mc:AlternateContent xmlns:mc="http://schemas.openxmlformats.org/markup-compatibility/2006">
              <mc:Choice xmlns:v="urn:schemas-microsoft-com:vml" Requires="v">
                <p:oleObj spid="_x0000_s3079" r:id="rId4" imgW="10380133" imgH="4476750" progId="Excel.Sheet.8">
                  <p:embed/>
                </p:oleObj>
              </mc:Choice>
              <mc:Fallback>
                <p:oleObj r:id="rId4" imgW="10380133" imgH="4476750" progId="Excel.Sheet.8">
                  <p:embed/>
                  <p:pic>
                    <p:nvPicPr>
                      <p:cNvPr id="456" name="Google Shape;456;p31"/>
                      <p:cNvPicPr preferRelativeResize="0"/>
                      <p:nvPr/>
                    </p:nvPicPr>
                    <p:blipFill rotWithShape="1">
                      <a:blip r:embed="rId5">
                        <a:alphaModFix/>
                      </a:blip>
                      <a:srcRect/>
                      <a:stretch/>
                    </p:blipFill>
                    <p:spPr>
                      <a:xfrm>
                        <a:off x="952500" y="1206500"/>
                        <a:ext cx="10380133" cy="4476750"/>
                      </a:xfrm>
                      <a:prstGeom prst="rect">
                        <a:avLst/>
                      </a:prstGeom>
                      <a:noFill/>
                      <a:ln>
                        <a:noFill/>
                      </a:ln>
                    </p:spPr>
                  </p:pic>
                </p:oleObj>
              </mc:Fallback>
            </mc:AlternateContent>
          </a:graphicData>
        </a:graphic>
      </p:graphicFrame>
      <p:pic>
        <p:nvPicPr>
          <p:cNvPr id="457" name="Google Shape;457;p31" descr="C:\Users\Ирина\Desktop\НОУ1\british-american-3.jpg"/>
          <p:cNvPicPr preferRelativeResize="0"/>
          <p:nvPr/>
        </p:nvPicPr>
        <p:blipFill rotWithShape="1">
          <a:blip r:embed="rId6">
            <a:alphaModFix/>
          </a:blip>
          <a:srcRect/>
          <a:stretch/>
        </p:blipFill>
        <p:spPr>
          <a:xfrm>
            <a:off x="0" y="426445"/>
            <a:ext cx="12192000" cy="6066430"/>
          </a:xfrm>
          <a:prstGeom prst="rect">
            <a:avLst/>
          </a:prstGeom>
          <a:noFill/>
          <a:ln>
            <a:noFill/>
          </a:ln>
        </p:spPr>
      </p:pic>
      <p:sp>
        <p:nvSpPr>
          <p:cNvPr id="458" name="Google Shape;458;p31"/>
          <p:cNvSpPr/>
          <p:nvPr/>
        </p:nvSpPr>
        <p:spPr>
          <a:xfrm>
            <a:off x="1433017" y="1463677"/>
            <a:ext cx="1801502" cy="395785"/>
          </a:xfrm>
          <a:prstGeom prst="flowChartPunchedTape">
            <a:avLst/>
          </a:prstGeom>
          <a:solidFill>
            <a:srgbClr val="538CD5"/>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rgbClr val="FFCFC7"/>
                </a:solidFill>
                <a:latin typeface="Arial"/>
                <a:ea typeface="Arial"/>
                <a:cs typeface="Arial"/>
                <a:sym typeface="Arial"/>
              </a:rPr>
              <a:t>?</a:t>
            </a:r>
            <a:endParaRPr sz="1800" b="1">
              <a:solidFill>
                <a:srgbClr val="FFCFC7"/>
              </a:solidFill>
              <a:latin typeface="Arial"/>
              <a:ea typeface="Arial"/>
              <a:cs typeface="Arial"/>
              <a:sym typeface="Arial"/>
            </a:endParaRPr>
          </a:p>
        </p:txBody>
      </p:sp>
      <p:sp>
        <p:nvSpPr>
          <p:cNvPr id="459" name="Google Shape;459;p31"/>
          <p:cNvSpPr/>
          <p:nvPr/>
        </p:nvSpPr>
        <p:spPr>
          <a:xfrm>
            <a:off x="1310185" y="1873109"/>
            <a:ext cx="1965278" cy="395785"/>
          </a:xfrm>
          <a:prstGeom prst="flowChartPunchedTape">
            <a:avLst/>
          </a:prstGeom>
          <a:solidFill>
            <a:srgbClr val="538CD5"/>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rgbClr val="FFCFC7"/>
                </a:solidFill>
                <a:latin typeface="Arial"/>
                <a:ea typeface="Arial"/>
                <a:cs typeface="Arial"/>
                <a:sym typeface="Arial"/>
              </a:rPr>
              <a:t>?</a:t>
            </a:r>
            <a:endParaRPr sz="1800" b="1">
              <a:solidFill>
                <a:srgbClr val="FFCFC7"/>
              </a:solidFill>
              <a:latin typeface="Arial"/>
              <a:ea typeface="Arial"/>
              <a:cs typeface="Arial"/>
              <a:sym typeface="Arial"/>
            </a:endParaRPr>
          </a:p>
        </p:txBody>
      </p:sp>
      <p:sp>
        <p:nvSpPr>
          <p:cNvPr id="460" name="Google Shape;460;p31"/>
          <p:cNvSpPr/>
          <p:nvPr/>
        </p:nvSpPr>
        <p:spPr>
          <a:xfrm>
            <a:off x="1392074" y="2378076"/>
            <a:ext cx="1801502" cy="395785"/>
          </a:xfrm>
          <a:prstGeom prst="flowChartPunchedTape">
            <a:avLst/>
          </a:prstGeom>
          <a:solidFill>
            <a:srgbClr val="538CD5"/>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rgbClr val="FFCFC7"/>
                </a:solidFill>
                <a:latin typeface="Arial"/>
                <a:ea typeface="Arial"/>
                <a:cs typeface="Arial"/>
                <a:sym typeface="Arial"/>
              </a:rPr>
              <a:t>?</a:t>
            </a:r>
            <a:endParaRPr sz="1800" b="1">
              <a:solidFill>
                <a:srgbClr val="FFCFC7"/>
              </a:solidFill>
              <a:latin typeface="Arial"/>
              <a:ea typeface="Arial"/>
              <a:cs typeface="Arial"/>
              <a:sym typeface="Arial"/>
            </a:endParaRPr>
          </a:p>
        </p:txBody>
      </p:sp>
      <p:sp>
        <p:nvSpPr>
          <p:cNvPr id="461" name="Google Shape;461;p31"/>
          <p:cNvSpPr/>
          <p:nvPr/>
        </p:nvSpPr>
        <p:spPr>
          <a:xfrm>
            <a:off x="9062112" y="3217414"/>
            <a:ext cx="1596788" cy="470848"/>
          </a:xfrm>
          <a:prstGeom prst="flowChartPunchedTape">
            <a:avLst/>
          </a:prstGeom>
          <a:solidFill>
            <a:srgbClr val="FFA18F"/>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a:solidFill>
                  <a:srgbClr val="538CD5"/>
                </a:solidFill>
                <a:latin typeface="Arial"/>
                <a:ea typeface="Arial"/>
                <a:cs typeface="Arial"/>
                <a:sym typeface="Arial"/>
              </a:rPr>
              <a:t>?</a:t>
            </a:r>
            <a:endParaRPr sz="1800">
              <a:solidFill>
                <a:srgbClr val="538CD5"/>
              </a:solidFill>
              <a:latin typeface="Arial"/>
              <a:ea typeface="Arial"/>
              <a:cs typeface="Arial"/>
              <a:sym typeface="Arial"/>
            </a:endParaRPr>
          </a:p>
        </p:txBody>
      </p:sp>
      <p:sp>
        <p:nvSpPr>
          <p:cNvPr id="462" name="Google Shape;462;p31"/>
          <p:cNvSpPr/>
          <p:nvPr/>
        </p:nvSpPr>
        <p:spPr>
          <a:xfrm>
            <a:off x="1460313" y="3756501"/>
            <a:ext cx="1801502" cy="395785"/>
          </a:xfrm>
          <a:prstGeom prst="flowChartPunchedTape">
            <a:avLst/>
          </a:prstGeom>
          <a:solidFill>
            <a:srgbClr val="538CD5"/>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rgbClr val="FFCFC7"/>
                </a:solidFill>
                <a:latin typeface="Arial"/>
                <a:ea typeface="Arial"/>
                <a:cs typeface="Arial"/>
                <a:sym typeface="Arial"/>
              </a:rPr>
              <a:t>?</a:t>
            </a:r>
            <a:endParaRPr sz="1800" b="1">
              <a:solidFill>
                <a:srgbClr val="FFCFC7"/>
              </a:solidFill>
              <a:latin typeface="Arial"/>
              <a:ea typeface="Arial"/>
              <a:cs typeface="Arial"/>
              <a:sym typeface="Arial"/>
            </a:endParaRPr>
          </a:p>
        </p:txBody>
      </p:sp>
      <p:sp>
        <p:nvSpPr>
          <p:cNvPr id="463" name="Google Shape;463;p31"/>
          <p:cNvSpPr/>
          <p:nvPr/>
        </p:nvSpPr>
        <p:spPr>
          <a:xfrm>
            <a:off x="9048464" y="4131814"/>
            <a:ext cx="1596788" cy="470848"/>
          </a:xfrm>
          <a:prstGeom prst="flowChartPunchedTape">
            <a:avLst/>
          </a:prstGeom>
          <a:solidFill>
            <a:srgbClr val="FFA18F"/>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a:solidFill>
                  <a:srgbClr val="538CD5"/>
                </a:solidFill>
                <a:latin typeface="Arial"/>
                <a:ea typeface="Arial"/>
                <a:cs typeface="Arial"/>
                <a:sym typeface="Arial"/>
              </a:rPr>
              <a:t>?</a:t>
            </a:r>
            <a:endParaRPr sz="1800">
              <a:solidFill>
                <a:srgbClr val="538CD5"/>
              </a:solidFill>
              <a:latin typeface="Arial"/>
              <a:ea typeface="Arial"/>
              <a:cs typeface="Arial"/>
              <a:sym typeface="Arial"/>
            </a:endParaRPr>
          </a:p>
        </p:txBody>
      </p:sp>
      <p:sp>
        <p:nvSpPr>
          <p:cNvPr id="464" name="Google Shape;464;p31"/>
          <p:cNvSpPr/>
          <p:nvPr/>
        </p:nvSpPr>
        <p:spPr>
          <a:xfrm>
            <a:off x="1473960" y="5585301"/>
            <a:ext cx="1801502" cy="395785"/>
          </a:xfrm>
          <a:prstGeom prst="flowChartPunchedTape">
            <a:avLst/>
          </a:prstGeom>
          <a:solidFill>
            <a:srgbClr val="538CD5"/>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rgbClr val="FFCFC7"/>
                </a:solidFill>
                <a:latin typeface="Arial"/>
                <a:ea typeface="Arial"/>
                <a:cs typeface="Arial"/>
                <a:sym typeface="Arial"/>
              </a:rPr>
              <a:t>?</a:t>
            </a:r>
            <a:endParaRPr sz="1800" b="1">
              <a:solidFill>
                <a:srgbClr val="FFCFC7"/>
              </a:solidFill>
              <a:latin typeface="Arial"/>
              <a:ea typeface="Arial"/>
              <a:cs typeface="Arial"/>
              <a:sym typeface="Arial"/>
            </a:endParaRPr>
          </a:p>
        </p:txBody>
      </p:sp>
      <p:sp>
        <p:nvSpPr>
          <p:cNvPr id="465" name="Google Shape;465;p31"/>
          <p:cNvSpPr/>
          <p:nvPr/>
        </p:nvSpPr>
        <p:spPr>
          <a:xfrm>
            <a:off x="9116702" y="6022027"/>
            <a:ext cx="1596788" cy="470848"/>
          </a:xfrm>
          <a:prstGeom prst="flowChartPunchedTape">
            <a:avLst/>
          </a:prstGeom>
          <a:solidFill>
            <a:srgbClr val="FFA18F"/>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a:solidFill>
                  <a:srgbClr val="538CD5"/>
                </a:solidFill>
                <a:latin typeface="Arial"/>
                <a:ea typeface="Arial"/>
                <a:cs typeface="Arial"/>
                <a:sym typeface="Arial"/>
              </a:rPr>
              <a:t>?</a:t>
            </a:r>
            <a:endParaRPr sz="1800">
              <a:solidFill>
                <a:srgbClr val="538CD5"/>
              </a:solidFill>
              <a:latin typeface="Arial"/>
              <a:ea typeface="Arial"/>
              <a:cs typeface="Arial"/>
              <a:sym typeface="Arial"/>
            </a:endParaRPr>
          </a:p>
        </p:txBody>
      </p:sp>
      <p:sp>
        <p:nvSpPr>
          <p:cNvPr id="466" name="Google Shape;466;p31"/>
          <p:cNvSpPr/>
          <p:nvPr/>
        </p:nvSpPr>
        <p:spPr>
          <a:xfrm>
            <a:off x="1433017" y="4670901"/>
            <a:ext cx="1801502" cy="395785"/>
          </a:xfrm>
          <a:prstGeom prst="flowChartPunchedTape">
            <a:avLst/>
          </a:prstGeom>
          <a:solidFill>
            <a:srgbClr val="538CD5"/>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rgbClr val="FFCFC7"/>
                </a:solidFill>
                <a:latin typeface="Arial"/>
                <a:ea typeface="Arial"/>
                <a:cs typeface="Arial"/>
                <a:sym typeface="Arial"/>
              </a:rPr>
              <a:t>?</a:t>
            </a:r>
            <a:endParaRPr sz="1800" b="1">
              <a:solidFill>
                <a:srgbClr val="FFCFC7"/>
              </a:solidFill>
              <a:latin typeface="Arial"/>
              <a:ea typeface="Arial"/>
              <a:cs typeface="Arial"/>
              <a:sym typeface="Arial"/>
            </a:endParaRPr>
          </a:p>
        </p:txBody>
      </p:sp>
      <p:sp>
        <p:nvSpPr>
          <p:cNvPr id="467" name="Google Shape;467;p31"/>
          <p:cNvSpPr txBox="1">
            <a:spLocks noGrp="1"/>
          </p:cNvSpPr>
          <p:nvPr>
            <p:ph type="sldNum" idx="12"/>
          </p:nvPr>
        </p:nvSpPr>
        <p:spPr>
          <a:xfrm>
            <a:off x="9347200" y="6492875"/>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30</a:t>
            </a:fld>
            <a:endParaRPr/>
          </a:p>
        </p:txBody>
      </p:sp>
      <p:pic>
        <p:nvPicPr>
          <p:cNvPr id="468" name="Google Shape;468;p31" descr="C:\Users\Lenovo\OneDrive\Desktop\0idtp41NejdEU5b6.gif"/>
          <p:cNvPicPr preferRelativeResize="0"/>
          <p:nvPr/>
        </p:nvPicPr>
        <p:blipFill rotWithShape="1">
          <a:blip r:embed="rId7">
            <a:alphaModFix/>
          </a:blip>
          <a:srcRect/>
          <a:stretch/>
        </p:blipFill>
        <p:spPr>
          <a:xfrm>
            <a:off x="9360375" y="166564"/>
            <a:ext cx="2831625" cy="730823"/>
          </a:xfrm>
          <a:prstGeom prst="rect">
            <a:avLst/>
          </a:prstGeom>
          <a:noFill/>
          <a:ln>
            <a:noFill/>
          </a:ln>
        </p:spPr>
      </p:pic>
      <p:pic>
        <p:nvPicPr>
          <p:cNvPr id="469" name="Google Shape;469;p31" descr="D:\Teaching &amp; Univ\ESPRIT\British Vs American\Pics\GIFS\e31e52c555568449b31ea5ba6ade829d.gif"/>
          <p:cNvPicPr preferRelativeResize="0"/>
          <p:nvPr/>
        </p:nvPicPr>
        <p:blipFill rotWithShape="1">
          <a:blip r:embed="rId8">
            <a:alphaModFix/>
          </a:blip>
          <a:srcRect/>
          <a:stretch/>
        </p:blipFill>
        <p:spPr>
          <a:xfrm>
            <a:off x="193587" y="0"/>
            <a:ext cx="2754328" cy="88710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58"/>
                                        </p:tgtEl>
                                      </p:cBhvr>
                                    </p:animEffect>
                                    <p:set>
                                      <p:cBhvr>
                                        <p:cTn id="7" dur="1" fill="hold">
                                          <p:stCondLst>
                                            <p:cond delay="500"/>
                                          </p:stCondLst>
                                        </p:cTn>
                                        <p:tgtEl>
                                          <p:spTgt spid="45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459"/>
                                        </p:tgtEl>
                                      </p:cBhvr>
                                    </p:animEffect>
                                    <p:set>
                                      <p:cBhvr>
                                        <p:cTn id="12" dur="1" fill="hold">
                                          <p:stCondLst>
                                            <p:cond delay="500"/>
                                          </p:stCondLst>
                                        </p:cTn>
                                        <p:tgtEl>
                                          <p:spTgt spid="45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460"/>
                                        </p:tgtEl>
                                      </p:cBhvr>
                                    </p:animEffect>
                                    <p:set>
                                      <p:cBhvr>
                                        <p:cTn id="17" dur="1" fill="hold">
                                          <p:stCondLst>
                                            <p:cond delay="500"/>
                                          </p:stCondLst>
                                        </p:cTn>
                                        <p:tgtEl>
                                          <p:spTgt spid="46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461"/>
                                        </p:tgtEl>
                                      </p:cBhvr>
                                    </p:animEffect>
                                    <p:set>
                                      <p:cBhvr>
                                        <p:cTn id="22" dur="1" fill="hold">
                                          <p:stCondLst>
                                            <p:cond delay="500"/>
                                          </p:stCondLst>
                                        </p:cTn>
                                        <p:tgtEl>
                                          <p:spTgt spid="46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462"/>
                                        </p:tgtEl>
                                      </p:cBhvr>
                                    </p:animEffect>
                                    <p:set>
                                      <p:cBhvr>
                                        <p:cTn id="27" dur="1" fill="hold">
                                          <p:stCondLst>
                                            <p:cond delay="500"/>
                                          </p:stCondLst>
                                        </p:cTn>
                                        <p:tgtEl>
                                          <p:spTgt spid="46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463"/>
                                        </p:tgtEl>
                                      </p:cBhvr>
                                    </p:animEffect>
                                    <p:set>
                                      <p:cBhvr>
                                        <p:cTn id="32" dur="1" fill="hold">
                                          <p:stCondLst>
                                            <p:cond delay="500"/>
                                          </p:stCondLst>
                                        </p:cTn>
                                        <p:tgtEl>
                                          <p:spTgt spid="46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500"/>
                                        <p:tgtEl>
                                          <p:spTgt spid="466"/>
                                        </p:tgtEl>
                                      </p:cBhvr>
                                    </p:animEffect>
                                    <p:set>
                                      <p:cBhvr>
                                        <p:cTn id="37" dur="1" fill="hold">
                                          <p:stCondLst>
                                            <p:cond delay="500"/>
                                          </p:stCondLst>
                                        </p:cTn>
                                        <p:tgtEl>
                                          <p:spTgt spid="466"/>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500"/>
                                        <p:tgtEl>
                                          <p:spTgt spid="464"/>
                                        </p:tgtEl>
                                      </p:cBhvr>
                                    </p:animEffect>
                                    <p:set>
                                      <p:cBhvr>
                                        <p:cTn id="42" dur="1" fill="hold">
                                          <p:stCondLst>
                                            <p:cond delay="500"/>
                                          </p:stCondLst>
                                        </p:cTn>
                                        <p:tgtEl>
                                          <p:spTgt spid="464"/>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nodeType="clickEffect">
                                  <p:stCondLst>
                                    <p:cond delay="0"/>
                                  </p:stCondLst>
                                  <p:childTnLst>
                                    <p:animEffect transition="out" filter="fade">
                                      <p:cBhvr>
                                        <p:cTn id="46" dur="500"/>
                                        <p:tgtEl>
                                          <p:spTgt spid="465"/>
                                        </p:tgtEl>
                                      </p:cBhvr>
                                    </p:animEffect>
                                    <p:set>
                                      <p:cBhvr>
                                        <p:cTn id="47" dur="1" fill="hold">
                                          <p:stCondLst>
                                            <p:cond delay="500"/>
                                          </p:stCondLst>
                                        </p:cTn>
                                        <p:tgtEl>
                                          <p:spTgt spid="46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473"/>
        <p:cNvGrpSpPr/>
        <p:nvPr/>
      </p:nvGrpSpPr>
      <p:grpSpPr>
        <a:xfrm>
          <a:off x="0" y="0"/>
          <a:ext cx="0" cy="0"/>
          <a:chOff x="0" y="0"/>
          <a:chExt cx="0" cy="0"/>
        </a:xfrm>
      </p:grpSpPr>
      <p:sp>
        <p:nvSpPr>
          <p:cNvPr id="474" name="Google Shape;474;p32"/>
          <p:cNvSpPr txBox="1">
            <a:spLocks noGrp="1"/>
          </p:cNvSpPr>
          <p:nvPr>
            <p:ph type="title"/>
          </p:nvPr>
        </p:nvSpPr>
        <p:spPr>
          <a:xfrm>
            <a:off x="3117378" y="709683"/>
            <a:ext cx="6395112" cy="114814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FF0000"/>
              </a:buClr>
              <a:buSzPts val="6000"/>
              <a:buFont typeface="Anton"/>
              <a:buNone/>
            </a:pPr>
            <a:r>
              <a:rPr lang="fr-FR" sz="6000" b="1">
                <a:solidFill>
                  <a:srgbClr val="FF0000"/>
                </a:solidFill>
                <a:latin typeface="Anton"/>
                <a:ea typeface="Anton"/>
                <a:cs typeface="Anton"/>
                <a:sym typeface="Anton"/>
              </a:rPr>
              <a:t>Spot the American</a:t>
            </a:r>
            <a:br>
              <a:rPr lang="fr-FR" sz="6000" b="1">
                <a:solidFill>
                  <a:srgbClr val="FF0000"/>
                </a:solidFill>
                <a:latin typeface="Anton"/>
                <a:ea typeface="Anton"/>
                <a:cs typeface="Anton"/>
                <a:sym typeface="Anton"/>
              </a:rPr>
            </a:br>
            <a:endParaRPr sz="6000">
              <a:solidFill>
                <a:srgbClr val="FF0000"/>
              </a:solidFill>
              <a:latin typeface="Anton"/>
              <a:ea typeface="Anton"/>
              <a:cs typeface="Anton"/>
              <a:sym typeface="Anton"/>
            </a:endParaRPr>
          </a:p>
        </p:txBody>
      </p:sp>
      <p:sp>
        <p:nvSpPr>
          <p:cNvPr id="475" name="Google Shape;475;p32"/>
          <p:cNvSpPr txBox="1">
            <a:spLocks noGrp="1"/>
          </p:cNvSpPr>
          <p:nvPr>
            <p:ph type="body" idx="1"/>
          </p:nvPr>
        </p:nvSpPr>
        <p:spPr>
          <a:xfrm>
            <a:off x="404883" y="2064227"/>
            <a:ext cx="10972800" cy="2262113"/>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rgbClr val="023F61"/>
              </a:buClr>
              <a:buSzPts val="2800"/>
              <a:buNone/>
            </a:pPr>
            <a:r>
              <a:rPr lang="fr-FR">
                <a:solidFill>
                  <a:srgbClr val="023F61"/>
                </a:solidFill>
              </a:rPr>
              <a:t>The police are looking for an American bank robber called Butch Cassidy. He robbed a bank in Manchester last Saturday. They are interviewing three different people. All three have British accents, but the police know that Butch Cassidy can imitate a British accent. Read parts of the transcript from each interview.</a:t>
            </a:r>
            <a:endParaRPr/>
          </a:p>
          <a:p>
            <a:pPr marL="228600" lvl="0" indent="-228600" algn="just" rtl="0">
              <a:lnSpc>
                <a:spcPct val="90000"/>
              </a:lnSpc>
              <a:spcBef>
                <a:spcPts val="1000"/>
              </a:spcBef>
              <a:spcAft>
                <a:spcPts val="0"/>
              </a:spcAft>
              <a:buClr>
                <a:schemeClr val="dk1"/>
              </a:buClr>
              <a:buSzPts val="2800"/>
              <a:buNone/>
            </a:pPr>
            <a:endParaRPr>
              <a:solidFill>
                <a:srgbClr val="023F61"/>
              </a:solidFill>
            </a:endParaRPr>
          </a:p>
        </p:txBody>
      </p:sp>
      <p:pic>
        <p:nvPicPr>
          <p:cNvPr id="476" name="Google Shape;476;p32" descr="C:\Users\Lenovo\OneDrive\Desktop\images.jpg"/>
          <p:cNvPicPr preferRelativeResize="0"/>
          <p:nvPr/>
        </p:nvPicPr>
        <p:blipFill rotWithShape="1">
          <a:blip r:embed="rId3">
            <a:alphaModFix/>
          </a:blip>
          <a:srcRect r="5763" b="6471"/>
          <a:stretch/>
        </p:blipFill>
        <p:spPr>
          <a:xfrm>
            <a:off x="10611026" y="0"/>
            <a:ext cx="1580974" cy="1951630"/>
          </a:xfrm>
          <a:prstGeom prst="rect">
            <a:avLst/>
          </a:prstGeom>
          <a:noFill/>
          <a:ln>
            <a:noFill/>
          </a:ln>
        </p:spPr>
      </p:pic>
      <p:sp>
        <p:nvSpPr>
          <p:cNvPr id="477" name="Google Shape;477;p3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fr-FR"/>
              <a:t>31</a:t>
            </a:fld>
            <a:endParaRPr/>
          </a:p>
        </p:txBody>
      </p:sp>
      <p:pic>
        <p:nvPicPr>
          <p:cNvPr id="478" name="Google Shape;478;p32" descr="C:\Users\Lenovo\OneDrive\Desktop\GIFS\452108550_QUESTION_MARKS_400px.gif"/>
          <p:cNvPicPr preferRelativeResize="0"/>
          <p:nvPr/>
        </p:nvPicPr>
        <p:blipFill rotWithShape="1">
          <a:blip r:embed="rId4">
            <a:alphaModFix/>
          </a:blip>
          <a:srcRect/>
          <a:stretch/>
        </p:blipFill>
        <p:spPr>
          <a:xfrm>
            <a:off x="9660339" y="4326340"/>
            <a:ext cx="2531661" cy="2531660"/>
          </a:xfrm>
          <a:prstGeom prst="rect">
            <a:avLst/>
          </a:prstGeom>
          <a:noFill/>
          <a:ln>
            <a:noFill/>
          </a:ln>
        </p:spPr>
      </p:pic>
      <p:sp>
        <p:nvSpPr>
          <p:cNvPr id="479" name="Google Shape;479;p32"/>
          <p:cNvSpPr/>
          <p:nvPr/>
        </p:nvSpPr>
        <p:spPr>
          <a:xfrm>
            <a:off x="221286" y="4677348"/>
            <a:ext cx="10197022" cy="5847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C00000"/>
              </a:buClr>
              <a:buSzPts val="3200"/>
              <a:buFont typeface="Arial"/>
              <a:buNone/>
            </a:pPr>
            <a:r>
              <a:rPr lang="fr-FR" sz="3200" b="1">
                <a:solidFill>
                  <a:srgbClr val="C00000"/>
                </a:solidFill>
                <a:latin typeface="Arial"/>
                <a:ea typeface="Arial"/>
                <a:cs typeface="Arial"/>
                <a:sym typeface="Arial"/>
              </a:rPr>
              <a:t>Can you identify Butch from the language he uses?</a:t>
            </a:r>
            <a:endParaRPr sz="3200" b="1">
              <a:solidFill>
                <a:srgbClr val="C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8"/>
                                        </p:tgtEl>
                                        <p:attrNameLst>
                                          <p:attrName>style.visibility</p:attrName>
                                        </p:attrNameLst>
                                      </p:cBhvr>
                                      <p:to>
                                        <p:strVal val="visible"/>
                                      </p:to>
                                    </p:set>
                                    <p:animEffect transition="in" filter="fade">
                                      <p:cBhvr>
                                        <p:cTn id="7" dur="500"/>
                                        <p:tgtEl>
                                          <p:spTgt spid="478"/>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479"/>
                                        </p:tgtEl>
                                        <p:attrNameLst>
                                          <p:attrName>style.visibility</p:attrName>
                                        </p:attrNameLst>
                                      </p:cBhvr>
                                      <p:to>
                                        <p:strVal val="visible"/>
                                      </p:to>
                                    </p:set>
                                    <p:anim calcmode="lin" valueType="num">
                                      <p:cBhvr additive="base">
                                        <p:cTn id="12" dur="500"/>
                                        <p:tgtEl>
                                          <p:spTgt spid="479"/>
                                        </p:tgtEl>
                                        <p:attrNameLst>
                                          <p:attrName>ppt_w</p:attrName>
                                        </p:attrNameLst>
                                      </p:cBhvr>
                                      <p:tavLst>
                                        <p:tav tm="0">
                                          <p:val>
                                            <p:strVal val="0"/>
                                          </p:val>
                                        </p:tav>
                                        <p:tav tm="100000">
                                          <p:val>
                                            <p:strVal val="#ppt_w"/>
                                          </p:val>
                                        </p:tav>
                                      </p:tavLst>
                                    </p:anim>
                                    <p:anim calcmode="lin" valueType="num">
                                      <p:cBhvr additive="base">
                                        <p:cTn id="13" dur="500"/>
                                        <p:tgtEl>
                                          <p:spTgt spid="479"/>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483"/>
        <p:cNvGrpSpPr/>
        <p:nvPr/>
      </p:nvGrpSpPr>
      <p:grpSpPr>
        <a:xfrm>
          <a:off x="0" y="0"/>
          <a:ext cx="0" cy="0"/>
          <a:chOff x="0" y="0"/>
          <a:chExt cx="0" cy="0"/>
        </a:xfrm>
      </p:grpSpPr>
      <p:sp>
        <p:nvSpPr>
          <p:cNvPr id="484" name="Google Shape;484;p33"/>
          <p:cNvSpPr txBox="1">
            <a:spLocks noGrp="1"/>
          </p:cNvSpPr>
          <p:nvPr>
            <p:ph type="body" idx="1"/>
          </p:nvPr>
        </p:nvSpPr>
        <p:spPr>
          <a:xfrm>
            <a:off x="177421" y="3903259"/>
            <a:ext cx="11245754" cy="2115405"/>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400"/>
              <a:buNone/>
            </a:pPr>
            <a:endParaRPr sz="2400" dirty="0">
              <a:solidFill>
                <a:srgbClr val="023F61"/>
              </a:solidFill>
            </a:endParaRPr>
          </a:p>
          <a:p>
            <a:pPr marL="228600" lvl="0" indent="-228600" algn="just" rtl="0">
              <a:lnSpc>
                <a:spcPct val="90000"/>
              </a:lnSpc>
              <a:spcBef>
                <a:spcPts val="1000"/>
              </a:spcBef>
              <a:spcAft>
                <a:spcPts val="0"/>
              </a:spcAft>
              <a:buClr>
                <a:srgbClr val="023F61"/>
              </a:buClr>
              <a:buSzPts val="2400"/>
              <a:buNone/>
            </a:pPr>
            <a:r>
              <a:rPr lang="fr-FR" sz="2400" b="1" dirty="0">
                <a:solidFill>
                  <a:srgbClr val="023F61"/>
                </a:solidFill>
              </a:rPr>
              <a:t>	</a:t>
            </a:r>
            <a:endParaRPr sz="2400" b="1" dirty="0">
              <a:solidFill>
                <a:srgbClr val="FF0000"/>
              </a:solidFill>
            </a:endParaRPr>
          </a:p>
          <a:p>
            <a:pPr marL="228600" lvl="0" indent="-228600" algn="just" rtl="0">
              <a:lnSpc>
                <a:spcPct val="90000"/>
              </a:lnSpc>
              <a:spcBef>
                <a:spcPts val="1000"/>
              </a:spcBef>
              <a:spcAft>
                <a:spcPts val="0"/>
              </a:spcAft>
              <a:buClr>
                <a:srgbClr val="023F61"/>
              </a:buClr>
              <a:buSzPts val="2400"/>
              <a:buNone/>
            </a:pPr>
            <a:r>
              <a:rPr lang="fr-FR" sz="2400" i="1" dirty="0">
                <a:solidFill>
                  <a:srgbClr val="023F61"/>
                </a:solidFill>
              </a:rPr>
              <a:t>	</a:t>
            </a:r>
            <a:r>
              <a:rPr lang="fr-FR" sz="2400" b="1" dirty="0">
                <a:solidFill>
                  <a:srgbClr val="FF0000"/>
                </a:solidFill>
              </a:rPr>
              <a:t> Suspect </a:t>
            </a:r>
            <a:r>
              <a:rPr lang="fr-FR" sz="2400" b="1" dirty="0" err="1">
                <a:solidFill>
                  <a:srgbClr val="FF0000"/>
                </a:solidFill>
              </a:rPr>
              <a:t>Three</a:t>
            </a:r>
            <a:r>
              <a:rPr lang="fr-FR" sz="2400" b="1" dirty="0">
                <a:solidFill>
                  <a:srgbClr val="FF0000"/>
                </a:solidFill>
              </a:rPr>
              <a:t> </a:t>
            </a:r>
            <a:endParaRPr sz="2400" b="1" dirty="0">
              <a:solidFill>
                <a:srgbClr val="FF0000"/>
              </a:solidFill>
            </a:endParaRPr>
          </a:p>
          <a:p>
            <a:pPr marL="228600" lvl="0" indent="-228600" algn="just" rtl="0">
              <a:lnSpc>
                <a:spcPct val="90000"/>
              </a:lnSpc>
              <a:spcBef>
                <a:spcPts val="1000"/>
              </a:spcBef>
              <a:spcAft>
                <a:spcPts val="0"/>
              </a:spcAft>
              <a:buClr>
                <a:srgbClr val="023F61"/>
              </a:buClr>
              <a:buSzPts val="2400"/>
              <a:buNone/>
            </a:pPr>
            <a:r>
              <a:rPr lang="fr-FR" sz="2400" i="1" dirty="0">
                <a:solidFill>
                  <a:srgbClr val="023F61"/>
                </a:solidFill>
              </a:rPr>
              <a:t>   </a:t>
            </a:r>
            <a:r>
              <a:rPr lang="fr-FR" sz="2400" i="1" dirty="0" err="1">
                <a:solidFill>
                  <a:srgbClr val="023F61"/>
                </a:solidFill>
              </a:rPr>
              <a:t>I’ve</a:t>
            </a:r>
            <a:r>
              <a:rPr lang="fr-FR" sz="2400" i="1" dirty="0">
                <a:solidFill>
                  <a:srgbClr val="023F61"/>
                </a:solidFill>
              </a:rPr>
              <a:t> </a:t>
            </a:r>
            <a:r>
              <a:rPr lang="fr-FR" sz="2400" i="1" dirty="0" err="1">
                <a:solidFill>
                  <a:srgbClr val="023F61"/>
                </a:solidFill>
              </a:rPr>
              <a:t>already</a:t>
            </a:r>
            <a:r>
              <a:rPr lang="fr-FR" sz="2400" i="1" dirty="0">
                <a:solidFill>
                  <a:srgbClr val="023F61"/>
                </a:solidFill>
              </a:rPr>
              <a:t> </a:t>
            </a:r>
            <a:r>
              <a:rPr lang="fr-FR" sz="2400" i="1" dirty="0" err="1">
                <a:solidFill>
                  <a:srgbClr val="023F61"/>
                </a:solidFill>
              </a:rPr>
              <a:t>said</a:t>
            </a:r>
            <a:r>
              <a:rPr lang="fr-FR" sz="2400" i="1" dirty="0">
                <a:solidFill>
                  <a:srgbClr val="023F61"/>
                </a:solidFill>
              </a:rPr>
              <a:t> </a:t>
            </a:r>
            <a:r>
              <a:rPr lang="fr-FR" sz="2400" i="1" dirty="0" err="1">
                <a:solidFill>
                  <a:srgbClr val="023F61"/>
                </a:solidFill>
              </a:rPr>
              <a:t>this</a:t>
            </a:r>
            <a:r>
              <a:rPr lang="fr-FR" sz="2400" i="1" dirty="0">
                <a:solidFill>
                  <a:srgbClr val="023F61"/>
                </a:solidFill>
              </a:rPr>
              <a:t>. On Saturday night I </a:t>
            </a:r>
            <a:r>
              <a:rPr lang="fr-FR" sz="2400" i="1" dirty="0" err="1">
                <a:solidFill>
                  <a:srgbClr val="023F61"/>
                </a:solidFill>
              </a:rPr>
              <a:t>went</a:t>
            </a:r>
            <a:r>
              <a:rPr lang="fr-FR" sz="2400" i="1" dirty="0">
                <a:solidFill>
                  <a:srgbClr val="023F61"/>
                </a:solidFill>
              </a:rPr>
              <a:t> to </a:t>
            </a:r>
            <a:r>
              <a:rPr lang="fr-FR" sz="2400" i="1" dirty="0" err="1">
                <a:solidFill>
                  <a:srgbClr val="023F61"/>
                </a:solidFill>
              </a:rPr>
              <a:t>see</a:t>
            </a:r>
            <a:r>
              <a:rPr lang="fr-FR" sz="2400" i="1" dirty="0">
                <a:solidFill>
                  <a:srgbClr val="023F61"/>
                </a:solidFill>
              </a:rPr>
              <a:t> a film at the </a:t>
            </a:r>
            <a:r>
              <a:rPr lang="fr-FR" sz="2400" i="1" dirty="0" err="1">
                <a:solidFill>
                  <a:srgbClr val="023F61"/>
                </a:solidFill>
              </a:rPr>
              <a:t>cinema</a:t>
            </a:r>
            <a:r>
              <a:rPr lang="fr-FR" sz="2400" i="1" dirty="0">
                <a:solidFill>
                  <a:srgbClr val="023F61"/>
                </a:solidFill>
              </a:rPr>
              <a:t>. It </a:t>
            </a:r>
            <a:r>
              <a:rPr lang="fr-FR" sz="2400" i="1" dirty="0" err="1">
                <a:solidFill>
                  <a:srgbClr val="023F61"/>
                </a:solidFill>
              </a:rPr>
              <a:t>was</a:t>
            </a:r>
            <a:r>
              <a:rPr lang="fr-FR" sz="2400" i="1" dirty="0">
                <a:solidFill>
                  <a:srgbClr val="023F61"/>
                </a:solidFill>
              </a:rPr>
              <a:t> the new Marvel one. I </a:t>
            </a:r>
            <a:r>
              <a:rPr lang="fr-FR" sz="2400" i="1" dirty="0" err="1">
                <a:solidFill>
                  <a:srgbClr val="023F61"/>
                </a:solidFill>
              </a:rPr>
              <a:t>don’t</a:t>
            </a:r>
            <a:r>
              <a:rPr lang="fr-FR" sz="2400" i="1" dirty="0">
                <a:solidFill>
                  <a:srgbClr val="023F61"/>
                </a:solidFill>
              </a:rPr>
              <a:t> </a:t>
            </a:r>
            <a:r>
              <a:rPr lang="fr-FR" sz="2400" i="1" dirty="0" err="1">
                <a:solidFill>
                  <a:srgbClr val="023F61"/>
                </a:solidFill>
              </a:rPr>
              <a:t>really</a:t>
            </a:r>
            <a:r>
              <a:rPr lang="fr-FR" sz="2400" i="1" dirty="0">
                <a:solidFill>
                  <a:srgbClr val="023F61"/>
                </a:solidFill>
              </a:rPr>
              <a:t> like action films, but </a:t>
            </a:r>
            <a:r>
              <a:rPr lang="fr-FR" sz="2400" i="1" dirty="0" err="1">
                <a:solidFill>
                  <a:srgbClr val="023F61"/>
                </a:solidFill>
              </a:rPr>
              <a:t>my</a:t>
            </a:r>
            <a:r>
              <a:rPr lang="fr-FR" sz="2400" i="1" dirty="0">
                <a:solidFill>
                  <a:srgbClr val="023F61"/>
                </a:solidFill>
              </a:rPr>
              <a:t> </a:t>
            </a:r>
            <a:r>
              <a:rPr lang="fr-FR" sz="2400" i="1" dirty="0" err="1">
                <a:solidFill>
                  <a:srgbClr val="023F61"/>
                </a:solidFill>
              </a:rPr>
              <a:t>friends</a:t>
            </a:r>
            <a:r>
              <a:rPr lang="fr-FR" sz="2400" i="1" dirty="0">
                <a:solidFill>
                  <a:srgbClr val="023F61"/>
                </a:solidFill>
              </a:rPr>
              <a:t> </a:t>
            </a:r>
            <a:r>
              <a:rPr lang="fr-FR" sz="2400" i="1" dirty="0" err="1">
                <a:solidFill>
                  <a:srgbClr val="023F61"/>
                </a:solidFill>
              </a:rPr>
              <a:t>really</a:t>
            </a:r>
            <a:r>
              <a:rPr lang="fr-FR" sz="2400" i="1" dirty="0">
                <a:solidFill>
                  <a:srgbClr val="023F61"/>
                </a:solidFill>
              </a:rPr>
              <a:t> </a:t>
            </a:r>
            <a:r>
              <a:rPr lang="fr-FR" sz="2400" i="1" dirty="0" err="1">
                <a:solidFill>
                  <a:srgbClr val="023F61"/>
                </a:solidFill>
              </a:rPr>
              <a:t>wanted</a:t>
            </a:r>
            <a:r>
              <a:rPr lang="fr-FR" sz="2400" i="1" dirty="0">
                <a:solidFill>
                  <a:srgbClr val="023F61"/>
                </a:solidFill>
              </a:rPr>
              <a:t> to </a:t>
            </a:r>
            <a:r>
              <a:rPr lang="fr-FR" sz="2400" i="1" dirty="0" err="1">
                <a:solidFill>
                  <a:srgbClr val="023F61"/>
                </a:solidFill>
              </a:rPr>
              <a:t>see</a:t>
            </a:r>
            <a:r>
              <a:rPr lang="fr-FR" sz="2400" i="1" dirty="0">
                <a:solidFill>
                  <a:srgbClr val="023F61"/>
                </a:solidFill>
              </a:rPr>
              <a:t> </a:t>
            </a:r>
            <a:r>
              <a:rPr lang="fr-FR" sz="2400" i="1" dirty="0" err="1">
                <a:solidFill>
                  <a:srgbClr val="023F61"/>
                </a:solidFill>
              </a:rPr>
              <a:t>it</a:t>
            </a:r>
            <a:r>
              <a:rPr lang="fr-FR" sz="2400" i="1" dirty="0">
                <a:solidFill>
                  <a:srgbClr val="023F61"/>
                </a:solidFill>
              </a:rPr>
              <a:t>. It </a:t>
            </a:r>
            <a:r>
              <a:rPr lang="fr-FR" sz="2400" i="1" dirty="0" err="1">
                <a:solidFill>
                  <a:srgbClr val="023F61"/>
                </a:solidFill>
              </a:rPr>
              <a:t>was</a:t>
            </a:r>
            <a:r>
              <a:rPr lang="fr-FR" sz="2400" i="1" dirty="0">
                <a:solidFill>
                  <a:srgbClr val="023F61"/>
                </a:solidFill>
              </a:rPr>
              <a:t> </a:t>
            </a:r>
            <a:r>
              <a:rPr lang="fr-FR" sz="2400" i="1" dirty="0" err="1">
                <a:solidFill>
                  <a:srgbClr val="023F61"/>
                </a:solidFill>
              </a:rPr>
              <a:t>rather</a:t>
            </a:r>
            <a:r>
              <a:rPr lang="fr-FR" sz="2400" i="1" dirty="0">
                <a:solidFill>
                  <a:srgbClr val="023F61"/>
                </a:solidFill>
              </a:rPr>
              <a:t> </a:t>
            </a:r>
            <a:r>
              <a:rPr lang="fr-FR" sz="2400" i="1" dirty="0" err="1">
                <a:solidFill>
                  <a:srgbClr val="023F61"/>
                </a:solidFill>
              </a:rPr>
              <a:t>boring</a:t>
            </a:r>
            <a:r>
              <a:rPr lang="fr-FR" sz="2400" i="1" dirty="0">
                <a:solidFill>
                  <a:srgbClr val="023F61"/>
                </a:solidFill>
              </a:rPr>
              <a:t>. </a:t>
            </a:r>
            <a:r>
              <a:rPr lang="fr-FR" sz="2400" i="1" dirty="0" err="1">
                <a:solidFill>
                  <a:srgbClr val="023F61"/>
                </a:solidFill>
              </a:rPr>
              <a:t>After</a:t>
            </a:r>
            <a:r>
              <a:rPr lang="fr-FR" sz="2400" i="1" dirty="0">
                <a:solidFill>
                  <a:srgbClr val="023F61"/>
                </a:solidFill>
              </a:rPr>
              <a:t> </a:t>
            </a:r>
            <a:r>
              <a:rPr lang="fr-FR" sz="2400" i="1" dirty="0" err="1">
                <a:solidFill>
                  <a:srgbClr val="023F61"/>
                </a:solidFill>
              </a:rPr>
              <a:t>that</a:t>
            </a:r>
            <a:r>
              <a:rPr lang="fr-FR" sz="2400" i="1" dirty="0">
                <a:solidFill>
                  <a:srgbClr val="023F61"/>
                </a:solidFill>
              </a:rPr>
              <a:t> I </a:t>
            </a:r>
            <a:r>
              <a:rPr lang="fr-FR" sz="2400" i="1" dirty="0" err="1">
                <a:solidFill>
                  <a:srgbClr val="023F61"/>
                </a:solidFill>
              </a:rPr>
              <a:t>went</a:t>
            </a:r>
            <a:r>
              <a:rPr lang="fr-FR" sz="2400" i="1" dirty="0">
                <a:solidFill>
                  <a:srgbClr val="023F61"/>
                </a:solidFill>
              </a:rPr>
              <a:t> home and </a:t>
            </a:r>
            <a:r>
              <a:rPr lang="fr-FR" sz="2400" i="1" dirty="0" err="1">
                <a:solidFill>
                  <a:srgbClr val="023F61"/>
                </a:solidFill>
              </a:rPr>
              <a:t>had</a:t>
            </a:r>
            <a:r>
              <a:rPr lang="fr-FR" sz="2400" i="1" dirty="0">
                <a:solidFill>
                  <a:srgbClr val="023F61"/>
                </a:solidFill>
              </a:rPr>
              <a:t> a </a:t>
            </a:r>
            <a:r>
              <a:rPr lang="fr-FR" sz="2400" i="1" dirty="0" err="1">
                <a:solidFill>
                  <a:srgbClr val="023F61"/>
                </a:solidFill>
              </a:rPr>
              <a:t>nice</a:t>
            </a:r>
            <a:r>
              <a:rPr lang="fr-FR" sz="2400" i="1" dirty="0">
                <a:solidFill>
                  <a:srgbClr val="023F61"/>
                </a:solidFill>
              </a:rPr>
              <a:t> hot bath. I </a:t>
            </a:r>
            <a:r>
              <a:rPr lang="fr-FR" sz="2400" i="1" dirty="0" err="1">
                <a:solidFill>
                  <a:srgbClr val="023F61"/>
                </a:solidFill>
              </a:rPr>
              <a:t>went</a:t>
            </a:r>
            <a:r>
              <a:rPr lang="fr-FR" sz="2400" i="1" dirty="0">
                <a:solidFill>
                  <a:srgbClr val="023F61"/>
                </a:solidFill>
              </a:rPr>
              <a:t> to </a:t>
            </a:r>
            <a:r>
              <a:rPr lang="fr-FR" sz="2400" i="1" dirty="0" err="1">
                <a:solidFill>
                  <a:srgbClr val="023F61"/>
                </a:solidFill>
              </a:rPr>
              <a:t>bed</a:t>
            </a:r>
            <a:r>
              <a:rPr lang="fr-FR" sz="2400" i="1" dirty="0">
                <a:solidFill>
                  <a:srgbClr val="023F61"/>
                </a:solidFill>
              </a:rPr>
              <a:t> </a:t>
            </a:r>
            <a:r>
              <a:rPr lang="fr-FR" sz="2400" i="1" dirty="0" err="1">
                <a:solidFill>
                  <a:srgbClr val="023F61"/>
                </a:solidFill>
              </a:rPr>
              <a:t>around</a:t>
            </a:r>
            <a:r>
              <a:rPr lang="fr-FR" sz="2400" i="1" dirty="0">
                <a:solidFill>
                  <a:srgbClr val="023F61"/>
                </a:solidFill>
              </a:rPr>
              <a:t> </a:t>
            </a:r>
            <a:r>
              <a:rPr lang="fr-FR" sz="2400" i="1" dirty="0" err="1">
                <a:solidFill>
                  <a:srgbClr val="023F61"/>
                </a:solidFill>
              </a:rPr>
              <a:t>midnight</a:t>
            </a:r>
            <a:r>
              <a:rPr lang="fr-FR" sz="2400" i="1" dirty="0">
                <a:solidFill>
                  <a:srgbClr val="023F61"/>
                </a:solidFill>
              </a:rPr>
              <a:t>.</a:t>
            </a:r>
            <a:endParaRPr sz="2000" i="1" dirty="0">
              <a:solidFill>
                <a:srgbClr val="023F61"/>
              </a:solidFill>
            </a:endParaRPr>
          </a:p>
        </p:txBody>
      </p:sp>
      <p:pic>
        <p:nvPicPr>
          <p:cNvPr id="485" name="Google Shape;485;p33" descr="C:\Users\Lenovo\OneDrive\Desktop\images.jpg"/>
          <p:cNvPicPr preferRelativeResize="0"/>
          <p:nvPr/>
        </p:nvPicPr>
        <p:blipFill rotWithShape="1">
          <a:blip r:embed="rId3">
            <a:alphaModFix/>
          </a:blip>
          <a:srcRect r="5763" b="6471"/>
          <a:stretch/>
        </p:blipFill>
        <p:spPr>
          <a:xfrm>
            <a:off x="11204812" y="0"/>
            <a:ext cx="987188" cy="1218632"/>
          </a:xfrm>
          <a:prstGeom prst="rect">
            <a:avLst/>
          </a:prstGeom>
          <a:noFill/>
          <a:ln>
            <a:noFill/>
          </a:ln>
        </p:spPr>
      </p:pic>
      <p:sp>
        <p:nvSpPr>
          <p:cNvPr id="486" name="Google Shape;486;p33"/>
          <p:cNvSpPr txBox="1"/>
          <p:nvPr/>
        </p:nvSpPr>
        <p:spPr>
          <a:xfrm>
            <a:off x="464023" y="494734"/>
            <a:ext cx="10699845" cy="2460008"/>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fr-FR" sz="2400" b="1">
                <a:solidFill>
                  <a:srgbClr val="FF0000"/>
                </a:solidFill>
                <a:latin typeface="Arial"/>
                <a:ea typeface="Arial"/>
                <a:cs typeface="Arial"/>
                <a:sym typeface="Arial"/>
              </a:rPr>
              <a:t>Suspect One</a:t>
            </a:r>
            <a:endParaRPr/>
          </a:p>
          <a:p>
            <a:pPr marL="0" marR="0" lvl="0" indent="0" algn="just" rtl="0">
              <a:spcBef>
                <a:spcPts val="0"/>
              </a:spcBef>
              <a:spcAft>
                <a:spcPts val="0"/>
              </a:spcAft>
              <a:buNone/>
            </a:pPr>
            <a:r>
              <a:rPr lang="fr-FR" sz="2400" i="1">
                <a:solidFill>
                  <a:srgbClr val="023F61"/>
                </a:solidFill>
                <a:latin typeface="Arial"/>
                <a:ea typeface="Arial"/>
                <a:cs typeface="Arial"/>
                <a:sym typeface="Arial"/>
              </a:rPr>
              <a:t>I already said this. I didn’t do anything special on the weekend. Friday night I took a shower in my apartment and then went out to see a movie. It was a movie I had already seen, the new Marvel one. I really like action movies. I went with my girlfriend Judy.</a:t>
            </a:r>
            <a:endParaRPr sz="2000" b="0" i="1" u="none" strike="noStrike" cap="none">
              <a:solidFill>
                <a:srgbClr val="023F61"/>
              </a:solidFill>
              <a:latin typeface="Arial"/>
              <a:ea typeface="Arial"/>
              <a:cs typeface="Arial"/>
              <a:sym typeface="Arial"/>
            </a:endParaRPr>
          </a:p>
        </p:txBody>
      </p:sp>
      <p:sp>
        <p:nvSpPr>
          <p:cNvPr id="487" name="Google Shape;487;p33"/>
          <p:cNvSpPr txBox="1"/>
          <p:nvPr/>
        </p:nvSpPr>
        <p:spPr>
          <a:xfrm>
            <a:off x="423081" y="2674962"/>
            <a:ext cx="11136572" cy="1719617"/>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Clr>
                <a:srgbClr val="FF0000"/>
              </a:buClr>
              <a:buSzPts val="2400"/>
              <a:buFont typeface="Arial"/>
              <a:buNone/>
            </a:pPr>
            <a:r>
              <a:rPr lang="fr-FR" sz="2400" b="1">
                <a:solidFill>
                  <a:srgbClr val="FF0000"/>
                </a:solidFill>
                <a:latin typeface="Arial"/>
                <a:ea typeface="Arial"/>
                <a:cs typeface="Arial"/>
                <a:sym typeface="Arial"/>
              </a:rPr>
              <a:t>Suspect Two</a:t>
            </a:r>
            <a:endParaRPr sz="2400" b="1">
              <a:solidFill>
                <a:srgbClr val="FF0000"/>
              </a:solidFill>
              <a:latin typeface="Arial"/>
              <a:ea typeface="Arial"/>
              <a:cs typeface="Arial"/>
              <a:sym typeface="Arial"/>
            </a:endParaRPr>
          </a:p>
          <a:p>
            <a:pPr marL="0" marR="0" lvl="0" indent="0" algn="just" rtl="0">
              <a:spcBef>
                <a:spcPts val="0"/>
              </a:spcBef>
              <a:spcAft>
                <a:spcPts val="0"/>
              </a:spcAft>
              <a:buClr>
                <a:srgbClr val="023F61"/>
              </a:buClr>
              <a:buSzPts val="2400"/>
              <a:buFont typeface="Arial"/>
              <a:buNone/>
            </a:pPr>
            <a:r>
              <a:rPr lang="fr-FR" sz="2400" i="1">
                <a:solidFill>
                  <a:srgbClr val="023F61"/>
                </a:solidFill>
                <a:latin typeface="Arial"/>
                <a:ea typeface="Arial"/>
                <a:cs typeface="Arial"/>
                <a:sym typeface="Arial"/>
              </a:rPr>
              <a:t>I wasn’t in town at the weekend, and I certainly wasn’t anywhere near the bank on Saturday night. I was at a hotel in Nottingham with a special friend of mine. Shall I give you the hotel phone number? You needn’t bother asking me any more questions. You’ve got the wrong man.</a:t>
            </a:r>
            <a:endParaRPr/>
          </a:p>
        </p:txBody>
      </p:sp>
      <p:sp>
        <p:nvSpPr>
          <p:cNvPr id="488" name="Google Shape;488;p3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32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6"/>
                                        </p:tgtEl>
                                        <p:attrNameLst>
                                          <p:attrName>style.visibility</p:attrName>
                                        </p:attrNameLst>
                                      </p:cBhvr>
                                      <p:to>
                                        <p:strVal val="visible"/>
                                      </p:to>
                                    </p:set>
                                    <p:animEffect transition="in" filter="fade">
                                      <p:cBhvr>
                                        <p:cTn id="7" dur="500"/>
                                        <p:tgtEl>
                                          <p:spTgt spid="4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7"/>
                                        </p:tgtEl>
                                        <p:attrNameLst>
                                          <p:attrName>style.visibility</p:attrName>
                                        </p:attrNameLst>
                                      </p:cBhvr>
                                      <p:to>
                                        <p:strVal val="visible"/>
                                      </p:to>
                                    </p:set>
                                    <p:animEffect transition="in" filter="fade">
                                      <p:cBhvr>
                                        <p:cTn id="12" dur="500"/>
                                        <p:tgtEl>
                                          <p:spTgt spid="48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4">
                                            <p:txEl>
                                              <p:pRg st="2" end="2"/>
                                            </p:txEl>
                                          </p:spTgt>
                                        </p:tgtEl>
                                        <p:attrNameLst>
                                          <p:attrName>style.visibility</p:attrName>
                                        </p:attrNameLst>
                                      </p:cBhvr>
                                      <p:to>
                                        <p:strVal val="visible"/>
                                      </p:to>
                                    </p:set>
                                    <p:animEffect transition="in" filter="fade">
                                      <p:cBhvr>
                                        <p:cTn id="17" dur="500"/>
                                        <p:tgtEl>
                                          <p:spTgt spid="484">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484">
                                            <p:txEl>
                                              <p:pRg st="3" end="3"/>
                                            </p:txEl>
                                          </p:spTgt>
                                        </p:tgtEl>
                                        <p:attrNameLst>
                                          <p:attrName>style.visibility</p:attrName>
                                        </p:attrNameLst>
                                      </p:cBhvr>
                                      <p:to>
                                        <p:strVal val="visible"/>
                                      </p:to>
                                    </p:set>
                                    <p:animEffect transition="in" filter="fade">
                                      <p:cBhvr>
                                        <p:cTn id="20" dur="500"/>
                                        <p:tgtEl>
                                          <p:spTgt spid="48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492"/>
        <p:cNvGrpSpPr/>
        <p:nvPr/>
      </p:nvGrpSpPr>
      <p:grpSpPr>
        <a:xfrm>
          <a:off x="0" y="0"/>
          <a:ext cx="0" cy="0"/>
          <a:chOff x="0" y="0"/>
          <a:chExt cx="0" cy="0"/>
        </a:xfrm>
      </p:grpSpPr>
      <p:sp>
        <p:nvSpPr>
          <p:cNvPr id="493" name="Google Shape;493;p34"/>
          <p:cNvSpPr txBox="1">
            <a:spLocks noGrp="1"/>
          </p:cNvSpPr>
          <p:nvPr>
            <p:ph type="body" idx="1"/>
          </p:nvPr>
        </p:nvSpPr>
        <p:spPr>
          <a:xfrm>
            <a:off x="409432" y="1381836"/>
            <a:ext cx="11027391" cy="3463118"/>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rgbClr val="FF0000"/>
              </a:buClr>
              <a:buSzPts val="2800"/>
              <a:buNone/>
            </a:pPr>
            <a:r>
              <a:rPr lang="fr-FR" b="1">
                <a:solidFill>
                  <a:srgbClr val="FF0000"/>
                </a:solidFill>
              </a:rPr>
              <a:t>Answer: Suspect One</a:t>
            </a:r>
            <a:endParaRPr/>
          </a:p>
          <a:p>
            <a:pPr marL="228600" lvl="0" indent="-228600" algn="just" rtl="0">
              <a:lnSpc>
                <a:spcPct val="90000"/>
              </a:lnSpc>
              <a:spcBef>
                <a:spcPts val="1000"/>
              </a:spcBef>
              <a:spcAft>
                <a:spcPts val="0"/>
              </a:spcAft>
              <a:buClr>
                <a:srgbClr val="023F61"/>
              </a:buClr>
              <a:buSzPts val="2800"/>
              <a:buNone/>
            </a:pPr>
            <a:r>
              <a:rPr lang="fr-FR">
                <a:solidFill>
                  <a:srgbClr val="023F61"/>
                </a:solidFill>
              </a:rPr>
              <a:t>I already </a:t>
            </a:r>
            <a:r>
              <a:rPr lang="fr-FR" u="sng">
                <a:solidFill>
                  <a:srgbClr val="023F61"/>
                </a:solidFill>
              </a:rPr>
              <a:t>said</a:t>
            </a:r>
            <a:r>
              <a:rPr lang="fr-FR">
                <a:solidFill>
                  <a:srgbClr val="023F61"/>
                </a:solidFill>
              </a:rPr>
              <a:t> this. I didn’t do anything special </a:t>
            </a:r>
            <a:r>
              <a:rPr lang="fr-FR" u="sng">
                <a:solidFill>
                  <a:srgbClr val="023F61"/>
                </a:solidFill>
              </a:rPr>
              <a:t>on the weekend</a:t>
            </a:r>
            <a:r>
              <a:rPr lang="fr-FR">
                <a:solidFill>
                  <a:srgbClr val="023F61"/>
                </a:solidFill>
              </a:rPr>
              <a:t>. Friday night I </a:t>
            </a:r>
            <a:r>
              <a:rPr lang="fr-FR" u="sng">
                <a:solidFill>
                  <a:srgbClr val="023F61"/>
                </a:solidFill>
              </a:rPr>
              <a:t>took a shower </a:t>
            </a:r>
            <a:r>
              <a:rPr lang="fr-FR">
                <a:solidFill>
                  <a:srgbClr val="023F61"/>
                </a:solidFill>
              </a:rPr>
              <a:t>in my apartment and then went out to see a </a:t>
            </a:r>
            <a:r>
              <a:rPr lang="fr-FR" u="sng">
                <a:solidFill>
                  <a:srgbClr val="023F61"/>
                </a:solidFill>
              </a:rPr>
              <a:t>movie</a:t>
            </a:r>
            <a:r>
              <a:rPr lang="fr-FR">
                <a:solidFill>
                  <a:srgbClr val="023F61"/>
                </a:solidFill>
              </a:rPr>
              <a:t>. It was a movie I had already seen, the new Marvel one. I really like action movies. I went with my girlfriend Judy.</a:t>
            </a:r>
            <a:endParaRPr/>
          </a:p>
          <a:p>
            <a:pPr marL="228600" lvl="0" indent="-228600" algn="just" rtl="0">
              <a:lnSpc>
                <a:spcPct val="90000"/>
              </a:lnSpc>
              <a:spcBef>
                <a:spcPts val="1000"/>
              </a:spcBef>
              <a:spcAft>
                <a:spcPts val="0"/>
              </a:spcAft>
              <a:buClr>
                <a:schemeClr val="dk1"/>
              </a:buClr>
              <a:buSzPts val="2800"/>
              <a:buNone/>
            </a:pPr>
            <a:endParaRPr>
              <a:solidFill>
                <a:srgbClr val="023F61"/>
              </a:solidFill>
            </a:endParaRPr>
          </a:p>
          <a:p>
            <a:pPr marL="228600" lvl="0" indent="-228600" algn="just" rtl="0">
              <a:lnSpc>
                <a:spcPct val="90000"/>
              </a:lnSpc>
              <a:spcBef>
                <a:spcPts val="1000"/>
              </a:spcBef>
              <a:spcAft>
                <a:spcPts val="0"/>
              </a:spcAft>
              <a:buClr>
                <a:schemeClr val="dk1"/>
              </a:buClr>
              <a:buSzPts val="2800"/>
              <a:buNone/>
            </a:pPr>
            <a:endParaRPr>
              <a:solidFill>
                <a:srgbClr val="023F61"/>
              </a:solidFill>
            </a:endParaRPr>
          </a:p>
          <a:p>
            <a:pPr marL="228600" lvl="0" indent="-228600" algn="just" rtl="0">
              <a:lnSpc>
                <a:spcPct val="90000"/>
              </a:lnSpc>
              <a:spcBef>
                <a:spcPts val="1000"/>
              </a:spcBef>
              <a:spcAft>
                <a:spcPts val="0"/>
              </a:spcAft>
              <a:buClr>
                <a:schemeClr val="dk1"/>
              </a:buClr>
              <a:buSzPts val="2800"/>
              <a:buNone/>
            </a:pPr>
            <a:endParaRPr>
              <a:solidFill>
                <a:srgbClr val="023F61"/>
              </a:solidFill>
            </a:endParaRPr>
          </a:p>
          <a:p>
            <a:pPr marL="228600" lvl="0" indent="-228600" algn="just" rtl="0">
              <a:lnSpc>
                <a:spcPct val="90000"/>
              </a:lnSpc>
              <a:spcBef>
                <a:spcPts val="1000"/>
              </a:spcBef>
              <a:spcAft>
                <a:spcPts val="0"/>
              </a:spcAft>
              <a:buClr>
                <a:srgbClr val="C00000"/>
              </a:buClr>
              <a:buSzPts val="2800"/>
              <a:buNone/>
            </a:pPr>
            <a:r>
              <a:rPr lang="fr-FR">
                <a:solidFill>
                  <a:srgbClr val="C00000"/>
                </a:solidFill>
              </a:rPr>
              <a:t>The American words and expressions are: already </a:t>
            </a:r>
            <a:r>
              <a:rPr lang="fr-FR" i="1">
                <a:solidFill>
                  <a:srgbClr val="C00000"/>
                </a:solidFill>
              </a:rPr>
              <a:t>said</a:t>
            </a:r>
            <a:r>
              <a:rPr lang="fr-FR">
                <a:solidFill>
                  <a:srgbClr val="C00000"/>
                </a:solidFill>
              </a:rPr>
              <a:t> this </a:t>
            </a:r>
            <a:r>
              <a:rPr lang="fr-FR" b="1">
                <a:solidFill>
                  <a:srgbClr val="C00000"/>
                </a:solidFill>
              </a:rPr>
              <a:t>(British would use present perfect)</a:t>
            </a:r>
            <a:r>
              <a:rPr lang="fr-FR">
                <a:solidFill>
                  <a:srgbClr val="C00000"/>
                </a:solidFill>
              </a:rPr>
              <a:t>; </a:t>
            </a:r>
            <a:r>
              <a:rPr lang="fr-FR" i="1">
                <a:solidFill>
                  <a:srgbClr val="C00000"/>
                </a:solidFill>
              </a:rPr>
              <a:t>on the weekend </a:t>
            </a:r>
            <a:r>
              <a:rPr lang="fr-FR" b="1">
                <a:solidFill>
                  <a:srgbClr val="C00000"/>
                </a:solidFill>
              </a:rPr>
              <a:t>(British - at the weekend)</a:t>
            </a:r>
            <a:r>
              <a:rPr lang="fr-FR">
                <a:solidFill>
                  <a:srgbClr val="C00000"/>
                </a:solidFill>
              </a:rPr>
              <a:t>; </a:t>
            </a:r>
            <a:r>
              <a:rPr lang="fr-FR" i="1">
                <a:solidFill>
                  <a:srgbClr val="C00000"/>
                </a:solidFill>
              </a:rPr>
              <a:t>took a shower </a:t>
            </a:r>
            <a:r>
              <a:rPr lang="fr-FR" b="1">
                <a:solidFill>
                  <a:srgbClr val="C00000"/>
                </a:solidFill>
              </a:rPr>
              <a:t>(British - had a shower); </a:t>
            </a:r>
            <a:r>
              <a:rPr lang="fr-FR" i="1">
                <a:solidFill>
                  <a:srgbClr val="C00000"/>
                </a:solidFill>
              </a:rPr>
              <a:t>movie</a:t>
            </a:r>
            <a:r>
              <a:rPr lang="fr-FR">
                <a:solidFill>
                  <a:srgbClr val="C00000"/>
                </a:solidFill>
              </a:rPr>
              <a:t> </a:t>
            </a:r>
            <a:r>
              <a:rPr lang="fr-FR" b="1">
                <a:solidFill>
                  <a:srgbClr val="C00000"/>
                </a:solidFill>
              </a:rPr>
              <a:t>(British - film).</a:t>
            </a:r>
            <a:endParaRPr sz="2400" b="1" i="1">
              <a:solidFill>
                <a:srgbClr val="C00000"/>
              </a:solidFill>
            </a:endParaRPr>
          </a:p>
        </p:txBody>
      </p:sp>
      <p:pic>
        <p:nvPicPr>
          <p:cNvPr id="494" name="Google Shape;494;p34" descr="C:\Users\Lenovo\OneDrive\Desktop\images.jpg"/>
          <p:cNvPicPr preferRelativeResize="0"/>
          <p:nvPr/>
        </p:nvPicPr>
        <p:blipFill rotWithShape="1">
          <a:blip r:embed="rId3">
            <a:alphaModFix/>
          </a:blip>
          <a:srcRect r="5763" b="6471"/>
          <a:stretch/>
        </p:blipFill>
        <p:spPr>
          <a:xfrm>
            <a:off x="10577015" y="0"/>
            <a:ext cx="1614985" cy="1993615"/>
          </a:xfrm>
          <a:prstGeom prst="rect">
            <a:avLst/>
          </a:prstGeom>
          <a:noFill/>
          <a:ln>
            <a:noFill/>
          </a:ln>
        </p:spPr>
      </p:pic>
      <p:sp>
        <p:nvSpPr>
          <p:cNvPr id="495" name="Google Shape;495;p3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fr-FR"/>
              <a:t>33</a:t>
            </a:fld>
            <a:endParaRPr/>
          </a:p>
        </p:txBody>
      </p:sp>
      <p:pic>
        <p:nvPicPr>
          <p:cNvPr id="496" name="Google Shape;496;p34" descr="D:\Teaching &amp; Univ\ESPRIT\British Vs American\Pics\GIFS\207072-flags-america-usa-smiley-ok.gif"/>
          <p:cNvPicPr preferRelativeResize="0"/>
          <p:nvPr/>
        </p:nvPicPr>
        <p:blipFill rotWithShape="1">
          <a:blip r:embed="rId4">
            <a:alphaModFix/>
          </a:blip>
          <a:srcRect/>
          <a:stretch/>
        </p:blipFill>
        <p:spPr>
          <a:xfrm>
            <a:off x="10177463" y="3190328"/>
            <a:ext cx="1532315" cy="161226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3">
                                            <p:txEl>
                                              <p:pRg st="0" end="0"/>
                                            </p:txEl>
                                          </p:spTgt>
                                        </p:tgtEl>
                                        <p:attrNameLst>
                                          <p:attrName>style.visibility</p:attrName>
                                        </p:attrNameLst>
                                      </p:cBhvr>
                                      <p:to>
                                        <p:strVal val="visible"/>
                                      </p:to>
                                    </p:set>
                                    <p:animEffect transition="in" filter="fade">
                                      <p:cBhvr>
                                        <p:cTn id="7" dur="500"/>
                                        <p:tgtEl>
                                          <p:spTgt spid="49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3">
                                            <p:txEl>
                                              <p:pRg st="1" end="1"/>
                                            </p:txEl>
                                          </p:spTgt>
                                        </p:tgtEl>
                                        <p:attrNameLst>
                                          <p:attrName>style.visibility</p:attrName>
                                        </p:attrNameLst>
                                      </p:cBhvr>
                                      <p:to>
                                        <p:strVal val="visible"/>
                                      </p:to>
                                    </p:set>
                                    <p:animEffect transition="in" filter="fade">
                                      <p:cBhvr>
                                        <p:cTn id="12" dur="500"/>
                                        <p:tgtEl>
                                          <p:spTgt spid="49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93">
                                            <p:txEl>
                                              <p:pRg st="2" end="2"/>
                                            </p:txEl>
                                          </p:spTgt>
                                        </p:tgtEl>
                                        <p:attrNameLst>
                                          <p:attrName>style.visibility</p:attrName>
                                        </p:attrNameLst>
                                      </p:cBhvr>
                                      <p:to>
                                        <p:strVal val="visible"/>
                                      </p:to>
                                    </p:set>
                                    <p:animEffect transition="in" filter="fade">
                                      <p:cBhvr>
                                        <p:cTn id="17" dur="500"/>
                                        <p:tgtEl>
                                          <p:spTgt spid="49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93">
                                            <p:txEl>
                                              <p:pRg st="3" end="3"/>
                                            </p:txEl>
                                          </p:spTgt>
                                        </p:tgtEl>
                                        <p:attrNameLst>
                                          <p:attrName>style.visibility</p:attrName>
                                        </p:attrNameLst>
                                      </p:cBhvr>
                                      <p:to>
                                        <p:strVal val="visible"/>
                                      </p:to>
                                    </p:set>
                                    <p:animEffect transition="in" filter="fade">
                                      <p:cBhvr>
                                        <p:cTn id="22" dur="500"/>
                                        <p:tgtEl>
                                          <p:spTgt spid="49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93">
                                            <p:txEl>
                                              <p:pRg st="4" end="4"/>
                                            </p:txEl>
                                          </p:spTgt>
                                        </p:tgtEl>
                                        <p:attrNameLst>
                                          <p:attrName>style.visibility</p:attrName>
                                        </p:attrNameLst>
                                      </p:cBhvr>
                                      <p:to>
                                        <p:strVal val="visible"/>
                                      </p:to>
                                    </p:set>
                                    <p:animEffect transition="in" filter="fade">
                                      <p:cBhvr>
                                        <p:cTn id="27" dur="500"/>
                                        <p:tgtEl>
                                          <p:spTgt spid="49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93">
                                            <p:txEl>
                                              <p:pRg st="5" end="5"/>
                                            </p:txEl>
                                          </p:spTgt>
                                        </p:tgtEl>
                                        <p:attrNameLst>
                                          <p:attrName>style.visibility</p:attrName>
                                        </p:attrNameLst>
                                      </p:cBhvr>
                                      <p:to>
                                        <p:strVal val="visible"/>
                                      </p:to>
                                    </p:set>
                                    <p:animEffect transition="in" filter="fade">
                                      <p:cBhvr>
                                        <p:cTn id="32" dur="500"/>
                                        <p:tgtEl>
                                          <p:spTgt spid="49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96"/>
                                        </p:tgtEl>
                                        <p:attrNameLst>
                                          <p:attrName>style.visibility</p:attrName>
                                        </p:attrNameLst>
                                      </p:cBhvr>
                                      <p:to>
                                        <p:strVal val="visible"/>
                                      </p:to>
                                    </p:set>
                                    <p:anim calcmode="lin" valueType="num">
                                      <p:cBhvr additive="base">
                                        <p:cTn id="37" dur="500"/>
                                        <p:tgtEl>
                                          <p:spTgt spid="49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500"/>
        <p:cNvGrpSpPr/>
        <p:nvPr/>
      </p:nvGrpSpPr>
      <p:grpSpPr>
        <a:xfrm>
          <a:off x="0" y="0"/>
          <a:ext cx="0" cy="0"/>
          <a:chOff x="0" y="0"/>
          <a:chExt cx="0" cy="0"/>
        </a:xfrm>
      </p:grpSpPr>
      <p:sp>
        <p:nvSpPr>
          <p:cNvPr id="501" name="Google Shape;501;p35"/>
          <p:cNvSpPr txBox="1">
            <a:spLocks noGrp="1"/>
          </p:cNvSpPr>
          <p:nvPr>
            <p:ph type="title"/>
          </p:nvPr>
        </p:nvSpPr>
        <p:spPr>
          <a:xfrm>
            <a:off x="404884" y="0"/>
            <a:ext cx="10972800" cy="8683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23F61"/>
              </a:buClr>
              <a:buSzPts val="4000"/>
              <a:buFont typeface="Arial"/>
              <a:buNone/>
            </a:pPr>
            <a:r>
              <a:rPr lang="fr-FR" sz="4000" b="1">
                <a:solidFill>
                  <a:srgbClr val="023F61"/>
                </a:solidFill>
              </a:rPr>
              <a:t>Time &amp; Date Telling</a:t>
            </a:r>
            <a:endParaRPr sz="4000" b="1">
              <a:solidFill>
                <a:srgbClr val="023F61"/>
              </a:solidFill>
            </a:endParaRPr>
          </a:p>
        </p:txBody>
      </p:sp>
      <p:sp>
        <p:nvSpPr>
          <p:cNvPr id="502" name="Google Shape;502;p35"/>
          <p:cNvSpPr txBox="1">
            <a:spLocks noGrp="1"/>
          </p:cNvSpPr>
          <p:nvPr>
            <p:ph type="body" idx="1"/>
          </p:nvPr>
        </p:nvSpPr>
        <p:spPr>
          <a:xfrm>
            <a:off x="486770" y="897342"/>
            <a:ext cx="10972800" cy="99969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Font typeface="Arial"/>
              <a:buNone/>
            </a:pPr>
            <a:r>
              <a:rPr lang="fr-FR" sz="2400"/>
              <a:t>Both languages have a slightly different structure of telling the time.</a:t>
            </a:r>
            <a:endParaRPr/>
          </a:p>
          <a:p>
            <a:pPr marL="228600" lvl="0" indent="-101600" algn="l" rtl="0">
              <a:lnSpc>
                <a:spcPct val="90000"/>
              </a:lnSpc>
              <a:spcBef>
                <a:spcPts val="1000"/>
              </a:spcBef>
              <a:spcAft>
                <a:spcPts val="0"/>
              </a:spcAft>
              <a:buClr>
                <a:schemeClr val="dk1"/>
              </a:buClr>
              <a:buSzPts val="2000"/>
              <a:buNone/>
            </a:pPr>
            <a:endParaRPr sz="2000"/>
          </a:p>
          <a:p>
            <a:pPr marL="228600" lvl="0" indent="-101600" algn="l" rtl="0">
              <a:lnSpc>
                <a:spcPct val="90000"/>
              </a:lnSpc>
              <a:spcBef>
                <a:spcPts val="1000"/>
              </a:spcBef>
              <a:spcAft>
                <a:spcPts val="0"/>
              </a:spcAft>
              <a:buClr>
                <a:schemeClr val="dk1"/>
              </a:buClr>
              <a:buSzPts val="2000"/>
              <a:buNone/>
            </a:pPr>
            <a:endParaRPr sz="2000"/>
          </a:p>
          <a:p>
            <a:pPr marL="228600" lvl="0" indent="-228600" algn="l" rtl="0">
              <a:lnSpc>
                <a:spcPct val="90000"/>
              </a:lnSpc>
              <a:spcBef>
                <a:spcPts val="1000"/>
              </a:spcBef>
              <a:spcAft>
                <a:spcPts val="0"/>
              </a:spcAft>
              <a:buClr>
                <a:schemeClr val="dk1"/>
              </a:buClr>
              <a:buSzPts val="2000"/>
              <a:buFont typeface="Arial"/>
              <a:buNone/>
            </a:pPr>
            <a:endParaRPr sz="2000"/>
          </a:p>
          <a:p>
            <a:pPr marL="228600" lvl="0" indent="-228600" algn="l" rtl="0">
              <a:lnSpc>
                <a:spcPct val="90000"/>
              </a:lnSpc>
              <a:spcBef>
                <a:spcPts val="1000"/>
              </a:spcBef>
              <a:spcAft>
                <a:spcPts val="0"/>
              </a:spcAft>
              <a:buClr>
                <a:schemeClr val="dk1"/>
              </a:buClr>
              <a:buSzPts val="2000"/>
              <a:buFont typeface="Arial"/>
              <a:buNone/>
            </a:pPr>
            <a:endParaRPr sz="2000"/>
          </a:p>
          <a:p>
            <a:pPr marL="228600" lvl="0" indent="-228600" algn="l" rtl="0">
              <a:lnSpc>
                <a:spcPct val="90000"/>
              </a:lnSpc>
              <a:spcBef>
                <a:spcPts val="1000"/>
              </a:spcBef>
              <a:spcAft>
                <a:spcPts val="0"/>
              </a:spcAft>
              <a:buClr>
                <a:schemeClr val="dk1"/>
              </a:buClr>
              <a:buSzPts val="2000"/>
              <a:buFont typeface="Arial"/>
              <a:buNone/>
            </a:pPr>
            <a:endParaRPr sz="2000"/>
          </a:p>
          <a:p>
            <a:pPr marL="228600" lvl="0" indent="-228600" algn="l" rtl="0">
              <a:lnSpc>
                <a:spcPct val="90000"/>
              </a:lnSpc>
              <a:spcBef>
                <a:spcPts val="1000"/>
              </a:spcBef>
              <a:spcAft>
                <a:spcPts val="0"/>
              </a:spcAft>
              <a:buClr>
                <a:schemeClr val="dk1"/>
              </a:buClr>
              <a:buSzPts val="2000"/>
              <a:buFont typeface="Arial"/>
              <a:buNone/>
            </a:pPr>
            <a:endParaRPr sz="2000"/>
          </a:p>
        </p:txBody>
      </p:sp>
      <p:graphicFrame>
        <p:nvGraphicFramePr>
          <p:cNvPr id="503" name="Google Shape;503;p35"/>
          <p:cNvGraphicFramePr/>
          <p:nvPr/>
        </p:nvGraphicFramePr>
        <p:xfrm>
          <a:off x="580595" y="1534518"/>
          <a:ext cx="8317750" cy="2396075"/>
        </p:xfrm>
        <a:graphic>
          <a:graphicData uri="http://schemas.openxmlformats.org/drawingml/2006/table">
            <a:tbl>
              <a:tblPr firstRow="1" bandRow="1">
                <a:noFill/>
                <a:tableStyleId>{03426A26-8F90-4C6C-B7EB-E4A06F5E3BE2}</a:tableStyleId>
              </a:tblPr>
              <a:tblGrid>
                <a:gridCol w="4158875">
                  <a:extLst>
                    <a:ext uri="{9D8B030D-6E8A-4147-A177-3AD203B41FA5}">
                      <a16:colId xmlns:a16="http://schemas.microsoft.com/office/drawing/2014/main" val="20000"/>
                    </a:ext>
                  </a:extLst>
                </a:gridCol>
                <a:gridCol w="4158875">
                  <a:extLst>
                    <a:ext uri="{9D8B030D-6E8A-4147-A177-3AD203B41FA5}">
                      <a16:colId xmlns:a16="http://schemas.microsoft.com/office/drawing/2014/main" val="20001"/>
                    </a:ext>
                  </a:extLst>
                </a:gridCol>
              </a:tblGrid>
              <a:tr h="522225">
                <a:tc>
                  <a:txBody>
                    <a:bodyPr/>
                    <a:lstStyle/>
                    <a:p>
                      <a:pPr marL="0" marR="0" lvl="0" indent="0" algn="ctr" rtl="0">
                        <a:lnSpc>
                          <a:spcPct val="100000"/>
                        </a:lnSpc>
                        <a:spcBef>
                          <a:spcPts val="0"/>
                        </a:spcBef>
                        <a:spcAft>
                          <a:spcPts val="0"/>
                        </a:spcAft>
                        <a:buClr>
                          <a:srgbClr val="023F61"/>
                        </a:buClr>
                        <a:buSzPts val="1400"/>
                        <a:buFont typeface="Arial"/>
                        <a:buNone/>
                      </a:pPr>
                      <a:r>
                        <a:rPr lang="fr-FR" sz="1400" b="1">
                          <a:solidFill>
                            <a:srgbClr val="023F61"/>
                          </a:solidFill>
                        </a:rPr>
                        <a:t>American English</a:t>
                      </a:r>
                      <a:endParaRPr sz="1400" b="1">
                        <a:solidFill>
                          <a:srgbClr val="023F61"/>
                        </a:solidFill>
                      </a:endParaRPr>
                    </a:p>
                    <a:p>
                      <a:pPr marL="0" marR="0" lvl="0" indent="0" algn="l" rtl="0">
                        <a:spcBef>
                          <a:spcPts val="0"/>
                        </a:spcBef>
                        <a:spcAft>
                          <a:spcPts val="0"/>
                        </a:spcAft>
                        <a:buNone/>
                      </a:pPr>
                      <a:endParaRPr sz="1400" b="1">
                        <a:solidFill>
                          <a:srgbClr val="023F61"/>
                        </a:solidFill>
                      </a:endParaRPr>
                    </a:p>
                  </a:txBody>
                  <a:tcPr marL="121925" marR="121925" marT="45725" marB="45725">
                    <a:solidFill>
                      <a:schemeClr val="lt2"/>
                    </a:solidFill>
                  </a:tcPr>
                </a:tc>
                <a:tc>
                  <a:txBody>
                    <a:bodyPr/>
                    <a:lstStyle/>
                    <a:p>
                      <a:pPr marL="0" marR="0" lvl="0" indent="0" algn="ctr" rtl="0">
                        <a:lnSpc>
                          <a:spcPct val="100000"/>
                        </a:lnSpc>
                        <a:spcBef>
                          <a:spcPts val="0"/>
                        </a:spcBef>
                        <a:spcAft>
                          <a:spcPts val="0"/>
                        </a:spcAft>
                        <a:buClr>
                          <a:srgbClr val="FF0000"/>
                        </a:buClr>
                        <a:buSzPts val="1400"/>
                        <a:buFont typeface="Arial"/>
                        <a:buNone/>
                      </a:pPr>
                      <a:r>
                        <a:rPr lang="fr-FR" sz="1400" b="1">
                          <a:solidFill>
                            <a:srgbClr val="FF0000"/>
                          </a:solidFill>
                        </a:rPr>
                        <a:t>British English</a:t>
                      </a:r>
                      <a:endParaRPr sz="1400" b="1">
                        <a:solidFill>
                          <a:srgbClr val="FF0000"/>
                        </a:solidFill>
                      </a:endParaRPr>
                    </a:p>
                    <a:p>
                      <a:pPr marL="0" marR="0" lvl="0" indent="0" algn="l" rtl="0">
                        <a:spcBef>
                          <a:spcPts val="0"/>
                        </a:spcBef>
                        <a:spcAft>
                          <a:spcPts val="0"/>
                        </a:spcAft>
                        <a:buNone/>
                      </a:pPr>
                      <a:endParaRPr sz="1400" b="1">
                        <a:solidFill>
                          <a:srgbClr val="FF0000"/>
                        </a:solidFill>
                      </a:endParaRPr>
                    </a:p>
                  </a:txBody>
                  <a:tcPr marL="121925" marR="121925" marT="45725" marB="45725">
                    <a:solidFill>
                      <a:schemeClr val="lt2"/>
                    </a:solidFill>
                  </a:tcPr>
                </a:tc>
                <a:extLst>
                  <a:ext uri="{0D108BD9-81ED-4DB2-BD59-A6C34878D82A}">
                    <a16:rowId xmlns:a16="http://schemas.microsoft.com/office/drawing/2014/main" val="10000"/>
                  </a:ext>
                </a:extLst>
              </a:tr>
              <a:tr h="522225">
                <a:tc>
                  <a:txBody>
                    <a:bodyPr/>
                    <a:lstStyle/>
                    <a:p>
                      <a:pPr marL="0" marR="0" lvl="0" indent="0" algn="l" rtl="0">
                        <a:lnSpc>
                          <a:spcPct val="100000"/>
                        </a:lnSpc>
                        <a:spcBef>
                          <a:spcPts val="0"/>
                        </a:spcBef>
                        <a:spcAft>
                          <a:spcPts val="0"/>
                        </a:spcAft>
                        <a:buClr>
                          <a:srgbClr val="023F61"/>
                        </a:buClr>
                        <a:buSzPts val="1400"/>
                        <a:buFont typeface="Arial"/>
                        <a:buNone/>
                      </a:pPr>
                      <a:r>
                        <a:rPr lang="fr-FR" sz="1400" b="1" i="1">
                          <a:solidFill>
                            <a:srgbClr val="023F61"/>
                          </a:solidFill>
                        </a:rPr>
                        <a:t>quarter after ten (</a:t>
                      </a:r>
                      <a:r>
                        <a:rPr lang="fr-FR" sz="1400" b="1">
                          <a:solidFill>
                            <a:srgbClr val="023F61"/>
                          </a:solidFill>
                        </a:rPr>
                        <a:t>10:15)</a:t>
                      </a:r>
                      <a:endParaRPr sz="1400" b="1">
                        <a:solidFill>
                          <a:srgbClr val="023F61"/>
                        </a:solidFill>
                      </a:endParaRPr>
                    </a:p>
                    <a:p>
                      <a:pPr marL="0" marR="0" lvl="0" indent="0" algn="l" rtl="0">
                        <a:spcBef>
                          <a:spcPts val="0"/>
                        </a:spcBef>
                        <a:spcAft>
                          <a:spcPts val="0"/>
                        </a:spcAft>
                        <a:buNone/>
                      </a:pPr>
                      <a:endParaRPr sz="1400" b="1">
                        <a:solidFill>
                          <a:srgbClr val="023F61"/>
                        </a:solidFill>
                      </a:endParaRPr>
                    </a:p>
                  </a:txBody>
                  <a:tcPr marL="121925" marR="121925" marT="45725" marB="45725">
                    <a:solidFill>
                      <a:schemeClr val="lt2"/>
                    </a:solidFill>
                  </a:tcPr>
                </a:tc>
                <a:tc>
                  <a:txBody>
                    <a:bodyPr/>
                    <a:lstStyle/>
                    <a:p>
                      <a:pPr marL="0" marR="0" lvl="0" indent="0" algn="l" rtl="0">
                        <a:lnSpc>
                          <a:spcPct val="100000"/>
                        </a:lnSpc>
                        <a:spcBef>
                          <a:spcPts val="0"/>
                        </a:spcBef>
                        <a:spcAft>
                          <a:spcPts val="0"/>
                        </a:spcAft>
                        <a:buClr>
                          <a:srgbClr val="FF0000"/>
                        </a:buClr>
                        <a:buSzPts val="1400"/>
                        <a:buFont typeface="Arial"/>
                        <a:buNone/>
                      </a:pPr>
                      <a:r>
                        <a:rPr lang="fr-FR" sz="1400" b="1" i="1">
                          <a:solidFill>
                            <a:srgbClr val="FF0000"/>
                          </a:solidFill>
                        </a:rPr>
                        <a:t>quarter past ten (</a:t>
                      </a:r>
                      <a:r>
                        <a:rPr lang="fr-FR" sz="1400" b="1">
                          <a:solidFill>
                            <a:srgbClr val="FF0000"/>
                          </a:solidFill>
                        </a:rPr>
                        <a:t>10.15)</a:t>
                      </a:r>
                      <a:endParaRPr sz="1400" b="1">
                        <a:solidFill>
                          <a:srgbClr val="FF0000"/>
                        </a:solidFill>
                      </a:endParaRPr>
                    </a:p>
                    <a:p>
                      <a:pPr marL="0" marR="0" lvl="0" indent="0" algn="l" rtl="0">
                        <a:spcBef>
                          <a:spcPts val="0"/>
                        </a:spcBef>
                        <a:spcAft>
                          <a:spcPts val="0"/>
                        </a:spcAft>
                        <a:buNone/>
                      </a:pPr>
                      <a:endParaRPr sz="1400" b="1">
                        <a:solidFill>
                          <a:srgbClr val="FF0000"/>
                        </a:solidFill>
                      </a:endParaRPr>
                    </a:p>
                  </a:txBody>
                  <a:tcPr marL="121925" marR="121925" marT="45725" marB="45725">
                    <a:solidFill>
                      <a:schemeClr val="lt2"/>
                    </a:solidFill>
                  </a:tcPr>
                </a:tc>
                <a:extLst>
                  <a:ext uri="{0D108BD9-81ED-4DB2-BD59-A6C34878D82A}">
                    <a16:rowId xmlns:a16="http://schemas.microsoft.com/office/drawing/2014/main" val="10001"/>
                  </a:ext>
                </a:extLst>
              </a:tr>
              <a:tr h="522225">
                <a:tc>
                  <a:txBody>
                    <a:bodyPr/>
                    <a:lstStyle/>
                    <a:p>
                      <a:pPr marL="0" marR="0" lvl="0" indent="0" algn="l" rtl="0">
                        <a:spcBef>
                          <a:spcPts val="0"/>
                        </a:spcBef>
                        <a:spcAft>
                          <a:spcPts val="0"/>
                        </a:spcAft>
                        <a:buNone/>
                      </a:pPr>
                      <a:r>
                        <a:rPr lang="fr-FR" sz="1400" b="1">
                          <a:solidFill>
                            <a:srgbClr val="023F61"/>
                          </a:solidFill>
                        </a:rPr>
                        <a:t>digital times with a colon  6:00</a:t>
                      </a:r>
                      <a:endParaRPr sz="1400" b="1">
                        <a:solidFill>
                          <a:srgbClr val="023F61"/>
                        </a:solidFill>
                      </a:endParaRPr>
                    </a:p>
                  </a:txBody>
                  <a:tcPr marL="121925" marR="121925" marT="45725" marB="45725">
                    <a:solidFill>
                      <a:schemeClr val="lt2"/>
                    </a:solidFill>
                  </a:tcPr>
                </a:tc>
                <a:tc>
                  <a:txBody>
                    <a:bodyPr/>
                    <a:lstStyle/>
                    <a:p>
                      <a:pPr marL="0" marR="0" lvl="0" indent="0" algn="l" rtl="0">
                        <a:lnSpc>
                          <a:spcPct val="100000"/>
                        </a:lnSpc>
                        <a:spcBef>
                          <a:spcPts val="0"/>
                        </a:spcBef>
                        <a:spcAft>
                          <a:spcPts val="0"/>
                        </a:spcAft>
                        <a:buClr>
                          <a:srgbClr val="FF0000"/>
                        </a:buClr>
                        <a:buSzPts val="1400"/>
                        <a:buFont typeface="Arial"/>
                        <a:buNone/>
                      </a:pPr>
                      <a:r>
                        <a:rPr lang="fr-FR" sz="1400" b="1">
                          <a:solidFill>
                            <a:srgbClr val="FF0000"/>
                          </a:solidFill>
                        </a:rPr>
                        <a:t>digital times with a point 6.00</a:t>
                      </a:r>
                      <a:endParaRPr sz="1400" b="1">
                        <a:solidFill>
                          <a:srgbClr val="FF0000"/>
                        </a:solidFill>
                      </a:endParaRPr>
                    </a:p>
                    <a:p>
                      <a:pPr marL="0" marR="0" lvl="0" indent="0" algn="l" rtl="0">
                        <a:spcBef>
                          <a:spcPts val="0"/>
                        </a:spcBef>
                        <a:spcAft>
                          <a:spcPts val="0"/>
                        </a:spcAft>
                        <a:buNone/>
                      </a:pPr>
                      <a:endParaRPr sz="1400" b="1">
                        <a:solidFill>
                          <a:srgbClr val="FF0000"/>
                        </a:solidFill>
                      </a:endParaRPr>
                    </a:p>
                  </a:txBody>
                  <a:tcPr marL="121925" marR="121925" marT="45725" marB="45725">
                    <a:solidFill>
                      <a:schemeClr val="lt2"/>
                    </a:solidFill>
                  </a:tcPr>
                </a:tc>
                <a:extLst>
                  <a:ext uri="{0D108BD9-81ED-4DB2-BD59-A6C34878D82A}">
                    <a16:rowId xmlns:a16="http://schemas.microsoft.com/office/drawing/2014/main" val="10002"/>
                  </a:ext>
                </a:extLst>
              </a:tr>
              <a:tr h="522225">
                <a:tc>
                  <a:txBody>
                    <a:bodyPr/>
                    <a:lstStyle/>
                    <a:p>
                      <a:pPr marL="0" marR="0" lvl="0" indent="0" algn="l" rtl="0">
                        <a:spcBef>
                          <a:spcPts val="0"/>
                        </a:spcBef>
                        <a:spcAft>
                          <a:spcPts val="0"/>
                        </a:spcAft>
                        <a:buNone/>
                      </a:pPr>
                      <a:r>
                        <a:rPr lang="fr-FR" sz="1400" b="1">
                          <a:solidFill>
                            <a:srgbClr val="023F61"/>
                          </a:solidFill>
                        </a:rPr>
                        <a:t>Month/day/year    12/31/2020</a:t>
                      </a:r>
                      <a:endParaRPr sz="1400" b="1">
                        <a:solidFill>
                          <a:srgbClr val="023F61"/>
                        </a:solidFill>
                      </a:endParaRPr>
                    </a:p>
                  </a:txBody>
                  <a:tcPr marL="121925" marR="121925" marT="45725" marB="45725">
                    <a:solidFill>
                      <a:schemeClr val="lt2"/>
                    </a:solidFill>
                  </a:tcPr>
                </a:tc>
                <a:tc>
                  <a:txBody>
                    <a:bodyPr/>
                    <a:lstStyle/>
                    <a:p>
                      <a:pPr marL="0" marR="0" lvl="0" indent="0" algn="l" rtl="0">
                        <a:lnSpc>
                          <a:spcPct val="100000"/>
                        </a:lnSpc>
                        <a:spcBef>
                          <a:spcPts val="0"/>
                        </a:spcBef>
                        <a:spcAft>
                          <a:spcPts val="0"/>
                        </a:spcAft>
                        <a:buClr>
                          <a:srgbClr val="FF0000"/>
                        </a:buClr>
                        <a:buSzPts val="1400"/>
                        <a:buFont typeface="Arial"/>
                        <a:buNone/>
                      </a:pPr>
                      <a:r>
                        <a:rPr lang="fr-FR" sz="1400" b="1">
                          <a:solidFill>
                            <a:srgbClr val="FF0000"/>
                          </a:solidFill>
                        </a:rPr>
                        <a:t>Day/month/year    31/12/2020</a:t>
                      </a:r>
                      <a:endParaRPr sz="1400" b="1">
                        <a:solidFill>
                          <a:srgbClr val="FF0000"/>
                        </a:solidFill>
                      </a:endParaRPr>
                    </a:p>
                    <a:p>
                      <a:pPr marL="0" marR="0" lvl="0" indent="0" algn="l" rtl="0">
                        <a:spcBef>
                          <a:spcPts val="0"/>
                        </a:spcBef>
                        <a:spcAft>
                          <a:spcPts val="0"/>
                        </a:spcAft>
                        <a:buNone/>
                      </a:pPr>
                      <a:endParaRPr sz="1400" b="1">
                        <a:solidFill>
                          <a:srgbClr val="FF0000"/>
                        </a:solidFill>
                      </a:endParaRPr>
                    </a:p>
                  </a:txBody>
                  <a:tcPr marL="121925" marR="121925" marT="45725" marB="45725">
                    <a:solidFill>
                      <a:schemeClr val="lt2"/>
                    </a:solidFill>
                  </a:tcPr>
                </a:tc>
                <a:extLst>
                  <a:ext uri="{0D108BD9-81ED-4DB2-BD59-A6C34878D82A}">
                    <a16:rowId xmlns:a16="http://schemas.microsoft.com/office/drawing/2014/main" val="10003"/>
                  </a:ext>
                </a:extLst>
              </a:tr>
              <a:tr h="307175">
                <a:tc>
                  <a:txBody>
                    <a:bodyPr/>
                    <a:lstStyle/>
                    <a:p>
                      <a:pPr marL="0" marR="0" lvl="0" indent="0" algn="l" rtl="0">
                        <a:spcBef>
                          <a:spcPts val="0"/>
                        </a:spcBef>
                        <a:spcAft>
                          <a:spcPts val="0"/>
                        </a:spcAft>
                        <a:buNone/>
                      </a:pPr>
                      <a:r>
                        <a:rPr lang="fr-FR" sz="1400" b="1">
                          <a:solidFill>
                            <a:srgbClr val="023F61"/>
                          </a:solidFill>
                        </a:rPr>
                        <a:t>April, 21</a:t>
                      </a:r>
                      <a:r>
                        <a:rPr lang="fr-FR" sz="1400" b="1" baseline="30000">
                          <a:solidFill>
                            <a:srgbClr val="023F61"/>
                          </a:solidFill>
                        </a:rPr>
                        <a:t>st</a:t>
                      </a:r>
                      <a:r>
                        <a:rPr lang="fr-FR" sz="1400" b="1">
                          <a:solidFill>
                            <a:srgbClr val="023F61"/>
                          </a:solidFill>
                        </a:rPr>
                        <a:t> </a:t>
                      </a:r>
                      <a:endParaRPr sz="1400" b="1">
                        <a:solidFill>
                          <a:srgbClr val="023F61"/>
                        </a:solidFill>
                      </a:endParaRPr>
                    </a:p>
                  </a:txBody>
                  <a:tcPr marL="121925" marR="121925" marT="45725" marB="45725">
                    <a:solidFill>
                      <a:schemeClr val="lt2"/>
                    </a:solidFill>
                  </a:tcPr>
                </a:tc>
                <a:tc>
                  <a:txBody>
                    <a:bodyPr/>
                    <a:lstStyle/>
                    <a:p>
                      <a:pPr marL="0" marR="0" lvl="0" indent="0" algn="l" rtl="0">
                        <a:spcBef>
                          <a:spcPts val="0"/>
                        </a:spcBef>
                        <a:spcAft>
                          <a:spcPts val="0"/>
                        </a:spcAft>
                        <a:buNone/>
                      </a:pPr>
                      <a:r>
                        <a:rPr lang="fr-FR" sz="1400" b="1">
                          <a:solidFill>
                            <a:srgbClr val="FF0000"/>
                          </a:solidFill>
                        </a:rPr>
                        <a:t>21 April</a:t>
                      </a:r>
                      <a:endParaRPr sz="1400" b="1">
                        <a:solidFill>
                          <a:srgbClr val="FF0000"/>
                        </a:solidFill>
                      </a:endParaRPr>
                    </a:p>
                  </a:txBody>
                  <a:tcPr marL="121925" marR="121925" marT="45725" marB="45725">
                    <a:solidFill>
                      <a:schemeClr val="lt2"/>
                    </a:solidFill>
                  </a:tcPr>
                </a:tc>
                <a:extLst>
                  <a:ext uri="{0D108BD9-81ED-4DB2-BD59-A6C34878D82A}">
                    <a16:rowId xmlns:a16="http://schemas.microsoft.com/office/drawing/2014/main" val="10004"/>
                  </a:ext>
                </a:extLst>
              </a:tr>
            </a:tbl>
          </a:graphicData>
        </a:graphic>
      </p:graphicFrame>
      <p:sp>
        <p:nvSpPr>
          <p:cNvPr id="504" name="Google Shape;504;p35"/>
          <p:cNvSpPr txBox="1">
            <a:spLocks noGrp="1"/>
          </p:cNvSpPr>
          <p:nvPr>
            <p:ph type="sldNum" idx="12"/>
          </p:nvPr>
        </p:nvSpPr>
        <p:spPr>
          <a:xfrm>
            <a:off x="8751248" y="6492875"/>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34</a:t>
            </a:fld>
            <a:endParaRPr/>
          </a:p>
        </p:txBody>
      </p:sp>
      <p:graphicFrame>
        <p:nvGraphicFramePr>
          <p:cNvPr id="505" name="Google Shape;505;p35"/>
          <p:cNvGraphicFramePr/>
          <p:nvPr/>
        </p:nvGraphicFramePr>
        <p:xfrm>
          <a:off x="3912359" y="4260520"/>
          <a:ext cx="8043100" cy="2224805"/>
        </p:xfrm>
        <a:graphic>
          <a:graphicData uri="http://schemas.openxmlformats.org/drawingml/2006/table">
            <a:tbl>
              <a:tblPr firstRow="1" bandRow="1">
                <a:noFill/>
                <a:tableStyleId>{03426A26-8F90-4C6C-B7EB-E4A06F5E3BE2}</a:tableStyleId>
              </a:tblPr>
              <a:tblGrid>
                <a:gridCol w="4021550">
                  <a:extLst>
                    <a:ext uri="{9D8B030D-6E8A-4147-A177-3AD203B41FA5}">
                      <a16:colId xmlns:a16="http://schemas.microsoft.com/office/drawing/2014/main" val="20000"/>
                    </a:ext>
                  </a:extLst>
                </a:gridCol>
                <a:gridCol w="4021550">
                  <a:extLst>
                    <a:ext uri="{9D8B030D-6E8A-4147-A177-3AD203B41FA5}">
                      <a16:colId xmlns:a16="http://schemas.microsoft.com/office/drawing/2014/main" val="20001"/>
                    </a:ext>
                  </a:extLst>
                </a:gridCol>
              </a:tblGrid>
              <a:tr h="479625">
                <a:tc>
                  <a:txBody>
                    <a:bodyPr/>
                    <a:lstStyle/>
                    <a:p>
                      <a:pPr marL="0" marR="0" lvl="0" indent="0" algn="ctr" rtl="0">
                        <a:lnSpc>
                          <a:spcPct val="100000"/>
                        </a:lnSpc>
                        <a:spcBef>
                          <a:spcPts val="0"/>
                        </a:spcBef>
                        <a:spcAft>
                          <a:spcPts val="0"/>
                        </a:spcAft>
                        <a:buClr>
                          <a:srgbClr val="023F61"/>
                        </a:buClr>
                        <a:buSzPts val="1600"/>
                        <a:buFont typeface="Arial"/>
                        <a:buNone/>
                      </a:pPr>
                      <a:r>
                        <a:rPr lang="fr-FR" sz="1600" b="1">
                          <a:solidFill>
                            <a:srgbClr val="023F61"/>
                          </a:solidFill>
                        </a:rPr>
                        <a:t>American English</a:t>
                      </a:r>
                      <a:endParaRPr sz="1600" b="1">
                        <a:solidFill>
                          <a:srgbClr val="023F61"/>
                        </a:solidFill>
                      </a:endParaRPr>
                    </a:p>
                    <a:p>
                      <a:pPr marL="0" marR="0" lvl="0" indent="0" algn="ctr" rtl="0">
                        <a:spcBef>
                          <a:spcPts val="0"/>
                        </a:spcBef>
                        <a:spcAft>
                          <a:spcPts val="0"/>
                        </a:spcAft>
                        <a:buNone/>
                      </a:pPr>
                      <a:endParaRPr sz="1600" b="1">
                        <a:solidFill>
                          <a:srgbClr val="FF0000"/>
                        </a:solidFill>
                      </a:endParaRPr>
                    </a:p>
                  </a:txBody>
                  <a:tcPr marL="121925" marR="121925" marT="45725" marB="45725">
                    <a:solidFill>
                      <a:schemeClr val="lt2"/>
                    </a:solidFill>
                  </a:tcPr>
                </a:tc>
                <a:tc>
                  <a:txBody>
                    <a:bodyPr/>
                    <a:lstStyle/>
                    <a:p>
                      <a:pPr marL="0" marR="0" lvl="0" indent="0" algn="ctr" rtl="0">
                        <a:lnSpc>
                          <a:spcPct val="100000"/>
                        </a:lnSpc>
                        <a:spcBef>
                          <a:spcPts val="0"/>
                        </a:spcBef>
                        <a:spcAft>
                          <a:spcPts val="0"/>
                        </a:spcAft>
                        <a:buClr>
                          <a:srgbClr val="FF0000"/>
                        </a:buClr>
                        <a:buSzPts val="1600"/>
                        <a:buFont typeface="Arial"/>
                        <a:buNone/>
                      </a:pPr>
                      <a:r>
                        <a:rPr lang="fr-FR" sz="1600" b="1">
                          <a:solidFill>
                            <a:srgbClr val="FF0000"/>
                          </a:solidFill>
                        </a:rPr>
                        <a:t>British English</a:t>
                      </a:r>
                      <a:endParaRPr sz="1600" b="1">
                        <a:solidFill>
                          <a:srgbClr val="FF0000"/>
                        </a:solidFill>
                      </a:endParaRPr>
                    </a:p>
                    <a:p>
                      <a:pPr marL="0" marR="0" lvl="0" indent="0" algn="ctr" rtl="0">
                        <a:spcBef>
                          <a:spcPts val="0"/>
                        </a:spcBef>
                        <a:spcAft>
                          <a:spcPts val="0"/>
                        </a:spcAft>
                        <a:buNone/>
                      </a:pPr>
                      <a:endParaRPr sz="1600" b="1">
                        <a:solidFill>
                          <a:srgbClr val="FF0000"/>
                        </a:solidFill>
                      </a:endParaRPr>
                    </a:p>
                  </a:txBody>
                  <a:tcPr marL="121925" marR="121925" marT="45725" marB="45725">
                    <a:solidFill>
                      <a:schemeClr val="lt2"/>
                    </a:solidFill>
                  </a:tcPr>
                </a:tc>
                <a:extLst>
                  <a:ext uri="{0D108BD9-81ED-4DB2-BD59-A6C34878D82A}">
                    <a16:rowId xmlns:a16="http://schemas.microsoft.com/office/drawing/2014/main" val="10000"/>
                  </a:ext>
                </a:extLst>
              </a:tr>
              <a:tr h="450475">
                <a:tc>
                  <a:txBody>
                    <a:bodyPr/>
                    <a:lstStyle/>
                    <a:p>
                      <a:pPr marL="0" marR="0" lvl="0" indent="0" algn="l" rtl="0">
                        <a:spcBef>
                          <a:spcPts val="0"/>
                        </a:spcBef>
                        <a:spcAft>
                          <a:spcPts val="0"/>
                        </a:spcAft>
                        <a:buNone/>
                      </a:pPr>
                      <a:r>
                        <a:rPr lang="fr-FR" sz="1600" b="1" i="0">
                          <a:solidFill>
                            <a:srgbClr val="023F61"/>
                          </a:solidFill>
                          <a:latin typeface="Arial"/>
                          <a:ea typeface="Arial"/>
                          <a:cs typeface="Arial"/>
                          <a:sym typeface="Arial"/>
                        </a:rPr>
                        <a:t>Can I get a… </a:t>
                      </a:r>
                      <a:endParaRPr sz="1600" b="1">
                        <a:solidFill>
                          <a:srgbClr val="023F61"/>
                        </a:solidFill>
                      </a:endParaRPr>
                    </a:p>
                  </a:txBody>
                  <a:tcPr marL="121925" marR="121925" marT="45725" marB="45725">
                    <a:solidFill>
                      <a:schemeClr val="lt2"/>
                    </a:solidFill>
                  </a:tcPr>
                </a:tc>
                <a:tc>
                  <a:txBody>
                    <a:bodyPr/>
                    <a:lstStyle/>
                    <a:p>
                      <a:pPr marL="0" marR="0" lvl="0" indent="0" algn="l" rtl="0">
                        <a:spcBef>
                          <a:spcPts val="0"/>
                        </a:spcBef>
                        <a:spcAft>
                          <a:spcPts val="0"/>
                        </a:spcAft>
                        <a:buNone/>
                      </a:pPr>
                      <a:r>
                        <a:rPr lang="fr-FR" sz="1600" b="1" i="0">
                          <a:solidFill>
                            <a:schemeClr val="dk1"/>
                          </a:solidFill>
                          <a:latin typeface="Arial"/>
                          <a:ea typeface="Arial"/>
                          <a:cs typeface="Arial"/>
                          <a:sym typeface="Arial"/>
                        </a:rPr>
                        <a:t>Can I have a…</a:t>
                      </a:r>
                      <a:endParaRPr sz="1600" b="1"/>
                    </a:p>
                  </a:txBody>
                  <a:tcPr marL="121925" marR="121925" marT="45725" marB="45725">
                    <a:solidFill>
                      <a:schemeClr val="lt2"/>
                    </a:solidFill>
                  </a:tcPr>
                </a:tc>
                <a:extLst>
                  <a:ext uri="{0D108BD9-81ED-4DB2-BD59-A6C34878D82A}">
                    <a16:rowId xmlns:a16="http://schemas.microsoft.com/office/drawing/2014/main" val="10001"/>
                  </a:ext>
                </a:extLst>
              </a:tr>
              <a:tr h="398400">
                <a:tc>
                  <a:txBody>
                    <a:bodyPr/>
                    <a:lstStyle/>
                    <a:p>
                      <a:pPr marL="0" marR="0" lvl="0" indent="0" algn="l" rtl="0">
                        <a:spcBef>
                          <a:spcPts val="0"/>
                        </a:spcBef>
                        <a:spcAft>
                          <a:spcPts val="0"/>
                        </a:spcAft>
                        <a:buNone/>
                      </a:pPr>
                      <a:r>
                        <a:rPr lang="fr-FR" sz="1600" b="1" i="0">
                          <a:solidFill>
                            <a:srgbClr val="023F61"/>
                          </a:solidFill>
                          <a:latin typeface="Arial"/>
                          <a:ea typeface="Arial"/>
                          <a:cs typeface="Arial"/>
                          <a:sym typeface="Arial"/>
                        </a:rPr>
                        <a:t>Two times </a:t>
                      </a:r>
                      <a:endParaRPr sz="1600" b="1">
                        <a:solidFill>
                          <a:srgbClr val="023F61"/>
                        </a:solidFill>
                      </a:endParaRPr>
                    </a:p>
                  </a:txBody>
                  <a:tcPr marL="121925" marR="121925" marT="45725" marB="45725">
                    <a:solidFill>
                      <a:schemeClr val="lt2"/>
                    </a:solidFill>
                  </a:tcPr>
                </a:tc>
                <a:tc>
                  <a:txBody>
                    <a:bodyPr/>
                    <a:lstStyle/>
                    <a:p>
                      <a:pPr marL="0" marR="0" lvl="0" indent="0" algn="l" rtl="0">
                        <a:spcBef>
                          <a:spcPts val="0"/>
                        </a:spcBef>
                        <a:spcAft>
                          <a:spcPts val="0"/>
                        </a:spcAft>
                        <a:buNone/>
                      </a:pPr>
                      <a:r>
                        <a:rPr lang="fr-FR" sz="1600" b="1" i="0">
                          <a:solidFill>
                            <a:schemeClr val="dk1"/>
                          </a:solidFill>
                          <a:latin typeface="Arial"/>
                          <a:ea typeface="Arial"/>
                          <a:cs typeface="Arial"/>
                          <a:sym typeface="Arial"/>
                        </a:rPr>
                        <a:t>Twice</a:t>
                      </a:r>
                      <a:endParaRPr sz="1600" b="1"/>
                    </a:p>
                  </a:txBody>
                  <a:tcPr marL="121925" marR="121925" marT="45725" marB="45725">
                    <a:solidFill>
                      <a:schemeClr val="lt2"/>
                    </a:solidFill>
                  </a:tcPr>
                </a:tc>
                <a:extLst>
                  <a:ext uri="{0D108BD9-81ED-4DB2-BD59-A6C34878D82A}">
                    <a16:rowId xmlns:a16="http://schemas.microsoft.com/office/drawing/2014/main" val="10002"/>
                  </a:ext>
                </a:extLst>
              </a:tr>
              <a:tr h="398400">
                <a:tc>
                  <a:txBody>
                    <a:bodyPr/>
                    <a:lstStyle/>
                    <a:p>
                      <a:pPr marL="0" marR="0" lvl="0" indent="0" algn="l" rtl="0">
                        <a:spcBef>
                          <a:spcPts val="0"/>
                        </a:spcBef>
                        <a:spcAft>
                          <a:spcPts val="0"/>
                        </a:spcAft>
                        <a:buNone/>
                      </a:pPr>
                      <a:r>
                        <a:rPr lang="fr-FR" sz="1600" b="1" i="0">
                          <a:solidFill>
                            <a:srgbClr val="023F61"/>
                          </a:solidFill>
                          <a:latin typeface="Arial"/>
                          <a:ea typeface="Arial"/>
                          <a:cs typeface="Arial"/>
                          <a:sym typeface="Arial"/>
                        </a:rPr>
                        <a:t>Write me </a:t>
                      </a:r>
                      <a:endParaRPr sz="1600" b="1">
                        <a:solidFill>
                          <a:srgbClr val="023F61"/>
                        </a:solidFill>
                      </a:endParaRPr>
                    </a:p>
                  </a:txBody>
                  <a:tcPr marL="121925" marR="121925" marT="45725" marB="45725">
                    <a:solidFill>
                      <a:schemeClr val="lt2"/>
                    </a:solidFill>
                  </a:tcPr>
                </a:tc>
                <a:tc>
                  <a:txBody>
                    <a:bodyPr/>
                    <a:lstStyle/>
                    <a:p>
                      <a:pPr marL="0" marR="0" lvl="0" indent="0" algn="l" rtl="0">
                        <a:spcBef>
                          <a:spcPts val="0"/>
                        </a:spcBef>
                        <a:spcAft>
                          <a:spcPts val="0"/>
                        </a:spcAft>
                        <a:buNone/>
                      </a:pPr>
                      <a:r>
                        <a:rPr lang="fr-FR" sz="1600" b="1" i="0">
                          <a:solidFill>
                            <a:schemeClr val="dk1"/>
                          </a:solidFill>
                          <a:latin typeface="Arial"/>
                          <a:ea typeface="Arial"/>
                          <a:cs typeface="Arial"/>
                          <a:sym typeface="Arial"/>
                        </a:rPr>
                        <a:t>Write to me</a:t>
                      </a:r>
                      <a:endParaRPr sz="1600" b="1"/>
                    </a:p>
                  </a:txBody>
                  <a:tcPr marL="121925" marR="121925" marT="45725" marB="45725">
                    <a:solidFill>
                      <a:schemeClr val="lt2"/>
                    </a:solidFill>
                  </a:tcPr>
                </a:tc>
                <a:extLst>
                  <a:ext uri="{0D108BD9-81ED-4DB2-BD59-A6C34878D82A}">
                    <a16:rowId xmlns:a16="http://schemas.microsoft.com/office/drawing/2014/main" val="10003"/>
                  </a:ext>
                </a:extLst>
              </a:tr>
              <a:tr h="398400">
                <a:tc>
                  <a:txBody>
                    <a:bodyPr/>
                    <a:lstStyle/>
                    <a:p>
                      <a:pPr marL="0" marR="0" lvl="0" indent="0" algn="l" rtl="0">
                        <a:spcBef>
                          <a:spcPts val="0"/>
                        </a:spcBef>
                        <a:spcAft>
                          <a:spcPts val="0"/>
                        </a:spcAft>
                        <a:buNone/>
                      </a:pPr>
                      <a:r>
                        <a:rPr lang="fr-FR" sz="1600" b="1" i="0">
                          <a:solidFill>
                            <a:srgbClr val="023F61"/>
                          </a:solidFill>
                          <a:latin typeface="Arial"/>
                          <a:ea typeface="Arial"/>
                          <a:cs typeface="Arial"/>
                          <a:sym typeface="Arial"/>
                        </a:rPr>
                        <a:t>Take a shower </a:t>
                      </a:r>
                      <a:endParaRPr sz="1600" b="1">
                        <a:solidFill>
                          <a:srgbClr val="023F61"/>
                        </a:solidFill>
                      </a:endParaRPr>
                    </a:p>
                  </a:txBody>
                  <a:tcPr marL="121925" marR="121925" marT="45725" marB="45725">
                    <a:solidFill>
                      <a:schemeClr val="lt2"/>
                    </a:solidFill>
                  </a:tcPr>
                </a:tc>
                <a:tc>
                  <a:txBody>
                    <a:bodyPr/>
                    <a:lstStyle/>
                    <a:p>
                      <a:pPr marL="0" marR="0" lvl="0" indent="0" algn="l" rtl="0">
                        <a:spcBef>
                          <a:spcPts val="0"/>
                        </a:spcBef>
                        <a:spcAft>
                          <a:spcPts val="0"/>
                        </a:spcAft>
                        <a:buNone/>
                      </a:pPr>
                      <a:r>
                        <a:rPr lang="fr-FR" sz="1600" b="1" i="0">
                          <a:solidFill>
                            <a:schemeClr val="dk1"/>
                          </a:solidFill>
                          <a:latin typeface="Arial"/>
                          <a:ea typeface="Arial"/>
                          <a:cs typeface="Arial"/>
                          <a:sym typeface="Arial"/>
                        </a:rPr>
                        <a:t>Have a shower</a:t>
                      </a:r>
                      <a:endParaRPr sz="1600" b="1"/>
                    </a:p>
                  </a:txBody>
                  <a:tcPr marL="121925" marR="121925" marT="45725" marB="45725">
                    <a:solidFill>
                      <a:schemeClr val="lt2"/>
                    </a:solidFill>
                  </a:tcPr>
                </a:tc>
                <a:extLst>
                  <a:ext uri="{0D108BD9-81ED-4DB2-BD59-A6C34878D82A}">
                    <a16:rowId xmlns:a16="http://schemas.microsoft.com/office/drawing/2014/main" val="10004"/>
                  </a:ext>
                </a:extLst>
              </a:tr>
            </a:tbl>
          </a:graphicData>
        </a:graphic>
      </p:graphicFrame>
      <p:sp>
        <p:nvSpPr>
          <p:cNvPr id="506" name="Google Shape;506;p35"/>
          <p:cNvSpPr txBox="1"/>
          <p:nvPr/>
        </p:nvSpPr>
        <p:spPr>
          <a:xfrm>
            <a:off x="163773" y="4734637"/>
            <a:ext cx="3589361" cy="999698"/>
          </a:xfrm>
          <a:prstGeom prst="rect">
            <a:avLst/>
          </a:prstGeom>
          <a:noFill/>
          <a:ln>
            <a:noFill/>
          </a:ln>
        </p:spPr>
        <p:txBody>
          <a:bodyPr spcFirstLastPara="1" wrap="square" lIns="91425" tIns="45700" rIns="91425" bIns="45700" anchor="t" anchorCtr="0">
            <a:noAutofit/>
          </a:bodyPr>
          <a:lstStyle/>
          <a:p>
            <a:pPr marL="228600" marR="0" lvl="0" indent="-228600" algn="ctr" rtl="0">
              <a:lnSpc>
                <a:spcPct val="90000"/>
              </a:lnSpc>
              <a:spcBef>
                <a:spcPts val="0"/>
              </a:spcBef>
              <a:spcAft>
                <a:spcPts val="0"/>
              </a:spcAft>
              <a:buNone/>
            </a:pPr>
            <a:r>
              <a:rPr lang="fr-FR" sz="3200" b="1" i="0" u="none" strike="noStrike" cap="none">
                <a:solidFill>
                  <a:srgbClr val="023F61"/>
                </a:solidFill>
                <a:latin typeface="Arial"/>
                <a:ea typeface="Arial"/>
                <a:cs typeface="Arial"/>
                <a:sym typeface="Arial"/>
              </a:rPr>
              <a:t>Other Language Divergences</a:t>
            </a:r>
            <a:endParaRPr sz="2800" b="0" i="0" u="none" strike="noStrike" cap="none">
              <a:solidFill>
                <a:schemeClr val="dk1"/>
              </a:solidFill>
              <a:latin typeface="Arial"/>
              <a:ea typeface="Arial"/>
              <a:cs typeface="Arial"/>
              <a:sym typeface="Arial"/>
            </a:endParaRPr>
          </a:p>
        </p:txBody>
      </p:sp>
      <p:pic>
        <p:nvPicPr>
          <p:cNvPr id="507" name="Google Shape;507;p35" descr="C:\Users\Lenovo\OneDrive\Desktop\Wikipedia20_animated_Clock.gif"/>
          <p:cNvPicPr preferRelativeResize="0"/>
          <p:nvPr/>
        </p:nvPicPr>
        <p:blipFill rotWithShape="1">
          <a:blip r:embed="rId3">
            <a:alphaModFix/>
          </a:blip>
          <a:srcRect/>
          <a:stretch/>
        </p:blipFill>
        <p:spPr>
          <a:xfrm>
            <a:off x="9307773" y="1591079"/>
            <a:ext cx="2528683" cy="198463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2">
                                            <p:txEl>
                                              <p:pRg st="0" end="0"/>
                                            </p:txEl>
                                          </p:spTgt>
                                        </p:tgtEl>
                                        <p:attrNameLst>
                                          <p:attrName>style.visibility</p:attrName>
                                        </p:attrNameLst>
                                      </p:cBhvr>
                                      <p:to>
                                        <p:strVal val="visible"/>
                                      </p:to>
                                    </p:set>
                                    <p:animEffect transition="in" filter="fade">
                                      <p:cBhvr>
                                        <p:cTn id="7" dur="2000"/>
                                        <p:tgtEl>
                                          <p:spTgt spid="5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2">
                                            <p:txEl>
                                              <p:pRg st="1" end="1"/>
                                            </p:txEl>
                                          </p:spTgt>
                                        </p:tgtEl>
                                        <p:attrNameLst>
                                          <p:attrName>style.visibility</p:attrName>
                                        </p:attrNameLst>
                                      </p:cBhvr>
                                      <p:to>
                                        <p:strVal val="visible"/>
                                      </p:to>
                                    </p:set>
                                    <p:animEffect transition="in" filter="fade">
                                      <p:cBhvr>
                                        <p:cTn id="12" dur="2000"/>
                                        <p:tgtEl>
                                          <p:spTgt spid="50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02">
                                            <p:txEl>
                                              <p:pRg st="2" end="2"/>
                                            </p:txEl>
                                          </p:spTgt>
                                        </p:tgtEl>
                                        <p:attrNameLst>
                                          <p:attrName>style.visibility</p:attrName>
                                        </p:attrNameLst>
                                      </p:cBhvr>
                                      <p:to>
                                        <p:strVal val="visible"/>
                                      </p:to>
                                    </p:set>
                                    <p:animEffect transition="in" filter="fade">
                                      <p:cBhvr>
                                        <p:cTn id="17" dur="2000"/>
                                        <p:tgtEl>
                                          <p:spTgt spid="50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2">
                                            <p:txEl>
                                              <p:pRg st="3" end="3"/>
                                            </p:txEl>
                                          </p:spTgt>
                                        </p:tgtEl>
                                        <p:attrNameLst>
                                          <p:attrName>style.visibility</p:attrName>
                                        </p:attrNameLst>
                                      </p:cBhvr>
                                      <p:to>
                                        <p:strVal val="visible"/>
                                      </p:to>
                                    </p:set>
                                    <p:animEffect transition="in" filter="fade">
                                      <p:cBhvr>
                                        <p:cTn id="22" dur="2000"/>
                                        <p:tgtEl>
                                          <p:spTgt spid="50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02">
                                            <p:txEl>
                                              <p:pRg st="4" end="4"/>
                                            </p:txEl>
                                          </p:spTgt>
                                        </p:tgtEl>
                                        <p:attrNameLst>
                                          <p:attrName>style.visibility</p:attrName>
                                        </p:attrNameLst>
                                      </p:cBhvr>
                                      <p:to>
                                        <p:strVal val="visible"/>
                                      </p:to>
                                    </p:set>
                                    <p:animEffect transition="in" filter="fade">
                                      <p:cBhvr>
                                        <p:cTn id="27" dur="2000"/>
                                        <p:tgtEl>
                                          <p:spTgt spid="50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02">
                                            <p:txEl>
                                              <p:pRg st="5" end="5"/>
                                            </p:txEl>
                                          </p:spTgt>
                                        </p:tgtEl>
                                        <p:attrNameLst>
                                          <p:attrName>style.visibility</p:attrName>
                                        </p:attrNameLst>
                                      </p:cBhvr>
                                      <p:to>
                                        <p:strVal val="visible"/>
                                      </p:to>
                                    </p:set>
                                    <p:animEffect transition="in" filter="fade">
                                      <p:cBhvr>
                                        <p:cTn id="32" dur="2000"/>
                                        <p:tgtEl>
                                          <p:spTgt spid="50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02">
                                            <p:txEl>
                                              <p:pRg st="6" end="6"/>
                                            </p:txEl>
                                          </p:spTgt>
                                        </p:tgtEl>
                                        <p:attrNameLst>
                                          <p:attrName>style.visibility</p:attrName>
                                        </p:attrNameLst>
                                      </p:cBhvr>
                                      <p:to>
                                        <p:strVal val="visible"/>
                                      </p:to>
                                    </p:set>
                                    <p:animEffect transition="in" filter="fade">
                                      <p:cBhvr>
                                        <p:cTn id="37" dur="2000"/>
                                        <p:tgtEl>
                                          <p:spTgt spid="50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03"/>
                                        </p:tgtEl>
                                        <p:attrNameLst>
                                          <p:attrName>style.visibility</p:attrName>
                                        </p:attrNameLst>
                                      </p:cBhvr>
                                      <p:to>
                                        <p:strVal val="visible"/>
                                      </p:to>
                                    </p:set>
                                    <p:animEffect transition="in" filter="fade">
                                      <p:cBhvr>
                                        <p:cTn id="42" dur="2000"/>
                                        <p:tgtEl>
                                          <p:spTgt spid="50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06">
                                            <p:txEl>
                                              <p:pRg st="0" end="0"/>
                                            </p:txEl>
                                          </p:spTgt>
                                        </p:tgtEl>
                                        <p:attrNameLst>
                                          <p:attrName>style.visibility</p:attrName>
                                        </p:attrNameLst>
                                      </p:cBhvr>
                                      <p:to>
                                        <p:strVal val="visible"/>
                                      </p:to>
                                    </p:set>
                                    <p:animEffect transition="in" filter="fade">
                                      <p:cBhvr>
                                        <p:cTn id="47" dur="2000"/>
                                        <p:tgtEl>
                                          <p:spTgt spid="506">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05"/>
                                        </p:tgtEl>
                                        <p:attrNameLst>
                                          <p:attrName>style.visibility</p:attrName>
                                        </p:attrNameLst>
                                      </p:cBhvr>
                                      <p:to>
                                        <p:strVal val="visible"/>
                                      </p:to>
                                    </p:set>
                                    <p:animEffect transition="in" filter="fade">
                                      <p:cBhvr>
                                        <p:cTn id="52" dur="2000"/>
                                        <p:tgtEl>
                                          <p:spTgt spid="5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511"/>
        <p:cNvGrpSpPr/>
        <p:nvPr/>
      </p:nvGrpSpPr>
      <p:grpSpPr>
        <a:xfrm>
          <a:off x="0" y="0"/>
          <a:ext cx="0" cy="0"/>
          <a:chOff x="0" y="0"/>
          <a:chExt cx="0" cy="0"/>
        </a:xfrm>
      </p:grpSpPr>
      <p:sp>
        <p:nvSpPr>
          <p:cNvPr id="512" name="Google Shape;512;p36"/>
          <p:cNvSpPr txBox="1">
            <a:spLocks noGrp="1"/>
          </p:cNvSpPr>
          <p:nvPr>
            <p:ph type="title"/>
          </p:nvPr>
        </p:nvSpPr>
        <p:spPr>
          <a:xfrm>
            <a:off x="838200" y="0"/>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23F61"/>
              </a:buClr>
              <a:buSzPts val="4400"/>
              <a:buFont typeface="Arial"/>
              <a:buNone/>
            </a:pPr>
            <a:r>
              <a:rPr lang="fr-FR" b="1" dirty="0" err="1">
                <a:solidFill>
                  <a:srgbClr val="023F61"/>
                </a:solidFill>
              </a:rPr>
              <a:t>Colloquialism</a:t>
            </a:r>
            <a:endParaRPr b="1" dirty="0">
              <a:solidFill>
                <a:srgbClr val="023F61"/>
              </a:solidFill>
            </a:endParaRPr>
          </a:p>
        </p:txBody>
      </p:sp>
      <p:sp>
        <p:nvSpPr>
          <p:cNvPr id="513" name="Google Shape;513;p3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35</a:t>
            </a:fld>
            <a:endParaRPr/>
          </a:p>
        </p:txBody>
      </p:sp>
      <p:sp>
        <p:nvSpPr>
          <p:cNvPr id="514" name="Google Shape;514;p36"/>
          <p:cNvSpPr txBox="1">
            <a:spLocks noGrp="1"/>
          </p:cNvSpPr>
          <p:nvPr>
            <p:ph type="body" idx="1"/>
          </p:nvPr>
        </p:nvSpPr>
        <p:spPr>
          <a:xfrm>
            <a:off x="500418" y="2077872"/>
            <a:ext cx="10972800" cy="4525963"/>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23F61"/>
              </a:buClr>
              <a:buSzPts val="2800"/>
              <a:buNone/>
            </a:pPr>
            <a:r>
              <a:rPr lang="fr-FR" b="1">
                <a:solidFill>
                  <a:srgbClr val="023F61"/>
                </a:solidFill>
              </a:rPr>
              <a:t>Colloquialism or colloquial language </a:t>
            </a:r>
            <a:r>
              <a:rPr lang="fr-FR">
                <a:solidFill>
                  <a:srgbClr val="023F61"/>
                </a:solidFill>
              </a:rPr>
              <a:t>is the linguistic style used for casual communication. It is the most common functional style of speech, normally employed in conversation and other informal contexts.</a:t>
            </a:r>
            <a:endParaRPr>
              <a:solidFill>
                <a:srgbClr val="023F61"/>
              </a:solidFill>
            </a:endParaRPr>
          </a:p>
        </p:txBody>
      </p:sp>
      <p:pic>
        <p:nvPicPr>
          <p:cNvPr id="515" name="Google Shape;515;p36" descr="C:\Users\Lenovo\OneDrive\Desktop\téléchargement (4).jpg"/>
          <p:cNvPicPr preferRelativeResize="0"/>
          <p:nvPr/>
        </p:nvPicPr>
        <p:blipFill rotWithShape="1">
          <a:blip r:embed="rId3">
            <a:alphaModFix/>
          </a:blip>
          <a:srcRect/>
          <a:stretch/>
        </p:blipFill>
        <p:spPr>
          <a:xfrm>
            <a:off x="9839325" y="0"/>
            <a:ext cx="2352675" cy="1943100"/>
          </a:xfrm>
          <a:prstGeom prst="rect">
            <a:avLst/>
          </a:prstGeom>
          <a:noFill/>
          <a:ln>
            <a:noFill/>
          </a:ln>
        </p:spPr>
      </p:pic>
      <p:pic>
        <p:nvPicPr>
          <p:cNvPr id="516" name="Google Shape;516;p36" descr="C:\Users\Lenovo\OneDrive\Desktop\colloquialisms.png"/>
          <p:cNvPicPr preferRelativeResize="0"/>
          <p:nvPr/>
        </p:nvPicPr>
        <p:blipFill rotWithShape="1">
          <a:blip r:embed="rId4">
            <a:alphaModFix/>
          </a:blip>
          <a:srcRect/>
          <a:stretch/>
        </p:blipFill>
        <p:spPr>
          <a:xfrm>
            <a:off x="2376677" y="4098760"/>
            <a:ext cx="7220281" cy="2505075"/>
          </a:xfrm>
          <a:prstGeom prst="rect">
            <a:avLst/>
          </a:prstGeom>
          <a:noFill/>
          <a:ln>
            <a:noFill/>
          </a:ln>
        </p:spPr>
      </p:pic>
      <p:sp>
        <p:nvSpPr>
          <p:cNvPr id="517" name="Google Shape;517;p36"/>
          <p:cNvSpPr txBox="1"/>
          <p:nvPr/>
        </p:nvSpPr>
        <p:spPr>
          <a:xfrm>
            <a:off x="286603" y="992922"/>
            <a:ext cx="7069540" cy="794935"/>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800"/>
              <a:buFont typeface="Arial"/>
              <a:buNone/>
            </a:pPr>
            <a:r>
              <a:rPr lang="fr-FR" sz="2800" b="1" i="0" u="none" strike="noStrike" cap="none">
                <a:solidFill>
                  <a:schemeClr val="dk1"/>
                </a:solidFill>
                <a:latin typeface="Arial"/>
                <a:ea typeface="Arial"/>
                <a:cs typeface="Arial"/>
                <a:sym typeface="Arial"/>
              </a:rPr>
              <a:t>What is Colloquialism?  </a:t>
            </a:r>
            <a:endParaRPr sz="2800" b="1"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6"/>
                                        </p:tgtEl>
                                        <p:attrNameLst>
                                          <p:attrName>style.visibility</p:attrName>
                                        </p:attrNameLst>
                                      </p:cBhvr>
                                      <p:to>
                                        <p:strVal val="visible"/>
                                      </p:to>
                                    </p:set>
                                    <p:animEffect transition="in" filter="fade">
                                      <p:cBhvr>
                                        <p:cTn id="7" dur="500"/>
                                        <p:tgtEl>
                                          <p:spTgt spid="5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5"/>
                                        </p:tgtEl>
                                        <p:attrNameLst>
                                          <p:attrName>style.visibility</p:attrName>
                                        </p:attrNameLst>
                                      </p:cBhvr>
                                      <p:to>
                                        <p:strVal val="visible"/>
                                      </p:to>
                                    </p:set>
                                    <p:animEffect transition="in" filter="fade">
                                      <p:cBhvr>
                                        <p:cTn id="12" dur="2000"/>
                                        <p:tgtEl>
                                          <p:spTgt spid="5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7"/>
                                        </p:tgtEl>
                                        <p:attrNameLst>
                                          <p:attrName>style.visibility</p:attrName>
                                        </p:attrNameLst>
                                      </p:cBhvr>
                                      <p:to>
                                        <p:strVal val="visible"/>
                                      </p:to>
                                    </p:set>
                                    <p:animEffect transition="in" filter="fade">
                                      <p:cBhvr>
                                        <p:cTn id="17" dur="500"/>
                                        <p:tgtEl>
                                          <p:spTgt spid="5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14">
                                            <p:txEl>
                                              <p:pRg st="0" end="0"/>
                                            </p:txEl>
                                          </p:spTgt>
                                        </p:tgtEl>
                                        <p:attrNameLst>
                                          <p:attrName>style.visibility</p:attrName>
                                        </p:attrNameLst>
                                      </p:cBhvr>
                                      <p:to>
                                        <p:strVal val="visible"/>
                                      </p:to>
                                    </p:set>
                                    <p:animEffect transition="in" filter="fade">
                                      <p:cBhvr>
                                        <p:cTn id="22" dur="500"/>
                                        <p:tgtEl>
                                          <p:spTgt spid="5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521"/>
        <p:cNvGrpSpPr/>
        <p:nvPr/>
      </p:nvGrpSpPr>
      <p:grpSpPr>
        <a:xfrm>
          <a:off x="0" y="0"/>
          <a:ext cx="0" cy="0"/>
          <a:chOff x="0" y="0"/>
          <a:chExt cx="0" cy="0"/>
        </a:xfrm>
      </p:grpSpPr>
      <p:sp>
        <p:nvSpPr>
          <p:cNvPr id="522" name="Google Shape;522;p37"/>
          <p:cNvSpPr txBox="1">
            <a:spLocks noGrp="1"/>
          </p:cNvSpPr>
          <p:nvPr>
            <p:ph type="body" idx="1"/>
          </p:nvPr>
        </p:nvSpPr>
        <p:spPr>
          <a:xfrm>
            <a:off x="282055" y="1654792"/>
            <a:ext cx="11582400" cy="4525963"/>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None/>
            </a:pPr>
            <a:r>
              <a:rPr lang="fr-FR" sz="2400" b="1" dirty="0">
                <a:solidFill>
                  <a:schemeClr val="dk1"/>
                </a:solidFill>
                <a:latin typeface="Arial"/>
                <a:ea typeface="Arial"/>
                <a:cs typeface="Arial"/>
                <a:sym typeface="Arial"/>
              </a:rPr>
              <a:t>Standard </a:t>
            </a:r>
            <a:r>
              <a:rPr lang="fr-FR" sz="2400" b="1" dirty="0" err="1">
                <a:solidFill>
                  <a:schemeClr val="dk1"/>
                </a:solidFill>
                <a:latin typeface="Arial"/>
                <a:ea typeface="Arial"/>
                <a:cs typeface="Arial"/>
                <a:sym typeface="Arial"/>
              </a:rPr>
              <a:t>word</a:t>
            </a:r>
            <a:r>
              <a:rPr lang="fr-FR" sz="2400" b="1" dirty="0">
                <a:solidFill>
                  <a:schemeClr val="dk1"/>
                </a:solidFill>
                <a:latin typeface="Arial"/>
                <a:ea typeface="Arial"/>
                <a:cs typeface="Arial"/>
                <a:sym typeface="Arial"/>
              </a:rPr>
              <a:t>		</a:t>
            </a:r>
            <a:r>
              <a:rPr lang="fr-FR" sz="2400" b="1" dirty="0">
                <a:solidFill>
                  <a:srgbClr val="023F61"/>
                </a:solidFill>
                <a:latin typeface="Arial"/>
                <a:ea typeface="Arial"/>
                <a:cs typeface="Arial"/>
                <a:sym typeface="Arial"/>
              </a:rPr>
              <a:t>Am </a:t>
            </a:r>
            <a:r>
              <a:rPr lang="fr-FR" sz="2400" b="1" dirty="0" err="1">
                <a:solidFill>
                  <a:srgbClr val="023F61"/>
                </a:solidFill>
                <a:latin typeface="Arial"/>
                <a:ea typeface="Arial"/>
                <a:cs typeface="Arial"/>
                <a:sym typeface="Arial"/>
              </a:rPr>
              <a:t>Colloquialism</a:t>
            </a:r>
            <a:r>
              <a:rPr lang="fr-FR" sz="2400" b="1" dirty="0">
                <a:solidFill>
                  <a:schemeClr val="dk1"/>
                </a:solidFill>
                <a:latin typeface="Arial"/>
                <a:ea typeface="Arial"/>
                <a:cs typeface="Arial"/>
                <a:sym typeface="Arial"/>
              </a:rPr>
              <a:t>		 	   </a:t>
            </a:r>
            <a:r>
              <a:rPr lang="fr-FR" sz="2400" b="1" dirty="0">
                <a:solidFill>
                  <a:srgbClr val="FF0000"/>
                </a:solidFill>
                <a:latin typeface="Arial"/>
                <a:ea typeface="Arial"/>
                <a:cs typeface="Arial"/>
                <a:sym typeface="Arial"/>
              </a:rPr>
              <a:t>Br </a:t>
            </a:r>
            <a:r>
              <a:rPr lang="fr-FR" sz="2400" b="1" dirty="0" err="1">
                <a:solidFill>
                  <a:srgbClr val="FF0000"/>
                </a:solidFill>
                <a:latin typeface="Arial"/>
                <a:ea typeface="Arial"/>
                <a:cs typeface="Arial"/>
                <a:sym typeface="Arial"/>
              </a:rPr>
              <a:t>Colloquialism</a:t>
            </a:r>
            <a:endParaRPr sz="2400" b="1" dirty="0">
              <a:solidFill>
                <a:srgbClr val="FF0000"/>
              </a:solidFill>
            </a:endParaRPr>
          </a:p>
          <a:p>
            <a:pPr marL="228600" lvl="0" indent="-228600" algn="l" rtl="0">
              <a:lnSpc>
                <a:spcPct val="90000"/>
              </a:lnSpc>
              <a:spcBef>
                <a:spcPts val="1000"/>
              </a:spcBef>
              <a:spcAft>
                <a:spcPts val="0"/>
              </a:spcAft>
              <a:buClr>
                <a:schemeClr val="dk1"/>
              </a:buClr>
              <a:buSzPts val="2400"/>
              <a:buNone/>
            </a:pPr>
            <a:r>
              <a:rPr lang="fr-FR" sz="2400" dirty="0">
                <a:solidFill>
                  <a:schemeClr val="dk1"/>
                </a:solidFill>
                <a:latin typeface="Arial"/>
                <a:ea typeface="Arial"/>
                <a:cs typeface="Arial"/>
                <a:sym typeface="Arial"/>
              </a:rPr>
              <a:t>										</a:t>
            </a:r>
            <a:endParaRPr sz="2400" dirty="0">
              <a:solidFill>
                <a:srgbClr val="FF0000"/>
              </a:solidFill>
            </a:endParaRPr>
          </a:p>
          <a:p>
            <a:pPr marL="228600" lvl="0" indent="-228600" algn="l" rtl="0">
              <a:lnSpc>
                <a:spcPct val="90000"/>
              </a:lnSpc>
              <a:spcBef>
                <a:spcPts val="1000"/>
              </a:spcBef>
              <a:spcAft>
                <a:spcPts val="0"/>
              </a:spcAft>
              <a:buClr>
                <a:schemeClr val="dk1"/>
              </a:buClr>
              <a:buSzPts val="2400"/>
              <a:buNone/>
            </a:pPr>
            <a:r>
              <a:rPr lang="fr-FR" sz="2400" dirty="0">
                <a:solidFill>
                  <a:schemeClr val="dk1"/>
                </a:solidFill>
                <a:latin typeface="Arial"/>
                <a:ea typeface="Arial"/>
                <a:cs typeface="Arial"/>
                <a:sym typeface="Arial"/>
              </a:rPr>
              <a:t>						</a:t>
            </a:r>
            <a:r>
              <a:rPr lang="fr-FR" sz="2400" dirty="0">
                <a:solidFill>
                  <a:srgbClr val="023F61"/>
                </a:solidFill>
                <a:latin typeface="Arial"/>
                <a:ea typeface="Arial"/>
                <a:cs typeface="Arial"/>
                <a:sym typeface="Arial"/>
              </a:rPr>
              <a:t>crib</a:t>
            </a:r>
            <a:r>
              <a:rPr lang="fr-FR" sz="2400" dirty="0">
                <a:solidFill>
                  <a:schemeClr val="dk1"/>
                </a:solidFill>
                <a:latin typeface="Arial"/>
                <a:ea typeface="Arial"/>
                <a:cs typeface="Arial"/>
                <a:sym typeface="Arial"/>
              </a:rPr>
              <a:t>					</a:t>
            </a:r>
            <a:r>
              <a:rPr lang="fr-FR" sz="2400" dirty="0" err="1">
                <a:solidFill>
                  <a:srgbClr val="FF0000"/>
                </a:solidFill>
                <a:latin typeface="Arial"/>
                <a:ea typeface="Arial"/>
                <a:cs typeface="Arial"/>
                <a:sym typeface="Arial"/>
              </a:rPr>
              <a:t>gaff</a:t>
            </a:r>
            <a:endParaRPr sz="2400" dirty="0">
              <a:solidFill>
                <a:srgbClr val="FF0000"/>
              </a:solidFill>
            </a:endParaRPr>
          </a:p>
          <a:p>
            <a:pPr marL="228600" lvl="0" indent="-228600" algn="l" rtl="0">
              <a:lnSpc>
                <a:spcPct val="90000"/>
              </a:lnSpc>
              <a:spcBef>
                <a:spcPts val="1000"/>
              </a:spcBef>
              <a:spcAft>
                <a:spcPts val="0"/>
              </a:spcAft>
              <a:buClr>
                <a:schemeClr val="dk1"/>
              </a:buClr>
              <a:buSzPts val="2400"/>
              <a:buNone/>
            </a:pPr>
            <a:r>
              <a:rPr lang="fr-FR" sz="2400" dirty="0">
                <a:solidFill>
                  <a:schemeClr val="dk1"/>
                </a:solidFill>
                <a:latin typeface="Arial"/>
                <a:ea typeface="Arial"/>
                <a:cs typeface="Arial"/>
                <a:sym typeface="Arial"/>
              </a:rPr>
              <a:t>						</a:t>
            </a:r>
            <a:r>
              <a:rPr lang="fr-FR" sz="2400" dirty="0" err="1">
                <a:solidFill>
                  <a:srgbClr val="023F61"/>
                </a:solidFill>
                <a:latin typeface="Arial"/>
                <a:ea typeface="Arial"/>
                <a:cs typeface="Arial"/>
                <a:sym typeface="Arial"/>
              </a:rPr>
              <a:t>homie</a:t>
            </a:r>
            <a:r>
              <a:rPr lang="fr-FR" sz="2400" dirty="0">
                <a:solidFill>
                  <a:schemeClr val="dk1"/>
                </a:solidFill>
                <a:latin typeface="Arial"/>
                <a:ea typeface="Arial"/>
                <a:cs typeface="Arial"/>
                <a:sym typeface="Arial"/>
              </a:rPr>
              <a:t>					</a:t>
            </a:r>
            <a:r>
              <a:rPr lang="fr-FR" sz="2400" dirty="0">
                <a:solidFill>
                  <a:srgbClr val="FF0000"/>
                </a:solidFill>
                <a:latin typeface="Arial"/>
                <a:ea typeface="Arial"/>
                <a:cs typeface="Arial"/>
                <a:sym typeface="Arial"/>
              </a:rPr>
              <a:t>mate, </a:t>
            </a:r>
            <a:r>
              <a:rPr lang="fr-FR" sz="2400" dirty="0" err="1">
                <a:solidFill>
                  <a:srgbClr val="FF0000"/>
                </a:solidFill>
                <a:latin typeface="Arial"/>
                <a:ea typeface="Arial"/>
                <a:cs typeface="Arial"/>
                <a:sym typeface="Arial"/>
              </a:rPr>
              <a:t>fam</a:t>
            </a:r>
            <a:endParaRPr sz="2400" dirty="0">
              <a:solidFill>
                <a:srgbClr val="FF0000"/>
              </a:solidFill>
            </a:endParaRPr>
          </a:p>
          <a:p>
            <a:pPr marL="228600" lvl="0" indent="-228600" algn="l" rtl="0">
              <a:lnSpc>
                <a:spcPct val="90000"/>
              </a:lnSpc>
              <a:spcBef>
                <a:spcPts val="1000"/>
              </a:spcBef>
              <a:spcAft>
                <a:spcPts val="0"/>
              </a:spcAft>
              <a:buClr>
                <a:schemeClr val="dk1"/>
              </a:buClr>
              <a:buSzPts val="2400"/>
              <a:buNone/>
            </a:pPr>
            <a:r>
              <a:rPr lang="fr-FR" sz="2400" dirty="0">
                <a:solidFill>
                  <a:schemeClr val="dk1"/>
                </a:solidFill>
                <a:latin typeface="Arial"/>
                <a:ea typeface="Arial"/>
                <a:cs typeface="Arial"/>
                <a:sym typeface="Arial"/>
              </a:rPr>
              <a:t>						</a:t>
            </a:r>
            <a:r>
              <a:rPr lang="fr-FR" sz="2400" dirty="0">
                <a:solidFill>
                  <a:srgbClr val="023F61"/>
                </a:solidFill>
                <a:latin typeface="Arial"/>
                <a:ea typeface="Arial"/>
                <a:cs typeface="Arial"/>
                <a:sym typeface="Arial"/>
              </a:rPr>
              <a:t>beat</a:t>
            </a:r>
            <a:r>
              <a:rPr lang="fr-FR" sz="2400" dirty="0">
                <a:solidFill>
                  <a:schemeClr val="dk1"/>
                </a:solidFill>
                <a:latin typeface="Arial"/>
                <a:ea typeface="Arial"/>
                <a:cs typeface="Arial"/>
                <a:sym typeface="Arial"/>
              </a:rPr>
              <a:t>				</a:t>
            </a:r>
            <a:r>
              <a:rPr lang="fr-FR" sz="2400" dirty="0" err="1">
                <a:solidFill>
                  <a:srgbClr val="FF0000"/>
                </a:solidFill>
                <a:latin typeface="Arial"/>
                <a:ea typeface="Arial"/>
                <a:cs typeface="Arial"/>
                <a:sym typeface="Arial"/>
              </a:rPr>
              <a:t>knackered</a:t>
            </a:r>
            <a:r>
              <a:rPr lang="fr-FR" sz="2400" dirty="0">
                <a:solidFill>
                  <a:srgbClr val="FF0000"/>
                </a:solidFill>
                <a:latin typeface="Arial"/>
                <a:ea typeface="Arial"/>
                <a:cs typeface="Arial"/>
                <a:sym typeface="Arial"/>
              </a:rPr>
              <a:t>, </a:t>
            </a:r>
            <a:r>
              <a:rPr lang="fr-FR" sz="2400" dirty="0" err="1">
                <a:solidFill>
                  <a:srgbClr val="FF0000"/>
                </a:solidFill>
                <a:latin typeface="Arial"/>
                <a:ea typeface="Arial"/>
                <a:cs typeface="Arial"/>
                <a:sym typeface="Arial"/>
              </a:rPr>
              <a:t>shattered</a:t>
            </a:r>
            <a:endParaRPr sz="2400" dirty="0">
              <a:solidFill>
                <a:srgbClr val="FF0000"/>
              </a:solidFill>
            </a:endParaRPr>
          </a:p>
          <a:p>
            <a:pPr marL="228600" lvl="0" indent="-228600" algn="l" rtl="0">
              <a:lnSpc>
                <a:spcPct val="90000"/>
              </a:lnSpc>
              <a:spcBef>
                <a:spcPts val="1000"/>
              </a:spcBef>
              <a:spcAft>
                <a:spcPts val="0"/>
              </a:spcAft>
              <a:buClr>
                <a:schemeClr val="dk1"/>
              </a:buClr>
              <a:buSzPts val="2400"/>
              <a:buNone/>
            </a:pPr>
            <a:r>
              <a:rPr lang="fr-FR" sz="2400" dirty="0">
                <a:solidFill>
                  <a:schemeClr val="dk1"/>
                </a:solidFill>
                <a:latin typeface="Arial"/>
                <a:ea typeface="Arial"/>
                <a:cs typeface="Arial"/>
                <a:sym typeface="Arial"/>
              </a:rPr>
              <a:t>						</a:t>
            </a:r>
            <a:r>
              <a:rPr lang="fr-FR" sz="2400" dirty="0" err="1">
                <a:solidFill>
                  <a:srgbClr val="023F61"/>
                </a:solidFill>
                <a:latin typeface="Arial"/>
                <a:ea typeface="Arial"/>
                <a:cs typeface="Arial"/>
                <a:sym typeface="Arial"/>
              </a:rPr>
              <a:t>hyped</a:t>
            </a:r>
            <a:r>
              <a:rPr lang="fr-FR" sz="2400" dirty="0">
                <a:solidFill>
                  <a:srgbClr val="023F61"/>
                </a:solidFill>
                <a:latin typeface="Arial"/>
                <a:ea typeface="Arial"/>
                <a:cs typeface="Arial"/>
                <a:sym typeface="Arial"/>
              </a:rPr>
              <a:t>, </a:t>
            </a:r>
            <a:r>
              <a:rPr lang="fr-FR" sz="2400" dirty="0" err="1">
                <a:solidFill>
                  <a:srgbClr val="023F61"/>
                </a:solidFill>
                <a:latin typeface="Arial"/>
                <a:ea typeface="Arial"/>
                <a:cs typeface="Arial"/>
                <a:sym typeface="Arial"/>
              </a:rPr>
              <a:t>amped</a:t>
            </a:r>
            <a:r>
              <a:rPr lang="fr-FR" sz="2400" dirty="0">
                <a:solidFill>
                  <a:schemeClr val="dk1"/>
                </a:solidFill>
                <a:latin typeface="Arial"/>
                <a:ea typeface="Arial"/>
                <a:cs typeface="Arial"/>
                <a:sym typeface="Arial"/>
              </a:rPr>
              <a:t>			</a:t>
            </a:r>
            <a:r>
              <a:rPr lang="fr-FR" sz="2400" dirty="0" err="1">
                <a:solidFill>
                  <a:srgbClr val="FF0000"/>
                </a:solidFill>
                <a:latin typeface="Arial"/>
                <a:ea typeface="Arial"/>
                <a:cs typeface="Arial"/>
                <a:sym typeface="Arial"/>
              </a:rPr>
              <a:t>buzzing</a:t>
            </a:r>
            <a:endParaRPr sz="2400" dirty="0">
              <a:solidFill>
                <a:srgbClr val="FF0000"/>
              </a:solidFill>
            </a:endParaRPr>
          </a:p>
          <a:p>
            <a:pPr marL="228600" lvl="0" indent="-228600" algn="l" rtl="0">
              <a:lnSpc>
                <a:spcPct val="90000"/>
              </a:lnSpc>
              <a:spcBef>
                <a:spcPts val="1000"/>
              </a:spcBef>
              <a:spcAft>
                <a:spcPts val="0"/>
              </a:spcAft>
              <a:buClr>
                <a:schemeClr val="dk1"/>
              </a:buClr>
              <a:buSzPts val="2400"/>
              <a:buNone/>
            </a:pPr>
            <a:r>
              <a:rPr lang="fr-FR" sz="2400" dirty="0">
                <a:solidFill>
                  <a:schemeClr val="dk1"/>
                </a:solidFill>
                <a:latin typeface="Arial"/>
                <a:ea typeface="Arial"/>
                <a:cs typeface="Arial"/>
                <a:sym typeface="Arial"/>
              </a:rPr>
              <a:t>						</a:t>
            </a:r>
            <a:r>
              <a:rPr lang="fr-FR" sz="2400" dirty="0">
                <a:solidFill>
                  <a:srgbClr val="023F61"/>
                </a:solidFill>
                <a:latin typeface="Arial"/>
                <a:ea typeface="Arial"/>
                <a:cs typeface="Arial"/>
                <a:sym typeface="Arial"/>
              </a:rPr>
              <a:t>cop</a:t>
            </a:r>
            <a:r>
              <a:rPr lang="fr-FR" sz="2400" dirty="0">
                <a:solidFill>
                  <a:schemeClr val="dk1"/>
                </a:solidFill>
                <a:latin typeface="Arial"/>
                <a:ea typeface="Arial"/>
                <a:cs typeface="Arial"/>
                <a:sym typeface="Arial"/>
              </a:rPr>
              <a:t>					</a:t>
            </a:r>
            <a:r>
              <a:rPr lang="fr-FR" sz="2400" dirty="0" err="1">
                <a:solidFill>
                  <a:srgbClr val="FF0000"/>
                </a:solidFill>
                <a:latin typeface="Arial"/>
                <a:ea typeface="Arial"/>
                <a:cs typeface="Arial"/>
                <a:sym typeface="Arial"/>
              </a:rPr>
              <a:t>copper</a:t>
            </a:r>
            <a:r>
              <a:rPr lang="fr-FR" sz="2400" dirty="0">
                <a:solidFill>
                  <a:srgbClr val="FF0000"/>
                </a:solidFill>
                <a:latin typeface="Arial"/>
                <a:ea typeface="Arial"/>
                <a:cs typeface="Arial"/>
                <a:sym typeface="Arial"/>
              </a:rPr>
              <a:t>, bobby</a:t>
            </a:r>
            <a:endParaRPr dirty="0"/>
          </a:p>
          <a:p>
            <a:pPr marL="228600" lvl="0" indent="-228600" algn="l" rtl="0">
              <a:lnSpc>
                <a:spcPct val="90000"/>
              </a:lnSpc>
              <a:spcBef>
                <a:spcPts val="1000"/>
              </a:spcBef>
              <a:spcAft>
                <a:spcPts val="0"/>
              </a:spcAft>
              <a:buClr>
                <a:schemeClr val="dk1"/>
              </a:buClr>
              <a:buSzPts val="2400"/>
              <a:buNone/>
            </a:pPr>
            <a:r>
              <a:rPr lang="fr-FR" sz="2400" dirty="0">
                <a:solidFill>
                  <a:schemeClr val="dk1"/>
                </a:solidFill>
                <a:latin typeface="Arial"/>
                <a:ea typeface="Arial"/>
                <a:cs typeface="Arial"/>
                <a:sym typeface="Arial"/>
              </a:rPr>
              <a:t>						</a:t>
            </a:r>
            <a:r>
              <a:rPr lang="fr-FR" sz="2400" dirty="0" err="1">
                <a:solidFill>
                  <a:srgbClr val="023F61"/>
                </a:solidFill>
                <a:latin typeface="Arial"/>
                <a:ea typeface="Arial"/>
                <a:cs typeface="Arial"/>
                <a:sym typeface="Arial"/>
              </a:rPr>
              <a:t>pissed</a:t>
            </a:r>
            <a:r>
              <a:rPr lang="fr-FR" sz="2400" dirty="0">
                <a:solidFill>
                  <a:schemeClr val="dk1"/>
                </a:solidFill>
                <a:latin typeface="Arial"/>
                <a:ea typeface="Arial"/>
                <a:cs typeface="Arial"/>
                <a:sym typeface="Arial"/>
              </a:rPr>
              <a:t>					</a:t>
            </a:r>
            <a:r>
              <a:rPr lang="fr-FR" sz="2400" dirty="0" err="1">
                <a:solidFill>
                  <a:srgbClr val="FF0000"/>
                </a:solidFill>
                <a:latin typeface="Arial"/>
                <a:ea typeface="Arial"/>
                <a:cs typeface="Arial"/>
                <a:sym typeface="Arial"/>
              </a:rPr>
              <a:t>pissed</a:t>
            </a:r>
            <a:r>
              <a:rPr lang="fr-FR" sz="2400" dirty="0">
                <a:solidFill>
                  <a:srgbClr val="FF0000"/>
                </a:solidFill>
                <a:latin typeface="Arial"/>
                <a:ea typeface="Arial"/>
                <a:cs typeface="Arial"/>
                <a:sym typeface="Arial"/>
              </a:rPr>
              <a:t> off</a:t>
            </a:r>
            <a:endParaRPr dirty="0"/>
          </a:p>
          <a:p>
            <a:pPr marL="228600" lvl="0" indent="-228600" algn="l" rtl="0">
              <a:lnSpc>
                <a:spcPct val="90000"/>
              </a:lnSpc>
              <a:spcBef>
                <a:spcPts val="1000"/>
              </a:spcBef>
              <a:spcAft>
                <a:spcPts val="0"/>
              </a:spcAft>
              <a:buClr>
                <a:schemeClr val="dk1"/>
              </a:buClr>
              <a:buSzPts val="2400"/>
              <a:buNone/>
            </a:pPr>
            <a:r>
              <a:rPr lang="fr-FR" sz="2400" dirty="0">
                <a:solidFill>
                  <a:schemeClr val="dk1"/>
                </a:solidFill>
                <a:latin typeface="Arial"/>
                <a:ea typeface="Arial"/>
                <a:cs typeface="Arial"/>
                <a:sym typeface="Arial"/>
              </a:rPr>
              <a:t>						</a:t>
            </a:r>
            <a:r>
              <a:rPr lang="fr-FR" sz="2400" dirty="0" err="1">
                <a:solidFill>
                  <a:srgbClr val="023F61"/>
                </a:solidFill>
                <a:latin typeface="Arial"/>
                <a:ea typeface="Arial"/>
                <a:cs typeface="Arial"/>
                <a:sym typeface="Arial"/>
              </a:rPr>
              <a:t>stoked</a:t>
            </a:r>
            <a:r>
              <a:rPr lang="fr-FR" sz="2400" dirty="0">
                <a:solidFill>
                  <a:schemeClr val="dk1"/>
                </a:solidFill>
                <a:latin typeface="Arial"/>
                <a:ea typeface="Arial"/>
                <a:cs typeface="Arial"/>
                <a:sym typeface="Arial"/>
              </a:rPr>
              <a:t>					</a:t>
            </a:r>
            <a:r>
              <a:rPr lang="fr-FR" sz="2400" dirty="0" err="1">
                <a:solidFill>
                  <a:srgbClr val="FF0000"/>
                </a:solidFill>
                <a:latin typeface="Arial"/>
                <a:ea typeface="Arial"/>
                <a:cs typeface="Arial"/>
                <a:sym typeface="Arial"/>
              </a:rPr>
              <a:t>chuffed</a:t>
            </a:r>
            <a:endParaRPr sz="2400" dirty="0">
              <a:solidFill>
                <a:srgbClr val="FF0000"/>
              </a:solidFill>
            </a:endParaRPr>
          </a:p>
          <a:p>
            <a:pPr marL="228600" lvl="0" indent="-228600" algn="l" rtl="0">
              <a:lnSpc>
                <a:spcPct val="90000"/>
              </a:lnSpc>
              <a:spcBef>
                <a:spcPts val="1000"/>
              </a:spcBef>
              <a:spcAft>
                <a:spcPts val="0"/>
              </a:spcAft>
              <a:buClr>
                <a:schemeClr val="dk1"/>
              </a:buClr>
              <a:buSzPts val="2400"/>
              <a:buNone/>
            </a:pPr>
            <a:r>
              <a:rPr lang="fr-FR" sz="2400" dirty="0">
                <a:solidFill>
                  <a:schemeClr val="dk1"/>
                </a:solidFill>
                <a:latin typeface="Arial"/>
                <a:ea typeface="Arial"/>
                <a:cs typeface="Arial"/>
                <a:sym typeface="Arial"/>
              </a:rPr>
              <a:t>						</a:t>
            </a:r>
            <a:r>
              <a:rPr lang="fr-FR" sz="2400" dirty="0" err="1">
                <a:solidFill>
                  <a:srgbClr val="023F61"/>
                </a:solidFill>
                <a:latin typeface="Arial"/>
                <a:ea typeface="Arial"/>
                <a:cs typeface="Arial"/>
                <a:sym typeface="Arial"/>
              </a:rPr>
              <a:t>wasted</a:t>
            </a:r>
            <a:r>
              <a:rPr lang="fr-FR" sz="2400" dirty="0">
                <a:solidFill>
                  <a:srgbClr val="023F61"/>
                </a:solidFill>
                <a:latin typeface="Arial"/>
                <a:ea typeface="Arial"/>
                <a:cs typeface="Arial"/>
                <a:sym typeface="Arial"/>
              </a:rPr>
              <a:t>, </a:t>
            </a:r>
            <a:r>
              <a:rPr lang="fr-FR" sz="2400" dirty="0" err="1">
                <a:solidFill>
                  <a:srgbClr val="023F61"/>
                </a:solidFill>
                <a:latin typeface="Arial"/>
                <a:ea typeface="Arial"/>
                <a:cs typeface="Arial"/>
                <a:sym typeface="Arial"/>
              </a:rPr>
              <a:t>trashed</a:t>
            </a:r>
            <a:r>
              <a:rPr lang="fr-FR" sz="2400" dirty="0">
                <a:solidFill>
                  <a:schemeClr val="dk1"/>
                </a:solidFill>
                <a:latin typeface="Arial"/>
                <a:ea typeface="Arial"/>
                <a:cs typeface="Arial"/>
                <a:sym typeface="Arial"/>
              </a:rPr>
              <a:t>		</a:t>
            </a:r>
            <a:r>
              <a:rPr lang="fr-FR" sz="2400" dirty="0" err="1">
                <a:solidFill>
                  <a:srgbClr val="FF0000"/>
                </a:solidFill>
                <a:latin typeface="Arial"/>
                <a:ea typeface="Arial"/>
                <a:cs typeface="Arial"/>
                <a:sym typeface="Arial"/>
              </a:rPr>
              <a:t>hammered</a:t>
            </a:r>
            <a:r>
              <a:rPr lang="fr-FR" sz="2400" dirty="0">
                <a:solidFill>
                  <a:srgbClr val="FF0000"/>
                </a:solidFill>
                <a:latin typeface="Arial"/>
                <a:ea typeface="Arial"/>
                <a:cs typeface="Arial"/>
                <a:sym typeface="Arial"/>
              </a:rPr>
              <a:t>, </a:t>
            </a:r>
            <a:r>
              <a:rPr lang="fr-FR" sz="2400" dirty="0" err="1">
                <a:solidFill>
                  <a:srgbClr val="FF0000"/>
                </a:solidFill>
                <a:latin typeface="Arial"/>
                <a:ea typeface="Arial"/>
                <a:cs typeface="Arial"/>
                <a:sym typeface="Arial"/>
              </a:rPr>
              <a:t>battered</a:t>
            </a:r>
            <a:endParaRPr sz="2400" dirty="0">
              <a:solidFill>
                <a:srgbClr val="FF0000"/>
              </a:solidFill>
            </a:endParaRPr>
          </a:p>
        </p:txBody>
      </p:sp>
      <p:sp>
        <p:nvSpPr>
          <p:cNvPr id="523" name="Google Shape;523;p37"/>
          <p:cNvSpPr txBox="1"/>
          <p:nvPr/>
        </p:nvSpPr>
        <p:spPr>
          <a:xfrm>
            <a:off x="0" y="300251"/>
            <a:ext cx="10407554" cy="972355"/>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C00000"/>
              </a:buClr>
              <a:buSzPts val="2800"/>
              <a:buFont typeface="Arial"/>
              <a:buNone/>
            </a:pPr>
            <a:r>
              <a:rPr lang="fr-FR" sz="2800" b="0" i="0" u="none" strike="noStrike" cap="none">
                <a:solidFill>
                  <a:srgbClr val="C00000"/>
                </a:solidFill>
                <a:latin typeface="Arial"/>
                <a:ea typeface="Arial"/>
                <a:cs typeface="Arial"/>
                <a:sym typeface="Arial"/>
              </a:rPr>
              <a:t>Guess the standard English word from AmE and BrE Colloquial language</a:t>
            </a:r>
            <a:endParaRPr sz="2800" b="0" i="0" u="none" strike="noStrike" cap="none">
              <a:solidFill>
                <a:srgbClr val="C00000"/>
              </a:solidFill>
              <a:latin typeface="Arial"/>
              <a:ea typeface="Arial"/>
              <a:cs typeface="Arial"/>
              <a:sym typeface="Arial"/>
            </a:endParaRPr>
          </a:p>
        </p:txBody>
      </p:sp>
      <p:sp>
        <p:nvSpPr>
          <p:cNvPr id="524" name="Google Shape;524;p37"/>
          <p:cNvSpPr txBox="1">
            <a:spLocks noGrp="1"/>
          </p:cNvSpPr>
          <p:nvPr>
            <p:ph type="sldNum" idx="12"/>
          </p:nvPr>
        </p:nvSpPr>
        <p:spPr>
          <a:xfrm>
            <a:off x="9051499" y="5865032"/>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sz="2400"/>
              <a:t>36</a:t>
            </a:fld>
            <a:endParaRPr sz="2400"/>
          </a:p>
        </p:txBody>
      </p:sp>
      <p:sp>
        <p:nvSpPr>
          <p:cNvPr id="526" name="Google Shape;526;p37"/>
          <p:cNvSpPr txBox="1"/>
          <p:nvPr/>
        </p:nvSpPr>
        <p:spPr>
          <a:xfrm>
            <a:off x="641444" y="2606723"/>
            <a:ext cx="191068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b="1">
                <a:solidFill>
                  <a:schemeClr val="dk1"/>
                </a:solidFill>
                <a:latin typeface="Arial"/>
                <a:ea typeface="Arial"/>
                <a:cs typeface="Arial"/>
                <a:sym typeface="Arial"/>
              </a:rPr>
              <a:t>house</a:t>
            </a:r>
            <a:endParaRPr sz="2400" b="1">
              <a:solidFill>
                <a:schemeClr val="dk1"/>
              </a:solidFill>
              <a:latin typeface="Arial"/>
              <a:ea typeface="Arial"/>
              <a:cs typeface="Arial"/>
              <a:sym typeface="Arial"/>
            </a:endParaRPr>
          </a:p>
        </p:txBody>
      </p:sp>
      <p:sp>
        <p:nvSpPr>
          <p:cNvPr id="527" name="Google Shape;527;p37"/>
          <p:cNvSpPr txBox="1"/>
          <p:nvPr/>
        </p:nvSpPr>
        <p:spPr>
          <a:xfrm>
            <a:off x="655093" y="3098043"/>
            <a:ext cx="191068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b="1">
                <a:solidFill>
                  <a:schemeClr val="dk1"/>
                </a:solidFill>
                <a:latin typeface="Arial"/>
                <a:ea typeface="Arial"/>
                <a:cs typeface="Arial"/>
                <a:sym typeface="Arial"/>
              </a:rPr>
              <a:t>friend	</a:t>
            </a:r>
            <a:endParaRPr sz="2400" b="1">
              <a:solidFill>
                <a:schemeClr val="dk1"/>
              </a:solidFill>
              <a:latin typeface="Arial"/>
              <a:ea typeface="Arial"/>
              <a:cs typeface="Arial"/>
              <a:sym typeface="Arial"/>
            </a:endParaRPr>
          </a:p>
        </p:txBody>
      </p:sp>
      <p:sp>
        <p:nvSpPr>
          <p:cNvPr id="528" name="Google Shape;528;p37"/>
          <p:cNvSpPr txBox="1"/>
          <p:nvPr/>
        </p:nvSpPr>
        <p:spPr>
          <a:xfrm>
            <a:off x="682389" y="3548419"/>
            <a:ext cx="191068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b="1">
                <a:solidFill>
                  <a:schemeClr val="dk1"/>
                </a:solidFill>
                <a:latin typeface="Arial"/>
                <a:ea typeface="Arial"/>
                <a:cs typeface="Arial"/>
                <a:sym typeface="Arial"/>
              </a:rPr>
              <a:t>tired</a:t>
            </a:r>
            <a:endParaRPr sz="2400" b="1">
              <a:solidFill>
                <a:schemeClr val="dk1"/>
              </a:solidFill>
              <a:latin typeface="Arial"/>
              <a:ea typeface="Arial"/>
              <a:cs typeface="Arial"/>
              <a:sym typeface="Arial"/>
            </a:endParaRPr>
          </a:p>
        </p:txBody>
      </p:sp>
      <p:sp>
        <p:nvSpPr>
          <p:cNvPr id="529" name="Google Shape;529;p37"/>
          <p:cNvSpPr txBox="1"/>
          <p:nvPr/>
        </p:nvSpPr>
        <p:spPr>
          <a:xfrm>
            <a:off x="655093" y="4012443"/>
            <a:ext cx="191068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b="1">
                <a:solidFill>
                  <a:schemeClr val="dk1"/>
                </a:solidFill>
                <a:latin typeface="Arial"/>
                <a:ea typeface="Arial"/>
                <a:cs typeface="Arial"/>
                <a:sym typeface="Arial"/>
              </a:rPr>
              <a:t>excited</a:t>
            </a:r>
            <a:endParaRPr sz="2400" b="1">
              <a:solidFill>
                <a:schemeClr val="dk1"/>
              </a:solidFill>
              <a:latin typeface="Arial"/>
              <a:ea typeface="Arial"/>
              <a:cs typeface="Arial"/>
              <a:sym typeface="Arial"/>
            </a:endParaRPr>
          </a:p>
        </p:txBody>
      </p:sp>
      <p:sp>
        <p:nvSpPr>
          <p:cNvPr id="530" name="Google Shape;530;p37"/>
          <p:cNvSpPr txBox="1"/>
          <p:nvPr/>
        </p:nvSpPr>
        <p:spPr>
          <a:xfrm>
            <a:off x="409433" y="4449171"/>
            <a:ext cx="286602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b="1">
                <a:solidFill>
                  <a:schemeClr val="dk1"/>
                </a:solidFill>
                <a:latin typeface="Arial"/>
                <a:ea typeface="Arial"/>
                <a:cs typeface="Arial"/>
                <a:sym typeface="Arial"/>
              </a:rPr>
              <a:t>police officer</a:t>
            </a:r>
            <a:endParaRPr sz="2400" b="1">
              <a:solidFill>
                <a:schemeClr val="dk1"/>
              </a:solidFill>
              <a:latin typeface="Arial"/>
              <a:ea typeface="Arial"/>
              <a:cs typeface="Arial"/>
              <a:sym typeface="Arial"/>
            </a:endParaRPr>
          </a:p>
        </p:txBody>
      </p:sp>
      <p:sp>
        <p:nvSpPr>
          <p:cNvPr id="531" name="Google Shape;531;p37"/>
          <p:cNvSpPr txBox="1"/>
          <p:nvPr/>
        </p:nvSpPr>
        <p:spPr>
          <a:xfrm>
            <a:off x="641446" y="4899548"/>
            <a:ext cx="182879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b="1">
                <a:solidFill>
                  <a:schemeClr val="dk1"/>
                </a:solidFill>
                <a:latin typeface="Arial"/>
                <a:ea typeface="Arial"/>
                <a:cs typeface="Arial"/>
                <a:sym typeface="Arial"/>
              </a:rPr>
              <a:t>angry</a:t>
            </a:r>
            <a:endParaRPr sz="2400" b="1">
              <a:solidFill>
                <a:schemeClr val="dk1"/>
              </a:solidFill>
              <a:latin typeface="Arial"/>
              <a:ea typeface="Arial"/>
              <a:cs typeface="Arial"/>
              <a:sym typeface="Arial"/>
            </a:endParaRPr>
          </a:p>
        </p:txBody>
      </p:sp>
      <p:sp>
        <p:nvSpPr>
          <p:cNvPr id="532" name="Google Shape;532;p37"/>
          <p:cNvSpPr txBox="1"/>
          <p:nvPr/>
        </p:nvSpPr>
        <p:spPr>
          <a:xfrm>
            <a:off x="586853" y="5308981"/>
            <a:ext cx="191068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b="1">
                <a:solidFill>
                  <a:schemeClr val="dk1"/>
                </a:solidFill>
                <a:latin typeface="Arial"/>
                <a:ea typeface="Arial"/>
                <a:cs typeface="Arial"/>
                <a:sym typeface="Arial"/>
              </a:rPr>
              <a:t>pleased</a:t>
            </a:r>
            <a:endParaRPr sz="2400" b="1">
              <a:solidFill>
                <a:schemeClr val="dk1"/>
              </a:solidFill>
              <a:latin typeface="Arial"/>
              <a:ea typeface="Arial"/>
              <a:cs typeface="Arial"/>
              <a:sym typeface="Arial"/>
            </a:endParaRPr>
          </a:p>
        </p:txBody>
      </p:sp>
      <p:sp>
        <p:nvSpPr>
          <p:cNvPr id="533" name="Google Shape;533;p37"/>
          <p:cNvSpPr txBox="1"/>
          <p:nvPr/>
        </p:nvSpPr>
        <p:spPr>
          <a:xfrm>
            <a:off x="641443" y="5778983"/>
            <a:ext cx="191068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b="1">
                <a:solidFill>
                  <a:schemeClr val="dk1"/>
                </a:solidFill>
                <a:latin typeface="Arial"/>
                <a:ea typeface="Arial"/>
                <a:cs typeface="Arial"/>
                <a:sym typeface="Arial"/>
              </a:rPr>
              <a:t>drunk</a:t>
            </a:r>
            <a:endParaRPr sz="2400" b="1">
              <a:solidFill>
                <a:schemeClr val="dk1"/>
              </a:solidFill>
              <a:latin typeface="Arial"/>
              <a:ea typeface="Arial"/>
              <a:cs typeface="Arial"/>
              <a:sym typeface="Arial"/>
            </a:endParaRPr>
          </a:p>
        </p:txBody>
      </p:sp>
      <p:sp>
        <p:nvSpPr>
          <p:cNvPr id="535" name="Google Shape;535;p37"/>
          <p:cNvSpPr/>
          <p:nvPr/>
        </p:nvSpPr>
        <p:spPr>
          <a:xfrm>
            <a:off x="2047165" y="2715906"/>
            <a:ext cx="2456597" cy="232012"/>
          </a:xfrm>
          <a:prstGeom prst="leftRightArrow">
            <a:avLst>
              <a:gd name="adj1" fmla="val 50000"/>
              <a:gd name="adj2" fmla="val 50000"/>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6" name="Google Shape;536;p37"/>
          <p:cNvSpPr/>
          <p:nvPr/>
        </p:nvSpPr>
        <p:spPr>
          <a:xfrm>
            <a:off x="2060813" y="3179930"/>
            <a:ext cx="2456597" cy="232012"/>
          </a:xfrm>
          <a:prstGeom prst="leftRightArrow">
            <a:avLst>
              <a:gd name="adj1" fmla="val 50000"/>
              <a:gd name="adj2" fmla="val 50000"/>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7" name="Google Shape;537;p37"/>
          <p:cNvSpPr/>
          <p:nvPr/>
        </p:nvSpPr>
        <p:spPr>
          <a:xfrm>
            <a:off x="2088108" y="3684897"/>
            <a:ext cx="2456597" cy="232012"/>
          </a:xfrm>
          <a:prstGeom prst="leftRightArrow">
            <a:avLst>
              <a:gd name="adj1" fmla="val 50000"/>
              <a:gd name="adj2" fmla="val 50000"/>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8" name="Google Shape;538;p37"/>
          <p:cNvSpPr/>
          <p:nvPr/>
        </p:nvSpPr>
        <p:spPr>
          <a:xfrm>
            <a:off x="2088109" y="4121626"/>
            <a:ext cx="2456597" cy="232012"/>
          </a:xfrm>
          <a:prstGeom prst="leftRightArrow">
            <a:avLst>
              <a:gd name="adj1" fmla="val 50000"/>
              <a:gd name="adj2" fmla="val 50000"/>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9" name="Google Shape;539;p37"/>
          <p:cNvSpPr/>
          <p:nvPr/>
        </p:nvSpPr>
        <p:spPr>
          <a:xfrm>
            <a:off x="2429302" y="4558354"/>
            <a:ext cx="2456597" cy="232012"/>
          </a:xfrm>
          <a:prstGeom prst="leftRightArrow">
            <a:avLst>
              <a:gd name="adj1" fmla="val 50000"/>
              <a:gd name="adj2" fmla="val 50000"/>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0" name="Google Shape;540;p37"/>
          <p:cNvSpPr/>
          <p:nvPr/>
        </p:nvSpPr>
        <p:spPr>
          <a:xfrm>
            <a:off x="2183642" y="5022378"/>
            <a:ext cx="2456597" cy="232012"/>
          </a:xfrm>
          <a:prstGeom prst="leftRightArrow">
            <a:avLst>
              <a:gd name="adj1" fmla="val 50000"/>
              <a:gd name="adj2" fmla="val 50000"/>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1" name="Google Shape;541;p37"/>
          <p:cNvSpPr/>
          <p:nvPr/>
        </p:nvSpPr>
        <p:spPr>
          <a:xfrm>
            <a:off x="2238233" y="5431811"/>
            <a:ext cx="2456597" cy="232012"/>
          </a:xfrm>
          <a:prstGeom prst="leftRightArrow">
            <a:avLst>
              <a:gd name="adj1" fmla="val 50000"/>
              <a:gd name="adj2" fmla="val 50000"/>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2" name="Google Shape;542;p37"/>
          <p:cNvSpPr/>
          <p:nvPr/>
        </p:nvSpPr>
        <p:spPr>
          <a:xfrm>
            <a:off x="2224585" y="5909483"/>
            <a:ext cx="2456597" cy="232012"/>
          </a:xfrm>
          <a:prstGeom prst="leftRightArrow">
            <a:avLst>
              <a:gd name="adj1" fmla="val 50000"/>
              <a:gd name="adj2" fmla="val 50000"/>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543" name="Google Shape;543;p37" descr="D:\Teaching &amp; Univ\ESPRIT\British Vs American\Pics\GIFS\a02eee6294bdcf2a1ec45814485d454a.gif"/>
          <p:cNvPicPr preferRelativeResize="0"/>
          <p:nvPr/>
        </p:nvPicPr>
        <p:blipFill rotWithShape="1">
          <a:blip r:embed="rId3">
            <a:alphaModFix/>
          </a:blip>
          <a:srcRect/>
          <a:stretch/>
        </p:blipFill>
        <p:spPr>
          <a:xfrm>
            <a:off x="10485119" y="253217"/>
            <a:ext cx="1706881" cy="128016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26"/>
                                        </p:tgtEl>
                                        <p:attrNameLst>
                                          <p:attrName>style.visibility</p:attrName>
                                        </p:attrNameLst>
                                      </p:cBhvr>
                                      <p:to>
                                        <p:strVal val="visible"/>
                                      </p:to>
                                    </p:set>
                                    <p:anim calcmode="lin" valueType="num">
                                      <p:cBhvr additive="base">
                                        <p:cTn id="7" dur="500"/>
                                        <p:tgtEl>
                                          <p:spTgt spid="526"/>
                                        </p:tgtEl>
                                        <p:attrNameLst>
                                          <p:attrName>ppt_w</p:attrName>
                                        </p:attrNameLst>
                                      </p:cBhvr>
                                      <p:tavLst>
                                        <p:tav tm="0">
                                          <p:val>
                                            <p:strVal val="0"/>
                                          </p:val>
                                        </p:tav>
                                        <p:tav tm="100000">
                                          <p:val>
                                            <p:strVal val="#ppt_w"/>
                                          </p:val>
                                        </p:tav>
                                      </p:tavLst>
                                    </p:anim>
                                    <p:anim calcmode="lin" valueType="num">
                                      <p:cBhvr additive="base">
                                        <p:cTn id="8" dur="500"/>
                                        <p:tgtEl>
                                          <p:spTgt spid="52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527"/>
                                        </p:tgtEl>
                                        <p:attrNameLst>
                                          <p:attrName>style.visibility</p:attrName>
                                        </p:attrNameLst>
                                      </p:cBhvr>
                                      <p:to>
                                        <p:strVal val="visible"/>
                                      </p:to>
                                    </p:set>
                                    <p:anim calcmode="lin" valueType="num">
                                      <p:cBhvr additive="base">
                                        <p:cTn id="13" dur="500"/>
                                        <p:tgtEl>
                                          <p:spTgt spid="527"/>
                                        </p:tgtEl>
                                        <p:attrNameLst>
                                          <p:attrName>ppt_w</p:attrName>
                                        </p:attrNameLst>
                                      </p:cBhvr>
                                      <p:tavLst>
                                        <p:tav tm="0">
                                          <p:val>
                                            <p:strVal val="0"/>
                                          </p:val>
                                        </p:tav>
                                        <p:tav tm="100000">
                                          <p:val>
                                            <p:strVal val="#ppt_w"/>
                                          </p:val>
                                        </p:tav>
                                      </p:tavLst>
                                    </p:anim>
                                    <p:anim calcmode="lin" valueType="num">
                                      <p:cBhvr additive="base">
                                        <p:cTn id="14" dur="500"/>
                                        <p:tgtEl>
                                          <p:spTgt spid="527"/>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528"/>
                                        </p:tgtEl>
                                        <p:attrNameLst>
                                          <p:attrName>style.visibility</p:attrName>
                                        </p:attrNameLst>
                                      </p:cBhvr>
                                      <p:to>
                                        <p:strVal val="visible"/>
                                      </p:to>
                                    </p:set>
                                    <p:anim calcmode="lin" valueType="num">
                                      <p:cBhvr additive="base">
                                        <p:cTn id="19" dur="500"/>
                                        <p:tgtEl>
                                          <p:spTgt spid="528"/>
                                        </p:tgtEl>
                                        <p:attrNameLst>
                                          <p:attrName>ppt_w</p:attrName>
                                        </p:attrNameLst>
                                      </p:cBhvr>
                                      <p:tavLst>
                                        <p:tav tm="0">
                                          <p:val>
                                            <p:strVal val="0"/>
                                          </p:val>
                                        </p:tav>
                                        <p:tav tm="100000">
                                          <p:val>
                                            <p:strVal val="#ppt_w"/>
                                          </p:val>
                                        </p:tav>
                                      </p:tavLst>
                                    </p:anim>
                                    <p:anim calcmode="lin" valueType="num">
                                      <p:cBhvr additive="base">
                                        <p:cTn id="20" dur="500"/>
                                        <p:tgtEl>
                                          <p:spTgt spid="528"/>
                                        </p:tgtEl>
                                        <p:attrNameLst>
                                          <p:attrName>ppt_h</p:attrName>
                                        </p:attrNameLst>
                                      </p:cBhvr>
                                      <p:tavLst>
                                        <p:tav tm="0">
                                          <p:val>
                                            <p:str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529"/>
                                        </p:tgtEl>
                                        <p:attrNameLst>
                                          <p:attrName>style.visibility</p:attrName>
                                        </p:attrNameLst>
                                      </p:cBhvr>
                                      <p:to>
                                        <p:strVal val="visible"/>
                                      </p:to>
                                    </p:set>
                                    <p:anim calcmode="lin" valueType="num">
                                      <p:cBhvr additive="base">
                                        <p:cTn id="25" dur="500"/>
                                        <p:tgtEl>
                                          <p:spTgt spid="529"/>
                                        </p:tgtEl>
                                        <p:attrNameLst>
                                          <p:attrName>ppt_w</p:attrName>
                                        </p:attrNameLst>
                                      </p:cBhvr>
                                      <p:tavLst>
                                        <p:tav tm="0">
                                          <p:val>
                                            <p:strVal val="0"/>
                                          </p:val>
                                        </p:tav>
                                        <p:tav tm="100000">
                                          <p:val>
                                            <p:strVal val="#ppt_w"/>
                                          </p:val>
                                        </p:tav>
                                      </p:tavLst>
                                    </p:anim>
                                    <p:anim calcmode="lin" valueType="num">
                                      <p:cBhvr additive="base">
                                        <p:cTn id="26" dur="500"/>
                                        <p:tgtEl>
                                          <p:spTgt spid="529"/>
                                        </p:tgtEl>
                                        <p:attrNameLst>
                                          <p:attrName>ppt_h</p:attrName>
                                        </p:attrNameLst>
                                      </p:cBhvr>
                                      <p:tavLst>
                                        <p:tav tm="0">
                                          <p:val>
                                            <p:str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530"/>
                                        </p:tgtEl>
                                        <p:attrNameLst>
                                          <p:attrName>style.visibility</p:attrName>
                                        </p:attrNameLst>
                                      </p:cBhvr>
                                      <p:to>
                                        <p:strVal val="visible"/>
                                      </p:to>
                                    </p:set>
                                    <p:anim calcmode="lin" valueType="num">
                                      <p:cBhvr additive="base">
                                        <p:cTn id="31" dur="500"/>
                                        <p:tgtEl>
                                          <p:spTgt spid="530"/>
                                        </p:tgtEl>
                                        <p:attrNameLst>
                                          <p:attrName>ppt_w</p:attrName>
                                        </p:attrNameLst>
                                      </p:cBhvr>
                                      <p:tavLst>
                                        <p:tav tm="0">
                                          <p:val>
                                            <p:strVal val="0"/>
                                          </p:val>
                                        </p:tav>
                                        <p:tav tm="100000">
                                          <p:val>
                                            <p:strVal val="#ppt_w"/>
                                          </p:val>
                                        </p:tav>
                                      </p:tavLst>
                                    </p:anim>
                                    <p:anim calcmode="lin" valueType="num">
                                      <p:cBhvr additive="base">
                                        <p:cTn id="32" dur="500"/>
                                        <p:tgtEl>
                                          <p:spTgt spid="530"/>
                                        </p:tgtEl>
                                        <p:attrNameLst>
                                          <p:attrName>ppt_h</p:attrName>
                                        </p:attrNameLst>
                                      </p:cBhvr>
                                      <p:tavLst>
                                        <p:tav tm="0">
                                          <p:val>
                                            <p:str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531"/>
                                        </p:tgtEl>
                                        <p:attrNameLst>
                                          <p:attrName>style.visibility</p:attrName>
                                        </p:attrNameLst>
                                      </p:cBhvr>
                                      <p:to>
                                        <p:strVal val="visible"/>
                                      </p:to>
                                    </p:set>
                                    <p:anim calcmode="lin" valueType="num">
                                      <p:cBhvr additive="base">
                                        <p:cTn id="37" dur="500"/>
                                        <p:tgtEl>
                                          <p:spTgt spid="531"/>
                                        </p:tgtEl>
                                        <p:attrNameLst>
                                          <p:attrName>ppt_w</p:attrName>
                                        </p:attrNameLst>
                                      </p:cBhvr>
                                      <p:tavLst>
                                        <p:tav tm="0">
                                          <p:val>
                                            <p:strVal val="0"/>
                                          </p:val>
                                        </p:tav>
                                        <p:tav tm="100000">
                                          <p:val>
                                            <p:strVal val="#ppt_w"/>
                                          </p:val>
                                        </p:tav>
                                      </p:tavLst>
                                    </p:anim>
                                    <p:anim calcmode="lin" valueType="num">
                                      <p:cBhvr additive="base">
                                        <p:cTn id="38" dur="500"/>
                                        <p:tgtEl>
                                          <p:spTgt spid="531"/>
                                        </p:tgtEl>
                                        <p:attrNameLst>
                                          <p:attrName>ppt_h</p:attrName>
                                        </p:attrNameLst>
                                      </p:cBhvr>
                                      <p:tavLst>
                                        <p:tav tm="0">
                                          <p:val>
                                            <p:str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532"/>
                                        </p:tgtEl>
                                        <p:attrNameLst>
                                          <p:attrName>style.visibility</p:attrName>
                                        </p:attrNameLst>
                                      </p:cBhvr>
                                      <p:to>
                                        <p:strVal val="visible"/>
                                      </p:to>
                                    </p:set>
                                    <p:anim calcmode="lin" valueType="num">
                                      <p:cBhvr additive="base">
                                        <p:cTn id="43" dur="500"/>
                                        <p:tgtEl>
                                          <p:spTgt spid="532"/>
                                        </p:tgtEl>
                                        <p:attrNameLst>
                                          <p:attrName>ppt_w</p:attrName>
                                        </p:attrNameLst>
                                      </p:cBhvr>
                                      <p:tavLst>
                                        <p:tav tm="0">
                                          <p:val>
                                            <p:strVal val="0"/>
                                          </p:val>
                                        </p:tav>
                                        <p:tav tm="100000">
                                          <p:val>
                                            <p:strVal val="#ppt_w"/>
                                          </p:val>
                                        </p:tav>
                                      </p:tavLst>
                                    </p:anim>
                                    <p:anim calcmode="lin" valueType="num">
                                      <p:cBhvr additive="base">
                                        <p:cTn id="44" dur="500"/>
                                        <p:tgtEl>
                                          <p:spTgt spid="532"/>
                                        </p:tgtEl>
                                        <p:attrNameLst>
                                          <p:attrName>ppt_h</p:attrName>
                                        </p:attrNameLst>
                                      </p:cBhvr>
                                      <p:tavLst>
                                        <p:tav tm="0">
                                          <p:val>
                                            <p:str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nodeType="clickEffect">
                                  <p:stCondLst>
                                    <p:cond delay="0"/>
                                  </p:stCondLst>
                                  <p:childTnLst>
                                    <p:set>
                                      <p:cBhvr>
                                        <p:cTn id="48" dur="1" fill="hold">
                                          <p:stCondLst>
                                            <p:cond delay="0"/>
                                          </p:stCondLst>
                                        </p:cTn>
                                        <p:tgtEl>
                                          <p:spTgt spid="533"/>
                                        </p:tgtEl>
                                        <p:attrNameLst>
                                          <p:attrName>style.visibility</p:attrName>
                                        </p:attrNameLst>
                                      </p:cBhvr>
                                      <p:to>
                                        <p:strVal val="visible"/>
                                      </p:to>
                                    </p:set>
                                    <p:anim calcmode="lin" valueType="num">
                                      <p:cBhvr additive="base">
                                        <p:cTn id="49" dur="500"/>
                                        <p:tgtEl>
                                          <p:spTgt spid="533"/>
                                        </p:tgtEl>
                                        <p:attrNameLst>
                                          <p:attrName>ppt_w</p:attrName>
                                        </p:attrNameLst>
                                      </p:cBhvr>
                                      <p:tavLst>
                                        <p:tav tm="0">
                                          <p:val>
                                            <p:strVal val="0"/>
                                          </p:val>
                                        </p:tav>
                                        <p:tav tm="100000">
                                          <p:val>
                                            <p:strVal val="#ppt_w"/>
                                          </p:val>
                                        </p:tav>
                                      </p:tavLst>
                                    </p:anim>
                                    <p:anim calcmode="lin" valueType="num">
                                      <p:cBhvr additive="base">
                                        <p:cTn id="50" dur="500"/>
                                        <p:tgtEl>
                                          <p:spTgt spid="53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547"/>
        <p:cNvGrpSpPr/>
        <p:nvPr/>
      </p:nvGrpSpPr>
      <p:grpSpPr>
        <a:xfrm>
          <a:off x="0" y="0"/>
          <a:ext cx="0" cy="0"/>
          <a:chOff x="0" y="0"/>
          <a:chExt cx="0" cy="0"/>
        </a:xfrm>
      </p:grpSpPr>
      <p:sp>
        <p:nvSpPr>
          <p:cNvPr id="548" name="Google Shape;548;p38"/>
          <p:cNvSpPr txBox="1">
            <a:spLocks noGrp="1"/>
          </p:cNvSpPr>
          <p:nvPr>
            <p:ph type="title"/>
          </p:nvPr>
        </p:nvSpPr>
        <p:spPr>
          <a:xfrm>
            <a:off x="810904" y="300251"/>
            <a:ext cx="10515600" cy="81886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45F92"/>
              </a:buClr>
              <a:buSzPts val="3600"/>
              <a:buFont typeface="Arial"/>
              <a:buNone/>
            </a:pPr>
            <a:r>
              <a:rPr lang="fr-FR" sz="3600" b="1">
                <a:solidFill>
                  <a:srgbClr val="045F92"/>
                </a:solidFill>
              </a:rPr>
              <a:t>Definition and Meaning of “Slang”</a:t>
            </a:r>
            <a:br>
              <a:rPr lang="fr-FR" sz="3600" b="1">
                <a:solidFill>
                  <a:srgbClr val="045F92"/>
                </a:solidFill>
              </a:rPr>
            </a:br>
            <a:endParaRPr sz="3600">
              <a:solidFill>
                <a:srgbClr val="045F92"/>
              </a:solidFill>
            </a:endParaRPr>
          </a:p>
        </p:txBody>
      </p:sp>
      <p:sp>
        <p:nvSpPr>
          <p:cNvPr id="549" name="Google Shape;549;p38"/>
          <p:cNvSpPr txBox="1">
            <a:spLocks noGrp="1"/>
          </p:cNvSpPr>
          <p:nvPr>
            <p:ph type="body" idx="1"/>
          </p:nvPr>
        </p:nvSpPr>
        <p:spPr>
          <a:xfrm>
            <a:off x="272956" y="1095234"/>
            <a:ext cx="11737075" cy="5442043"/>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None/>
            </a:pPr>
            <a:r>
              <a:rPr lang="fr-FR" b="1"/>
              <a:t>What does it mean when we talk about “slang”?</a:t>
            </a:r>
            <a:endParaRPr/>
          </a:p>
          <a:p>
            <a:pPr marL="228600" lvl="0" indent="-228600" algn="l" rtl="0">
              <a:lnSpc>
                <a:spcPct val="90000"/>
              </a:lnSpc>
              <a:spcBef>
                <a:spcPts val="1000"/>
              </a:spcBef>
              <a:spcAft>
                <a:spcPts val="0"/>
              </a:spcAft>
              <a:buClr>
                <a:schemeClr val="dk1"/>
              </a:buClr>
              <a:buSzPts val="2000"/>
              <a:buNone/>
            </a:pPr>
            <a:endParaRPr sz="2000" b="1">
              <a:solidFill>
                <a:srgbClr val="045F92"/>
              </a:solidFill>
            </a:endParaRPr>
          </a:p>
          <a:p>
            <a:pPr marL="228600" lvl="0" indent="-228600" algn="l" rtl="0">
              <a:lnSpc>
                <a:spcPct val="90000"/>
              </a:lnSpc>
              <a:spcBef>
                <a:spcPts val="1000"/>
              </a:spcBef>
              <a:spcAft>
                <a:spcPts val="0"/>
              </a:spcAft>
              <a:buClr>
                <a:srgbClr val="045F92"/>
              </a:buClr>
              <a:buSzPts val="2000"/>
              <a:buChar char="•"/>
            </a:pPr>
            <a:r>
              <a:rPr lang="fr-FR" sz="2000" b="1">
                <a:solidFill>
                  <a:srgbClr val="045F92"/>
                </a:solidFill>
              </a:rPr>
              <a:t>Slang is a very informal kind of language that is usually only spoken and not written. </a:t>
            </a:r>
            <a:endParaRPr/>
          </a:p>
          <a:p>
            <a:pPr marL="228600" lvl="0" indent="-228600" algn="l" rtl="0">
              <a:lnSpc>
                <a:spcPct val="90000"/>
              </a:lnSpc>
              <a:spcBef>
                <a:spcPts val="1000"/>
              </a:spcBef>
              <a:spcAft>
                <a:spcPts val="0"/>
              </a:spcAft>
              <a:buClr>
                <a:srgbClr val="045F92"/>
              </a:buClr>
              <a:buSzPts val="2000"/>
              <a:buNone/>
            </a:pPr>
            <a:r>
              <a:rPr lang="fr-FR" sz="2000" b="1">
                <a:solidFill>
                  <a:srgbClr val="045F92"/>
                </a:solidFill>
              </a:rPr>
              <a:t>It is, especially used by particular groups of people. </a:t>
            </a:r>
            <a:endParaRPr/>
          </a:p>
          <a:p>
            <a:pPr marL="228600" lvl="0" indent="-228600" algn="l" rtl="0">
              <a:lnSpc>
                <a:spcPct val="90000"/>
              </a:lnSpc>
              <a:spcBef>
                <a:spcPts val="1000"/>
              </a:spcBef>
              <a:spcAft>
                <a:spcPts val="0"/>
              </a:spcAft>
              <a:buClr>
                <a:srgbClr val="023F61"/>
              </a:buClr>
              <a:buSzPts val="2000"/>
              <a:buChar char="•"/>
            </a:pPr>
            <a:r>
              <a:rPr lang="fr-FR" sz="2000" b="1">
                <a:solidFill>
                  <a:srgbClr val="023F61"/>
                </a:solidFill>
              </a:rPr>
              <a:t>Slang is more familiar than colloquial language</a:t>
            </a:r>
            <a:r>
              <a:rPr lang="fr-FR" sz="2000">
                <a:solidFill>
                  <a:srgbClr val="023F61"/>
                </a:solidFill>
              </a:rPr>
              <a:t>.</a:t>
            </a:r>
            <a:endParaRPr sz="2000" b="1">
              <a:solidFill>
                <a:srgbClr val="023F61"/>
              </a:solidFill>
            </a:endParaRPr>
          </a:p>
          <a:p>
            <a:pPr marL="228600" lvl="0" indent="-228600" algn="l" rtl="0">
              <a:lnSpc>
                <a:spcPct val="90000"/>
              </a:lnSpc>
              <a:spcBef>
                <a:spcPts val="1000"/>
              </a:spcBef>
              <a:spcAft>
                <a:spcPts val="0"/>
              </a:spcAft>
              <a:buClr>
                <a:srgbClr val="FF0000"/>
              </a:buClr>
              <a:buSzPts val="2000"/>
              <a:buNone/>
            </a:pPr>
            <a:r>
              <a:rPr lang="fr-FR" sz="2000">
                <a:solidFill>
                  <a:srgbClr val="FF0000"/>
                </a:solidFill>
              </a:rPr>
              <a:t>For example, there is:</a:t>
            </a:r>
            <a:endParaRPr sz="2000">
              <a:solidFill>
                <a:srgbClr val="FF0000"/>
              </a:solidFill>
            </a:endParaRPr>
          </a:p>
          <a:p>
            <a:pPr marL="228600" lvl="0" indent="-228600" algn="l" rtl="0">
              <a:lnSpc>
                <a:spcPct val="90000"/>
              </a:lnSpc>
              <a:spcBef>
                <a:spcPts val="1000"/>
              </a:spcBef>
              <a:spcAft>
                <a:spcPts val="0"/>
              </a:spcAft>
              <a:buClr>
                <a:srgbClr val="FF0000"/>
              </a:buClr>
              <a:buSzPts val="2000"/>
              <a:buChar char="•"/>
            </a:pPr>
            <a:r>
              <a:rPr lang="fr-FR" sz="2000">
                <a:solidFill>
                  <a:srgbClr val="FF0000"/>
                </a:solidFill>
              </a:rPr>
              <a:t>youth/teen slang</a:t>
            </a:r>
            <a:endParaRPr/>
          </a:p>
          <a:p>
            <a:pPr marL="228600" lvl="0" indent="-228600" algn="l" rtl="0">
              <a:lnSpc>
                <a:spcPct val="90000"/>
              </a:lnSpc>
              <a:spcBef>
                <a:spcPts val="1000"/>
              </a:spcBef>
              <a:spcAft>
                <a:spcPts val="0"/>
              </a:spcAft>
              <a:buClr>
                <a:srgbClr val="FF0000"/>
              </a:buClr>
              <a:buSzPts val="2000"/>
              <a:buChar char="•"/>
            </a:pPr>
            <a:r>
              <a:rPr lang="fr-FR" sz="2000">
                <a:solidFill>
                  <a:srgbClr val="FF0000"/>
                </a:solidFill>
              </a:rPr>
              <a:t>internet slang</a:t>
            </a:r>
            <a:endParaRPr/>
          </a:p>
          <a:p>
            <a:pPr marL="228600" lvl="0" indent="-228600" algn="l" rtl="0">
              <a:lnSpc>
                <a:spcPct val="90000"/>
              </a:lnSpc>
              <a:spcBef>
                <a:spcPts val="1000"/>
              </a:spcBef>
              <a:spcAft>
                <a:spcPts val="0"/>
              </a:spcAft>
              <a:buClr>
                <a:srgbClr val="FF0000"/>
              </a:buClr>
              <a:buSzPts val="2000"/>
              <a:buChar char="•"/>
            </a:pPr>
            <a:r>
              <a:rPr lang="fr-FR" sz="2000">
                <a:solidFill>
                  <a:srgbClr val="FF0000"/>
                </a:solidFill>
              </a:rPr>
              <a:t>army slang</a:t>
            </a:r>
            <a:endParaRPr/>
          </a:p>
          <a:p>
            <a:pPr marL="228600" lvl="0" indent="-228600" algn="l" rtl="0">
              <a:lnSpc>
                <a:spcPct val="90000"/>
              </a:lnSpc>
              <a:spcBef>
                <a:spcPts val="1000"/>
              </a:spcBef>
              <a:spcAft>
                <a:spcPts val="0"/>
              </a:spcAft>
              <a:buClr>
                <a:srgbClr val="FF0000"/>
              </a:buClr>
              <a:buSzPts val="2000"/>
              <a:buChar char="•"/>
            </a:pPr>
            <a:r>
              <a:rPr lang="fr-FR" sz="2000">
                <a:solidFill>
                  <a:srgbClr val="FF0000"/>
                </a:solidFill>
              </a:rPr>
              <a:t>hip-hop/rap slang</a:t>
            </a:r>
            <a:endParaRPr/>
          </a:p>
          <a:p>
            <a:pPr marL="228600" lvl="0" indent="-228600" algn="l" rtl="0">
              <a:lnSpc>
                <a:spcPct val="90000"/>
              </a:lnSpc>
              <a:spcBef>
                <a:spcPts val="1000"/>
              </a:spcBef>
              <a:spcAft>
                <a:spcPts val="0"/>
              </a:spcAft>
              <a:buClr>
                <a:srgbClr val="FF0000"/>
              </a:buClr>
              <a:buSzPts val="2000"/>
              <a:buChar char="•"/>
            </a:pPr>
            <a:r>
              <a:rPr lang="fr-FR" sz="2000">
                <a:solidFill>
                  <a:srgbClr val="FF0000"/>
                </a:solidFill>
              </a:rPr>
              <a:t>slang used by different ethnic groups</a:t>
            </a:r>
            <a:endParaRPr sz="2000">
              <a:solidFill>
                <a:srgbClr val="FF0000"/>
              </a:solidFill>
            </a:endParaRPr>
          </a:p>
          <a:p>
            <a:pPr marL="228600" lvl="0" indent="-228600" algn="l" rtl="0">
              <a:lnSpc>
                <a:spcPct val="100000"/>
              </a:lnSpc>
              <a:spcBef>
                <a:spcPts val="1000"/>
              </a:spcBef>
              <a:spcAft>
                <a:spcPts val="0"/>
              </a:spcAft>
              <a:buClr>
                <a:srgbClr val="045F92"/>
              </a:buClr>
              <a:buSzPts val="2000"/>
              <a:buNone/>
            </a:pPr>
            <a:r>
              <a:rPr lang="fr-FR" sz="2000" b="1">
                <a:solidFill>
                  <a:srgbClr val="045F92"/>
                </a:solidFill>
              </a:rPr>
              <a:t>Slang is often used unconsciously to linguistically separate its group from other groups.</a:t>
            </a:r>
            <a:r>
              <a:rPr lang="fr-FR" sz="2000">
                <a:solidFill>
                  <a:srgbClr val="045F92"/>
                </a:solidFill>
              </a:rPr>
              <a:t> Especially teenagers use slang expressions to differentiate from the old-fashioned way their parents speak.</a:t>
            </a:r>
            <a:endParaRPr sz="2000">
              <a:solidFill>
                <a:srgbClr val="045F92"/>
              </a:solidFill>
            </a:endParaRPr>
          </a:p>
          <a:p>
            <a:pPr marL="228600" lvl="0" indent="-228600" algn="l" rtl="0">
              <a:lnSpc>
                <a:spcPct val="90000"/>
              </a:lnSpc>
              <a:spcBef>
                <a:spcPts val="1000"/>
              </a:spcBef>
              <a:spcAft>
                <a:spcPts val="0"/>
              </a:spcAft>
              <a:buClr>
                <a:schemeClr val="dk1"/>
              </a:buClr>
              <a:buSzPts val="2000"/>
              <a:buNone/>
            </a:pPr>
            <a:endParaRPr sz="2000">
              <a:solidFill>
                <a:srgbClr val="045F92"/>
              </a:solidFill>
            </a:endParaRPr>
          </a:p>
        </p:txBody>
      </p:sp>
      <p:sp>
        <p:nvSpPr>
          <p:cNvPr id="550" name="Google Shape;550;p3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fr-FR"/>
              <a:t>37</a:t>
            </a:fld>
            <a:endParaRPr/>
          </a:p>
        </p:txBody>
      </p:sp>
      <p:pic>
        <p:nvPicPr>
          <p:cNvPr id="551" name="Google Shape;551;p38" descr="C:\Users\Lenovo\OneDrive\Desktop\unnamed.gif"/>
          <p:cNvPicPr preferRelativeResize="0"/>
          <p:nvPr/>
        </p:nvPicPr>
        <p:blipFill rotWithShape="1">
          <a:blip r:embed="rId3">
            <a:alphaModFix/>
          </a:blip>
          <a:srcRect/>
          <a:stretch/>
        </p:blipFill>
        <p:spPr>
          <a:xfrm>
            <a:off x="7724634" y="3127062"/>
            <a:ext cx="3441936" cy="224414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555"/>
        <p:cNvGrpSpPr/>
        <p:nvPr/>
      </p:nvGrpSpPr>
      <p:grpSpPr>
        <a:xfrm>
          <a:off x="0" y="0"/>
          <a:ext cx="0" cy="0"/>
          <a:chOff x="0" y="0"/>
          <a:chExt cx="0" cy="0"/>
        </a:xfrm>
      </p:grpSpPr>
      <p:sp>
        <p:nvSpPr>
          <p:cNvPr id="556" name="Google Shape;556;p39"/>
          <p:cNvSpPr txBox="1">
            <a:spLocks noGrp="1"/>
          </p:cNvSpPr>
          <p:nvPr>
            <p:ph type="body" idx="1"/>
          </p:nvPr>
        </p:nvSpPr>
        <p:spPr>
          <a:xfrm>
            <a:off x="182880" y="881541"/>
            <a:ext cx="11395880" cy="4993400"/>
          </a:xfrm>
          <a:prstGeom prst="rect">
            <a:avLst/>
          </a:prstGeom>
          <a:noFill/>
          <a:ln>
            <a:noFill/>
          </a:ln>
        </p:spPr>
        <p:txBody>
          <a:bodyPr spcFirstLastPara="1" wrap="square" lIns="91425" tIns="45700" rIns="91425" bIns="45700" anchor="t" anchorCtr="0">
            <a:noAutofit/>
          </a:bodyPr>
          <a:lstStyle/>
          <a:p>
            <a:pPr marL="228600" lvl="0" indent="-228600" algn="l" rtl="0">
              <a:lnSpc>
                <a:spcPct val="150000"/>
              </a:lnSpc>
              <a:spcBef>
                <a:spcPts val="0"/>
              </a:spcBef>
              <a:spcAft>
                <a:spcPts val="0"/>
              </a:spcAft>
              <a:buClr>
                <a:schemeClr val="dk1"/>
              </a:buClr>
              <a:buSzPts val="2000"/>
              <a:buNone/>
            </a:pPr>
            <a:r>
              <a:rPr lang="fr-FR" sz="2000"/>
              <a:t>Although Americans and the British speak the same language,</a:t>
            </a:r>
            <a:r>
              <a:rPr lang="fr-FR" sz="2000" b="1"/>
              <a:t> </a:t>
            </a:r>
            <a:r>
              <a:rPr lang="fr-FR" sz="2000" b="1">
                <a:solidFill>
                  <a:srgbClr val="C00000"/>
                </a:solidFill>
              </a:rPr>
              <a:t>there are American slang words and phrases which are at least confusing for British.</a:t>
            </a:r>
            <a:r>
              <a:rPr lang="fr-FR" sz="2000">
                <a:solidFill>
                  <a:srgbClr val="C00000"/>
                </a:solidFill>
              </a:rPr>
              <a:t> </a:t>
            </a:r>
            <a:r>
              <a:rPr lang="fr-FR" sz="2000"/>
              <a:t>Sometimes they don’t understand them at all.</a:t>
            </a:r>
            <a:endParaRPr/>
          </a:p>
          <a:p>
            <a:pPr marL="228600" lvl="0" indent="-228600" algn="l" rtl="0">
              <a:lnSpc>
                <a:spcPct val="150000"/>
              </a:lnSpc>
              <a:spcBef>
                <a:spcPts val="1000"/>
              </a:spcBef>
              <a:spcAft>
                <a:spcPts val="0"/>
              </a:spcAft>
              <a:buClr>
                <a:schemeClr val="dk1"/>
              </a:buClr>
              <a:buSzPts val="2000"/>
              <a:buChar char="•"/>
            </a:pPr>
            <a:r>
              <a:rPr lang="fr-FR" sz="2000"/>
              <a:t>A common example of this phenomenon is the word </a:t>
            </a:r>
            <a:r>
              <a:rPr lang="fr-FR" sz="2000" b="1"/>
              <a:t>“pants.”</a:t>
            </a:r>
            <a:r>
              <a:rPr lang="fr-FR" sz="2000"/>
              <a:t> When hearing the word “pants,” Americans are expecting </a:t>
            </a:r>
            <a:r>
              <a:rPr lang="fr-FR" sz="2000">
                <a:solidFill>
                  <a:srgbClr val="023F61"/>
                </a:solidFill>
              </a:rPr>
              <a:t>long pants (Trousers)</a:t>
            </a:r>
            <a:r>
              <a:rPr lang="fr-FR" sz="2000"/>
              <a:t>, whereas the British are expecting underwear.</a:t>
            </a:r>
            <a:endParaRPr sz="2000"/>
          </a:p>
          <a:p>
            <a:pPr marL="228600" lvl="0" indent="-228600" algn="l" rtl="0">
              <a:lnSpc>
                <a:spcPct val="150000"/>
              </a:lnSpc>
              <a:spcBef>
                <a:spcPts val="1000"/>
              </a:spcBef>
              <a:spcAft>
                <a:spcPts val="0"/>
              </a:spcAft>
              <a:buClr>
                <a:schemeClr val="dk1"/>
              </a:buClr>
              <a:buSzPts val="2000"/>
              <a:buChar char="•"/>
            </a:pPr>
            <a:r>
              <a:rPr lang="fr-FR" sz="2000"/>
              <a:t>Another significant examples is </a:t>
            </a:r>
            <a:r>
              <a:rPr lang="fr-FR" sz="2000" b="1">
                <a:solidFill>
                  <a:srgbClr val="023F61"/>
                </a:solidFill>
              </a:rPr>
              <a:t>“to ride shotgun.” </a:t>
            </a:r>
            <a:r>
              <a:rPr lang="fr-FR" sz="2000"/>
              <a:t>i.e. to be in the passenger seat.</a:t>
            </a:r>
            <a:endParaRPr sz="2000"/>
          </a:p>
          <a:p>
            <a:pPr marL="228600" lvl="0" indent="-228600" algn="l" rtl="0">
              <a:lnSpc>
                <a:spcPct val="150000"/>
              </a:lnSpc>
              <a:spcBef>
                <a:spcPts val="1000"/>
              </a:spcBef>
              <a:spcAft>
                <a:spcPts val="0"/>
              </a:spcAft>
              <a:buClr>
                <a:schemeClr val="dk1"/>
              </a:buClr>
              <a:buSzPts val="2000"/>
              <a:buNone/>
            </a:pPr>
            <a:r>
              <a:rPr lang="fr-FR" sz="2000"/>
              <a:t>If an American would say to his British friend: “I’m driving. You are riding shotgun.” his friend would most likely look at him confused and be completely irritated.</a:t>
            </a:r>
            <a:endParaRPr sz="2000"/>
          </a:p>
          <a:p>
            <a:pPr marL="228600" lvl="0" indent="-228600" algn="l" rtl="0">
              <a:lnSpc>
                <a:spcPct val="90000"/>
              </a:lnSpc>
              <a:spcBef>
                <a:spcPts val="1000"/>
              </a:spcBef>
              <a:spcAft>
                <a:spcPts val="0"/>
              </a:spcAft>
              <a:buClr>
                <a:schemeClr val="dk1"/>
              </a:buClr>
              <a:buSzPts val="1800"/>
              <a:buNone/>
            </a:pPr>
            <a:endParaRPr sz="1800" b="1"/>
          </a:p>
          <a:p>
            <a:pPr marL="228600" lvl="0" indent="-228600" algn="l" rtl="0">
              <a:lnSpc>
                <a:spcPct val="90000"/>
              </a:lnSpc>
              <a:spcBef>
                <a:spcPts val="1000"/>
              </a:spcBef>
              <a:spcAft>
                <a:spcPts val="0"/>
              </a:spcAft>
              <a:buClr>
                <a:srgbClr val="023F61"/>
              </a:buClr>
              <a:buSzPts val="2800"/>
              <a:buNone/>
            </a:pPr>
            <a:r>
              <a:rPr lang="fr-FR" b="1">
                <a:solidFill>
                  <a:srgbClr val="023F61"/>
                </a:solidFill>
              </a:rPr>
              <a:t>Now, what about you?</a:t>
            </a:r>
            <a:endParaRPr b="1">
              <a:solidFill>
                <a:srgbClr val="023F61"/>
              </a:solidFill>
            </a:endParaRPr>
          </a:p>
          <a:p>
            <a:pPr marL="228600" lvl="0" indent="-228600" algn="l" rtl="0">
              <a:lnSpc>
                <a:spcPct val="90000"/>
              </a:lnSpc>
              <a:spcBef>
                <a:spcPts val="1000"/>
              </a:spcBef>
              <a:spcAft>
                <a:spcPts val="0"/>
              </a:spcAft>
              <a:buClr>
                <a:srgbClr val="023F61"/>
              </a:buClr>
              <a:buSzPts val="2400"/>
              <a:buChar char="•"/>
            </a:pPr>
            <a:r>
              <a:rPr lang="fr-FR" sz="2400">
                <a:solidFill>
                  <a:srgbClr val="023F61"/>
                </a:solidFill>
              </a:rPr>
              <a:t>What other fun American slang expressions do you know?</a:t>
            </a:r>
            <a:endParaRPr sz="2400">
              <a:solidFill>
                <a:srgbClr val="023F61"/>
              </a:solidFill>
            </a:endParaRPr>
          </a:p>
          <a:p>
            <a:pPr marL="228600" lvl="0" indent="-114300" algn="l" rtl="0">
              <a:lnSpc>
                <a:spcPct val="90000"/>
              </a:lnSpc>
              <a:spcBef>
                <a:spcPts val="1000"/>
              </a:spcBef>
              <a:spcAft>
                <a:spcPts val="0"/>
              </a:spcAft>
              <a:buClr>
                <a:schemeClr val="dk1"/>
              </a:buClr>
              <a:buSzPts val="1800"/>
              <a:buNone/>
            </a:pPr>
            <a:endParaRPr sz="1800"/>
          </a:p>
        </p:txBody>
      </p:sp>
      <p:sp>
        <p:nvSpPr>
          <p:cNvPr id="557" name="Google Shape;557;p39"/>
          <p:cNvSpPr txBox="1"/>
          <p:nvPr/>
        </p:nvSpPr>
        <p:spPr>
          <a:xfrm>
            <a:off x="292290" y="-163774"/>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Clr>
                <a:srgbClr val="023F61"/>
              </a:buClr>
              <a:buSzPts val="3200"/>
              <a:buFont typeface="Arial"/>
              <a:buNone/>
            </a:pPr>
            <a:r>
              <a:rPr lang="fr-FR" sz="3200" b="1">
                <a:solidFill>
                  <a:srgbClr val="023F61"/>
                </a:solidFill>
                <a:latin typeface="Arial"/>
                <a:ea typeface="Arial"/>
                <a:cs typeface="Arial"/>
                <a:sym typeface="Arial"/>
              </a:rPr>
              <a:t>American Slang phrases and words in British English</a:t>
            </a:r>
            <a:endParaRPr sz="3200" b="1">
              <a:solidFill>
                <a:srgbClr val="023F61"/>
              </a:solidFill>
              <a:latin typeface="Arial"/>
              <a:ea typeface="Arial"/>
              <a:cs typeface="Arial"/>
              <a:sym typeface="Arial"/>
            </a:endParaRPr>
          </a:p>
        </p:txBody>
      </p:sp>
      <p:sp>
        <p:nvSpPr>
          <p:cNvPr id="558" name="Google Shape;558;p3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38</a:t>
            </a:fld>
            <a:endParaRPr/>
          </a:p>
        </p:txBody>
      </p:sp>
      <p:pic>
        <p:nvPicPr>
          <p:cNvPr id="559" name="Google Shape;559;p39" descr="C:\Users\Lenovo\OneDrive\Desktop\téléchargement (3).jpg"/>
          <p:cNvPicPr preferRelativeResize="0"/>
          <p:nvPr/>
        </p:nvPicPr>
        <p:blipFill rotWithShape="1">
          <a:blip r:embed="rId3">
            <a:alphaModFix/>
          </a:blip>
          <a:srcRect/>
          <a:stretch/>
        </p:blipFill>
        <p:spPr>
          <a:xfrm>
            <a:off x="8838986" y="4585687"/>
            <a:ext cx="3353014" cy="148756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5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5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5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563"/>
        <p:cNvGrpSpPr/>
        <p:nvPr/>
      </p:nvGrpSpPr>
      <p:grpSpPr>
        <a:xfrm>
          <a:off x="0" y="0"/>
          <a:ext cx="0" cy="0"/>
          <a:chOff x="0" y="0"/>
          <a:chExt cx="0" cy="0"/>
        </a:xfrm>
      </p:grpSpPr>
      <p:sp>
        <p:nvSpPr>
          <p:cNvPr id="564" name="Google Shape;564;p40"/>
          <p:cNvSpPr txBox="1">
            <a:spLocks noGrp="1"/>
          </p:cNvSpPr>
          <p:nvPr>
            <p:ph type="body" idx="1"/>
          </p:nvPr>
        </p:nvSpPr>
        <p:spPr>
          <a:xfrm>
            <a:off x="5645623" y="968990"/>
            <a:ext cx="6546377" cy="550004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3200"/>
              <a:buNone/>
            </a:pPr>
            <a:r>
              <a:rPr lang="fr-FR" sz="3200" b="1">
                <a:latin typeface="Arial"/>
                <a:ea typeface="Arial"/>
                <a:cs typeface="Arial"/>
                <a:sym typeface="Arial"/>
              </a:rPr>
              <a:t>	</a:t>
            </a:r>
            <a:r>
              <a:rPr lang="fr-FR" b="1">
                <a:solidFill>
                  <a:srgbClr val="002060"/>
                </a:solidFill>
                <a:latin typeface="Arial"/>
                <a:ea typeface="Arial"/>
                <a:cs typeface="Arial"/>
                <a:sym typeface="Arial"/>
              </a:rPr>
              <a:t>MEANING</a:t>
            </a:r>
            <a:r>
              <a:rPr lang="fr-FR" sz="4400" b="1">
                <a:solidFill>
                  <a:srgbClr val="002060"/>
                </a:solidFill>
                <a:latin typeface="Arial"/>
                <a:ea typeface="Arial"/>
                <a:cs typeface="Arial"/>
                <a:sym typeface="Arial"/>
              </a:rPr>
              <a:t>	</a:t>
            </a:r>
            <a:endParaRPr/>
          </a:p>
          <a:p>
            <a:pPr marL="228600" lvl="0" indent="-228600" algn="l" rtl="0">
              <a:lnSpc>
                <a:spcPct val="90000"/>
              </a:lnSpc>
              <a:spcBef>
                <a:spcPts val="1000"/>
              </a:spcBef>
              <a:spcAft>
                <a:spcPts val="0"/>
              </a:spcAft>
              <a:buClr>
                <a:schemeClr val="dk1"/>
              </a:buClr>
              <a:buSzPts val="1800"/>
              <a:buNone/>
            </a:pPr>
            <a:endParaRPr sz="1800" b="1">
              <a:solidFill>
                <a:srgbClr val="002060"/>
              </a:solidFill>
              <a:latin typeface="Arial"/>
              <a:ea typeface="Arial"/>
              <a:cs typeface="Arial"/>
              <a:sym typeface="Arial"/>
            </a:endParaRPr>
          </a:p>
          <a:p>
            <a:pPr marL="457200" lvl="0" indent="-457200" algn="l" rtl="0">
              <a:lnSpc>
                <a:spcPct val="90000"/>
              </a:lnSpc>
              <a:spcBef>
                <a:spcPts val="1000"/>
              </a:spcBef>
              <a:spcAft>
                <a:spcPts val="0"/>
              </a:spcAft>
              <a:buClr>
                <a:srgbClr val="C00000"/>
              </a:buClr>
              <a:buSzPts val="2400"/>
              <a:buFont typeface="Arial"/>
              <a:buAutoNum type="alphaUcPeriod"/>
            </a:pPr>
            <a:r>
              <a:rPr lang="fr-FR" sz="2400">
                <a:solidFill>
                  <a:srgbClr val="C00000"/>
                </a:solidFill>
              </a:rPr>
              <a:t>it's not a (big) problem	</a:t>
            </a:r>
            <a:endParaRPr sz="13800">
              <a:solidFill>
                <a:srgbClr val="C00000"/>
              </a:solidFill>
            </a:endParaRPr>
          </a:p>
          <a:p>
            <a:pPr marL="457200" lvl="0" indent="-457200" algn="l" rtl="0">
              <a:lnSpc>
                <a:spcPct val="90000"/>
              </a:lnSpc>
              <a:spcBef>
                <a:spcPts val="1000"/>
              </a:spcBef>
              <a:spcAft>
                <a:spcPts val="0"/>
              </a:spcAft>
              <a:buClr>
                <a:srgbClr val="C00000"/>
              </a:buClr>
              <a:buSzPts val="2400"/>
              <a:buFont typeface="Arial"/>
              <a:buAutoNum type="alphaUcPeriod"/>
            </a:pPr>
            <a:r>
              <a:rPr lang="fr-FR" sz="2400">
                <a:solidFill>
                  <a:srgbClr val="C00000"/>
                </a:solidFill>
              </a:rPr>
              <a:t>a disappointment</a:t>
            </a:r>
            <a:endParaRPr sz="13800">
              <a:solidFill>
                <a:srgbClr val="C00000"/>
              </a:solidFill>
            </a:endParaRPr>
          </a:p>
          <a:p>
            <a:pPr marL="457200" lvl="0" indent="-457200" algn="l" rtl="0">
              <a:lnSpc>
                <a:spcPct val="90000"/>
              </a:lnSpc>
              <a:spcBef>
                <a:spcPts val="1000"/>
              </a:spcBef>
              <a:spcAft>
                <a:spcPts val="0"/>
              </a:spcAft>
              <a:buClr>
                <a:srgbClr val="C00000"/>
              </a:buClr>
              <a:buSzPts val="2400"/>
              <a:buFont typeface="Arial"/>
              <a:buAutoNum type="alphaUcPeriod"/>
            </a:pPr>
            <a:r>
              <a:rPr lang="fr-FR" sz="2400">
                <a:solidFill>
                  <a:srgbClr val="C00000"/>
                </a:solidFill>
                <a:latin typeface="Arial"/>
                <a:ea typeface="Arial"/>
                <a:cs typeface="Arial"/>
                <a:sym typeface="Arial"/>
              </a:rPr>
              <a:t>to eat a lot of food in a messy way</a:t>
            </a:r>
            <a:endParaRPr sz="13800">
              <a:solidFill>
                <a:srgbClr val="C00000"/>
              </a:solidFill>
              <a:latin typeface="Arial"/>
              <a:ea typeface="Arial"/>
              <a:cs typeface="Arial"/>
              <a:sym typeface="Arial"/>
            </a:endParaRPr>
          </a:p>
          <a:p>
            <a:pPr marL="457200" lvl="0" indent="-457200" algn="l" rtl="0">
              <a:lnSpc>
                <a:spcPct val="90000"/>
              </a:lnSpc>
              <a:spcBef>
                <a:spcPts val="1000"/>
              </a:spcBef>
              <a:spcAft>
                <a:spcPts val="0"/>
              </a:spcAft>
              <a:buClr>
                <a:srgbClr val="C00000"/>
              </a:buClr>
              <a:buSzPts val="2400"/>
              <a:buFont typeface="Arial"/>
              <a:buAutoNum type="alphaUcPeriod"/>
            </a:pPr>
            <a:r>
              <a:rPr lang="fr-FR" sz="2400">
                <a:solidFill>
                  <a:srgbClr val="C00000"/>
                </a:solidFill>
                <a:latin typeface="Arial"/>
                <a:ea typeface="Arial"/>
                <a:cs typeface="Arial"/>
                <a:sym typeface="Arial"/>
              </a:rPr>
              <a:t>someone who loves or really enjoys parties</a:t>
            </a:r>
            <a:endParaRPr/>
          </a:p>
          <a:p>
            <a:pPr marL="457200" lvl="0" indent="-457200" algn="l" rtl="0">
              <a:lnSpc>
                <a:spcPct val="90000"/>
              </a:lnSpc>
              <a:spcBef>
                <a:spcPts val="1000"/>
              </a:spcBef>
              <a:spcAft>
                <a:spcPts val="0"/>
              </a:spcAft>
              <a:buClr>
                <a:srgbClr val="C00000"/>
              </a:buClr>
              <a:buSzPts val="2400"/>
              <a:buFont typeface="Arial"/>
              <a:buAutoNum type="alphaUcPeriod"/>
            </a:pPr>
            <a:r>
              <a:rPr lang="fr-FR" sz="2400">
                <a:solidFill>
                  <a:srgbClr val="C00000"/>
                </a:solidFill>
                <a:latin typeface="Arial"/>
                <a:ea typeface="Arial"/>
                <a:cs typeface="Arial"/>
                <a:sym typeface="Arial"/>
              </a:rPr>
              <a:t>to be attracted to s.o in a romantic way</a:t>
            </a:r>
            <a:endParaRPr/>
          </a:p>
          <a:p>
            <a:pPr marL="457200" lvl="0" indent="-457200" algn="l" rtl="0">
              <a:lnSpc>
                <a:spcPct val="90000"/>
              </a:lnSpc>
              <a:spcBef>
                <a:spcPts val="1000"/>
              </a:spcBef>
              <a:spcAft>
                <a:spcPts val="0"/>
              </a:spcAft>
              <a:buClr>
                <a:srgbClr val="C00000"/>
              </a:buClr>
              <a:buSzPts val="2400"/>
              <a:buFont typeface="Arial"/>
              <a:buAutoNum type="alphaUcPeriod"/>
            </a:pPr>
            <a:r>
              <a:rPr lang="fr-FR" sz="2400">
                <a:solidFill>
                  <a:srgbClr val="C00000"/>
                </a:solidFill>
                <a:latin typeface="Arial"/>
                <a:ea typeface="Arial"/>
                <a:cs typeface="Arial"/>
                <a:sym typeface="Arial"/>
              </a:rPr>
              <a:t>a huge failure or complete disaster	</a:t>
            </a:r>
            <a:endParaRPr sz="13800">
              <a:solidFill>
                <a:srgbClr val="C00000"/>
              </a:solidFill>
              <a:latin typeface="Arial"/>
              <a:ea typeface="Arial"/>
              <a:cs typeface="Arial"/>
              <a:sym typeface="Arial"/>
            </a:endParaRPr>
          </a:p>
          <a:p>
            <a:pPr marL="457200" lvl="0" indent="-457200" algn="l" rtl="0">
              <a:lnSpc>
                <a:spcPct val="90000"/>
              </a:lnSpc>
              <a:spcBef>
                <a:spcPts val="1000"/>
              </a:spcBef>
              <a:spcAft>
                <a:spcPts val="0"/>
              </a:spcAft>
              <a:buClr>
                <a:srgbClr val="C00000"/>
              </a:buClr>
              <a:buSzPts val="2400"/>
              <a:buFont typeface="Arial"/>
              <a:buAutoNum type="alphaUcPeriod"/>
            </a:pPr>
            <a:r>
              <a:rPr lang="fr-FR" sz="2400">
                <a:solidFill>
                  <a:srgbClr val="C00000"/>
                </a:solidFill>
                <a:latin typeface="Arial"/>
                <a:ea typeface="Arial"/>
                <a:cs typeface="Arial"/>
                <a:sym typeface="Arial"/>
              </a:rPr>
              <a:t>to be extremely excited something</a:t>
            </a:r>
            <a:endParaRPr/>
          </a:p>
          <a:p>
            <a:pPr marL="457200" lvl="0" indent="-457200" algn="l" rtl="0">
              <a:lnSpc>
                <a:spcPct val="90000"/>
              </a:lnSpc>
              <a:spcBef>
                <a:spcPts val="1000"/>
              </a:spcBef>
              <a:spcAft>
                <a:spcPts val="0"/>
              </a:spcAft>
              <a:buClr>
                <a:srgbClr val="C00000"/>
              </a:buClr>
              <a:buSzPts val="2400"/>
              <a:buFont typeface="Arial"/>
              <a:buAutoNum type="alphaUcPeriod"/>
            </a:pPr>
            <a:r>
              <a:rPr lang="fr-FR" sz="2400">
                <a:solidFill>
                  <a:srgbClr val="C00000"/>
                </a:solidFill>
              </a:rPr>
              <a:t>something is awesome/really good</a:t>
            </a:r>
            <a:endParaRPr sz="2400">
              <a:solidFill>
                <a:srgbClr val="C00000"/>
              </a:solidFill>
              <a:latin typeface="Arial"/>
              <a:ea typeface="Arial"/>
              <a:cs typeface="Arial"/>
              <a:sym typeface="Arial"/>
            </a:endParaRPr>
          </a:p>
          <a:p>
            <a:pPr marL="457200" lvl="0" indent="-457200" algn="l" rtl="0">
              <a:lnSpc>
                <a:spcPct val="90000"/>
              </a:lnSpc>
              <a:spcBef>
                <a:spcPts val="1000"/>
              </a:spcBef>
              <a:spcAft>
                <a:spcPts val="0"/>
              </a:spcAft>
              <a:buClr>
                <a:srgbClr val="C00000"/>
              </a:buClr>
              <a:buSzPts val="2400"/>
              <a:buFont typeface="Arial"/>
              <a:buAutoNum type="alphaUcPeriod"/>
            </a:pPr>
            <a:r>
              <a:rPr lang="fr-FR" sz="2400">
                <a:solidFill>
                  <a:srgbClr val="C00000"/>
                </a:solidFill>
              </a:rPr>
              <a:t>someone who always stays inside</a:t>
            </a:r>
            <a:endParaRPr sz="2400">
              <a:solidFill>
                <a:srgbClr val="C00000"/>
              </a:solidFill>
              <a:latin typeface="Arial"/>
              <a:ea typeface="Arial"/>
              <a:cs typeface="Arial"/>
              <a:sym typeface="Arial"/>
            </a:endParaRPr>
          </a:p>
          <a:p>
            <a:pPr marL="457200" lvl="0" indent="-457200" algn="l" rtl="0">
              <a:lnSpc>
                <a:spcPct val="90000"/>
              </a:lnSpc>
              <a:spcBef>
                <a:spcPts val="1000"/>
              </a:spcBef>
              <a:spcAft>
                <a:spcPts val="0"/>
              </a:spcAft>
              <a:buClr>
                <a:srgbClr val="C00000"/>
              </a:buClr>
              <a:buSzPts val="2400"/>
              <a:buFont typeface="Arial"/>
              <a:buAutoNum type="alphaUcPeriod"/>
            </a:pPr>
            <a:r>
              <a:rPr lang="fr-FR" sz="2400">
                <a:solidFill>
                  <a:srgbClr val="C00000"/>
                </a:solidFill>
              </a:rPr>
              <a:t>to make someone crazy</a:t>
            </a:r>
            <a:endParaRPr sz="2400">
              <a:solidFill>
                <a:srgbClr val="C00000"/>
              </a:solidFill>
              <a:latin typeface="Arial"/>
              <a:ea typeface="Arial"/>
              <a:cs typeface="Arial"/>
              <a:sym typeface="Arial"/>
            </a:endParaRPr>
          </a:p>
          <a:p>
            <a:pPr marL="228600" lvl="0" indent="-228600" algn="l" rtl="0">
              <a:lnSpc>
                <a:spcPct val="90000"/>
              </a:lnSpc>
              <a:spcBef>
                <a:spcPts val="1000"/>
              </a:spcBef>
              <a:spcAft>
                <a:spcPts val="0"/>
              </a:spcAft>
              <a:buClr>
                <a:schemeClr val="dk1"/>
              </a:buClr>
              <a:buSzPts val="13800"/>
              <a:buNone/>
            </a:pPr>
            <a:endParaRPr sz="13800">
              <a:solidFill>
                <a:srgbClr val="C00000"/>
              </a:solidFill>
              <a:latin typeface="Arial"/>
              <a:ea typeface="Arial"/>
              <a:cs typeface="Arial"/>
              <a:sym typeface="Arial"/>
            </a:endParaRPr>
          </a:p>
        </p:txBody>
      </p:sp>
      <p:sp>
        <p:nvSpPr>
          <p:cNvPr id="565" name="Google Shape;565;p4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39</a:t>
            </a:fld>
            <a:endParaRPr/>
          </a:p>
        </p:txBody>
      </p:sp>
      <p:sp>
        <p:nvSpPr>
          <p:cNvPr id="566" name="Google Shape;566;p40"/>
          <p:cNvSpPr txBox="1"/>
          <p:nvPr/>
        </p:nvSpPr>
        <p:spPr>
          <a:xfrm>
            <a:off x="163773" y="1009932"/>
            <a:ext cx="5595582" cy="584806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2800" b="1">
                <a:solidFill>
                  <a:srgbClr val="C00000"/>
                </a:solidFill>
                <a:latin typeface="Arial"/>
                <a:ea typeface="Arial"/>
                <a:cs typeface="Arial"/>
                <a:sym typeface="Arial"/>
              </a:rPr>
              <a:t>AMERICAN SLANG</a:t>
            </a:r>
            <a:endParaRPr/>
          </a:p>
          <a:p>
            <a:pPr marL="0" marR="0" lvl="0" indent="0" algn="ctr" rtl="0">
              <a:spcBef>
                <a:spcPts val="0"/>
              </a:spcBef>
              <a:spcAft>
                <a:spcPts val="0"/>
              </a:spcAft>
              <a:buNone/>
            </a:pPr>
            <a:endParaRPr sz="2000">
              <a:solidFill>
                <a:srgbClr val="023F61"/>
              </a:solidFill>
              <a:latin typeface="Arial"/>
              <a:ea typeface="Arial"/>
              <a:cs typeface="Arial"/>
              <a:sym typeface="Arial"/>
            </a:endParaRPr>
          </a:p>
          <a:p>
            <a:pPr marL="514350" marR="0" lvl="0" indent="-514350" algn="l" rtl="0">
              <a:lnSpc>
                <a:spcPct val="150000"/>
              </a:lnSpc>
              <a:spcBef>
                <a:spcPts val="0"/>
              </a:spcBef>
              <a:spcAft>
                <a:spcPts val="0"/>
              </a:spcAft>
              <a:buClr>
                <a:srgbClr val="023F61"/>
              </a:buClr>
              <a:buSzPts val="2200"/>
              <a:buFont typeface="Arial"/>
              <a:buAutoNum type="arabicPeriod"/>
            </a:pPr>
            <a:r>
              <a:rPr lang="fr-FR" sz="2200">
                <a:solidFill>
                  <a:srgbClr val="023F61"/>
                </a:solidFill>
                <a:latin typeface="Arial"/>
                <a:ea typeface="Arial"/>
                <a:cs typeface="Arial"/>
                <a:sym typeface="Arial"/>
              </a:rPr>
              <a:t>to pig out </a:t>
            </a:r>
            <a:endParaRPr/>
          </a:p>
          <a:p>
            <a:pPr marL="514350" marR="0" lvl="0" indent="-514350" algn="l" rtl="0">
              <a:lnSpc>
                <a:spcPct val="150000"/>
              </a:lnSpc>
              <a:spcBef>
                <a:spcPts val="0"/>
              </a:spcBef>
              <a:spcAft>
                <a:spcPts val="0"/>
              </a:spcAft>
              <a:buClr>
                <a:srgbClr val="023F61"/>
              </a:buClr>
              <a:buSzPts val="2200"/>
              <a:buFont typeface="Arial"/>
              <a:buAutoNum type="arabicPeriod"/>
            </a:pPr>
            <a:r>
              <a:rPr lang="fr-FR" sz="2200">
                <a:solidFill>
                  <a:srgbClr val="023F61"/>
                </a:solidFill>
                <a:latin typeface="Arial"/>
                <a:ea typeface="Arial"/>
                <a:cs typeface="Arial"/>
                <a:sym typeface="Arial"/>
              </a:rPr>
              <a:t>to drive someone up the wall </a:t>
            </a:r>
            <a:endParaRPr/>
          </a:p>
          <a:p>
            <a:pPr marL="514350" marR="0" lvl="0" indent="-514350" algn="l" rtl="0">
              <a:lnSpc>
                <a:spcPct val="150000"/>
              </a:lnSpc>
              <a:spcBef>
                <a:spcPts val="0"/>
              </a:spcBef>
              <a:spcAft>
                <a:spcPts val="0"/>
              </a:spcAft>
              <a:buClr>
                <a:srgbClr val="023F61"/>
              </a:buClr>
              <a:buSzPts val="2200"/>
              <a:buFont typeface="Arial"/>
              <a:buAutoNum type="arabicPeriod"/>
            </a:pPr>
            <a:r>
              <a:rPr lang="fr-FR" sz="2200">
                <a:solidFill>
                  <a:srgbClr val="023F61"/>
                </a:solidFill>
                <a:latin typeface="Arial"/>
                <a:ea typeface="Arial"/>
                <a:cs typeface="Arial"/>
                <a:sym typeface="Arial"/>
              </a:rPr>
              <a:t>a couch potato </a:t>
            </a:r>
            <a:endParaRPr/>
          </a:p>
          <a:p>
            <a:pPr marL="514350" marR="0" lvl="0" indent="-514350" algn="l" rtl="0">
              <a:lnSpc>
                <a:spcPct val="150000"/>
              </a:lnSpc>
              <a:spcBef>
                <a:spcPts val="0"/>
              </a:spcBef>
              <a:spcAft>
                <a:spcPts val="0"/>
              </a:spcAft>
              <a:buClr>
                <a:srgbClr val="023F61"/>
              </a:buClr>
              <a:buSzPts val="2200"/>
              <a:buFont typeface="Arial"/>
              <a:buAutoNum type="arabicPeriod"/>
            </a:pPr>
            <a:r>
              <a:rPr lang="fr-FR" sz="2200">
                <a:solidFill>
                  <a:srgbClr val="023F61"/>
                </a:solidFill>
                <a:latin typeface="Arial"/>
                <a:ea typeface="Arial"/>
                <a:cs typeface="Arial"/>
                <a:sym typeface="Arial"/>
              </a:rPr>
              <a:t>a party animal </a:t>
            </a:r>
            <a:endParaRPr/>
          </a:p>
          <a:p>
            <a:pPr marL="514350" marR="0" lvl="0" indent="-514350" algn="l" rtl="0">
              <a:lnSpc>
                <a:spcPct val="150000"/>
              </a:lnSpc>
              <a:spcBef>
                <a:spcPts val="0"/>
              </a:spcBef>
              <a:spcAft>
                <a:spcPts val="0"/>
              </a:spcAft>
              <a:buClr>
                <a:srgbClr val="023F61"/>
              </a:buClr>
              <a:buSzPts val="2200"/>
              <a:buFont typeface="Arial"/>
              <a:buAutoNum type="arabicPeriod"/>
            </a:pPr>
            <a:r>
              <a:rPr lang="fr-FR" sz="2200">
                <a:solidFill>
                  <a:srgbClr val="023F61"/>
                </a:solidFill>
                <a:latin typeface="Arial"/>
                <a:ea typeface="Arial"/>
                <a:cs typeface="Arial"/>
                <a:sym typeface="Arial"/>
              </a:rPr>
              <a:t>it's no biggie </a:t>
            </a:r>
            <a:endParaRPr/>
          </a:p>
          <a:p>
            <a:pPr marL="514350" marR="0" lvl="0" indent="-514350" algn="l" rtl="0">
              <a:lnSpc>
                <a:spcPct val="150000"/>
              </a:lnSpc>
              <a:spcBef>
                <a:spcPts val="0"/>
              </a:spcBef>
              <a:spcAft>
                <a:spcPts val="0"/>
              </a:spcAft>
              <a:buClr>
                <a:srgbClr val="023F61"/>
              </a:buClr>
              <a:buSzPts val="2200"/>
              <a:buFont typeface="Arial"/>
              <a:buAutoNum type="arabicPeriod"/>
            </a:pPr>
            <a:r>
              <a:rPr lang="fr-FR" sz="2200">
                <a:solidFill>
                  <a:srgbClr val="023F61"/>
                </a:solidFill>
                <a:latin typeface="Arial"/>
                <a:ea typeface="Arial"/>
                <a:cs typeface="Arial"/>
                <a:sym typeface="Arial"/>
              </a:rPr>
              <a:t>a bummer </a:t>
            </a:r>
            <a:endParaRPr/>
          </a:p>
          <a:p>
            <a:pPr marL="514350" marR="0" lvl="0" indent="-514350" algn="l" rtl="0">
              <a:lnSpc>
                <a:spcPct val="150000"/>
              </a:lnSpc>
              <a:spcBef>
                <a:spcPts val="0"/>
              </a:spcBef>
              <a:spcAft>
                <a:spcPts val="0"/>
              </a:spcAft>
              <a:buClr>
                <a:srgbClr val="023F61"/>
              </a:buClr>
              <a:buSzPts val="2200"/>
              <a:buFont typeface="Arial"/>
              <a:buAutoNum type="arabicPeriod"/>
            </a:pPr>
            <a:r>
              <a:rPr lang="fr-FR" sz="2200">
                <a:solidFill>
                  <a:srgbClr val="023F61"/>
                </a:solidFill>
                <a:latin typeface="Arial"/>
                <a:ea typeface="Arial"/>
                <a:cs typeface="Arial"/>
                <a:sym typeface="Arial"/>
              </a:rPr>
              <a:t>to have a crush on someone</a:t>
            </a:r>
            <a:endParaRPr/>
          </a:p>
          <a:p>
            <a:pPr marL="514350" marR="0" lvl="0" indent="-514350" algn="l" rtl="0">
              <a:lnSpc>
                <a:spcPct val="150000"/>
              </a:lnSpc>
              <a:spcBef>
                <a:spcPts val="0"/>
              </a:spcBef>
              <a:spcAft>
                <a:spcPts val="0"/>
              </a:spcAft>
              <a:buClr>
                <a:srgbClr val="023F61"/>
              </a:buClr>
              <a:buSzPts val="2200"/>
              <a:buFont typeface="Arial"/>
              <a:buAutoNum type="arabicPeriod"/>
            </a:pPr>
            <a:r>
              <a:rPr lang="fr-FR" sz="2200">
                <a:solidFill>
                  <a:srgbClr val="023F61"/>
                </a:solidFill>
                <a:latin typeface="Arial"/>
                <a:ea typeface="Arial"/>
                <a:cs typeface="Arial"/>
                <a:sym typeface="Arial"/>
              </a:rPr>
              <a:t>something is sick </a:t>
            </a:r>
            <a:endParaRPr/>
          </a:p>
          <a:p>
            <a:pPr marL="514350" marR="0" lvl="0" indent="-514350" algn="l" rtl="0">
              <a:lnSpc>
                <a:spcPct val="150000"/>
              </a:lnSpc>
              <a:spcBef>
                <a:spcPts val="0"/>
              </a:spcBef>
              <a:spcAft>
                <a:spcPts val="0"/>
              </a:spcAft>
              <a:buClr>
                <a:srgbClr val="023F61"/>
              </a:buClr>
              <a:buSzPts val="2200"/>
              <a:buFont typeface="Arial"/>
              <a:buAutoNum type="arabicPeriod"/>
            </a:pPr>
            <a:r>
              <a:rPr lang="fr-FR" sz="2200">
                <a:solidFill>
                  <a:srgbClr val="023F61"/>
                </a:solidFill>
                <a:latin typeface="Arial"/>
                <a:ea typeface="Arial"/>
                <a:cs typeface="Arial"/>
                <a:sym typeface="Arial"/>
              </a:rPr>
              <a:t>an epic fail </a:t>
            </a:r>
            <a:endParaRPr/>
          </a:p>
          <a:p>
            <a:pPr marL="514350" marR="0" lvl="0" indent="-514350" algn="l" rtl="0">
              <a:lnSpc>
                <a:spcPct val="150000"/>
              </a:lnSpc>
              <a:spcBef>
                <a:spcPts val="0"/>
              </a:spcBef>
              <a:spcAft>
                <a:spcPts val="0"/>
              </a:spcAft>
              <a:buClr>
                <a:srgbClr val="023F61"/>
              </a:buClr>
              <a:buSzPts val="2200"/>
              <a:buFont typeface="Arial"/>
              <a:buAutoNum type="arabicPeriod"/>
            </a:pPr>
            <a:r>
              <a:rPr lang="fr-FR" sz="2200">
                <a:solidFill>
                  <a:srgbClr val="023F61"/>
                </a:solidFill>
                <a:latin typeface="Arial"/>
                <a:ea typeface="Arial"/>
                <a:cs typeface="Arial"/>
                <a:sym typeface="Arial"/>
              </a:rPr>
              <a:t>to be hyped 	</a:t>
            </a:r>
            <a:endParaRPr sz="2200" b="0" i="0" u="none" strike="noStrike" cap="none">
              <a:solidFill>
                <a:srgbClr val="023F61"/>
              </a:solidFill>
              <a:latin typeface="Arial"/>
              <a:ea typeface="Arial"/>
              <a:cs typeface="Arial"/>
              <a:sym typeface="Arial"/>
            </a:endParaRPr>
          </a:p>
        </p:txBody>
      </p:sp>
      <p:sp>
        <p:nvSpPr>
          <p:cNvPr id="567" name="Google Shape;567;p40"/>
          <p:cNvSpPr txBox="1">
            <a:spLocks noGrp="1"/>
          </p:cNvSpPr>
          <p:nvPr>
            <p:ph type="title"/>
          </p:nvPr>
        </p:nvSpPr>
        <p:spPr>
          <a:xfrm>
            <a:off x="251348" y="163773"/>
            <a:ext cx="8142025" cy="8461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fr-FR" sz="3200"/>
              <a:t>Match the slangs with their meanings: </a:t>
            </a:r>
            <a:endParaRPr sz="3200"/>
          </a:p>
        </p:txBody>
      </p:sp>
      <p:sp>
        <p:nvSpPr>
          <p:cNvPr id="568" name="Google Shape;568;p40"/>
          <p:cNvSpPr/>
          <p:nvPr/>
        </p:nvSpPr>
        <p:spPr>
          <a:xfrm>
            <a:off x="4544706" y="2306473"/>
            <a:ext cx="477670" cy="395785"/>
          </a:xfrm>
          <a:prstGeom prst="octagon">
            <a:avLst>
              <a:gd name="adj" fmla="val 29289"/>
            </a:avLst>
          </a:prstGeom>
          <a:gradFill>
            <a:gsLst>
              <a:gs pos="0">
                <a:srgbClr val="9ABCE8"/>
              </a:gs>
              <a:gs pos="50000">
                <a:srgbClr val="8DB1DD"/>
              </a:gs>
              <a:gs pos="100000">
                <a:srgbClr val="78A7DD"/>
              </a:gs>
            </a:gsLst>
            <a:lin ang="54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chemeClr val="lt1"/>
                </a:solidFill>
                <a:latin typeface="Arial"/>
                <a:ea typeface="Arial"/>
                <a:cs typeface="Arial"/>
                <a:sym typeface="Arial"/>
              </a:rPr>
              <a:t>J</a:t>
            </a:r>
            <a:endParaRPr sz="1800" b="1">
              <a:solidFill>
                <a:schemeClr val="lt1"/>
              </a:solidFill>
              <a:latin typeface="Arial"/>
              <a:ea typeface="Arial"/>
              <a:cs typeface="Arial"/>
              <a:sym typeface="Arial"/>
            </a:endParaRPr>
          </a:p>
        </p:txBody>
      </p:sp>
      <p:sp>
        <p:nvSpPr>
          <p:cNvPr id="569" name="Google Shape;569;p40"/>
          <p:cNvSpPr/>
          <p:nvPr/>
        </p:nvSpPr>
        <p:spPr>
          <a:xfrm>
            <a:off x="2251881" y="1828800"/>
            <a:ext cx="436728" cy="395785"/>
          </a:xfrm>
          <a:prstGeom prst="octagon">
            <a:avLst>
              <a:gd name="adj" fmla="val 29289"/>
            </a:avLst>
          </a:prstGeom>
          <a:gradFill>
            <a:gsLst>
              <a:gs pos="0">
                <a:srgbClr val="9ABCE8"/>
              </a:gs>
              <a:gs pos="50000">
                <a:srgbClr val="8DB1DD"/>
              </a:gs>
              <a:gs pos="100000">
                <a:srgbClr val="78A7DD"/>
              </a:gs>
            </a:gsLst>
            <a:lin ang="54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chemeClr val="lt1"/>
                </a:solidFill>
                <a:latin typeface="Arial"/>
                <a:ea typeface="Arial"/>
                <a:cs typeface="Arial"/>
                <a:sym typeface="Arial"/>
              </a:rPr>
              <a:t>C</a:t>
            </a:r>
            <a:endParaRPr sz="1800" b="1">
              <a:solidFill>
                <a:schemeClr val="lt1"/>
              </a:solidFill>
              <a:latin typeface="Arial"/>
              <a:ea typeface="Arial"/>
              <a:cs typeface="Arial"/>
              <a:sym typeface="Arial"/>
            </a:endParaRPr>
          </a:p>
        </p:txBody>
      </p:sp>
      <p:sp>
        <p:nvSpPr>
          <p:cNvPr id="570" name="Google Shape;570;p40"/>
          <p:cNvSpPr/>
          <p:nvPr/>
        </p:nvSpPr>
        <p:spPr>
          <a:xfrm>
            <a:off x="2825088" y="2838735"/>
            <a:ext cx="436728" cy="395785"/>
          </a:xfrm>
          <a:prstGeom prst="octagon">
            <a:avLst>
              <a:gd name="adj" fmla="val 29289"/>
            </a:avLst>
          </a:prstGeom>
          <a:gradFill>
            <a:gsLst>
              <a:gs pos="0">
                <a:srgbClr val="9ABCE8"/>
              </a:gs>
              <a:gs pos="50000">
                <a:srgbClr val="8DB1DD"/>
              </a:gs>
              <a:gs pos="100000">
                <a:srgbClr val="78A7DD"/>
              </a:gs>
            </a:gsLst>
            <a:lin ang="54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chemeClr val="lt1"/>
                </a:solidFill>
                <a:latin typeface="Arial"/>
                <a:ea typeface="Arial"/>
                <a:cs typeface="Arial"/>
                <a:sym typeface="Arial"/>
              </a:rPr>
              <a:t>I</a:t>
            </a:r>
            <a:endParaRPr sz="1800" b="1">
              <a:solidFill>
                <a:schemeClr val="lt1"/>
              </a:solidFill>
              <a:latin typeface="Arial"/>
              <a:ea typeface="Arial"/>
              <a:cs typeface="Arial"/>
              <a:sym typeface="Arial"/>
            </a:endParaRPr>
          </a:p>
        </p:txBody>
      </p:sp>
      <p:sp>
        <p:nvSpPr>
          <p:cNvPr id="571" name="Google Shape;571;p40"/>
          <p:cNvSpPr/>
          <p:nvPr/>
        </p:nvSpPr>
        <p:spPr>
          <a:xfrm>
            <a:off x="2770497" y="3357350"/>
            <a:ext cx="436728" cy="395785"/>
          </a:xfrm>
          <a:prstGeom prst="octagon">
            <a:avLst>
              <a:gd name="adj" fmla="val 29289"/>
            </a:avLst>
          </a:prstGeom>
          <a:gradFill>
            <a:gsLst>
              <a:gs pos="0">
                <a:srgbClr val="9ABCE8"/>
              </a:gs>
              <a:gs pos="50000">
                <a:srgbClr val="8DB1DD"/>
              </a:gs>
              <a:gs pos="100000">
                <a:srgbClr val="78A7DD"/>
              </a:gs>
            </a:gsLst>
            <a:lin ang="54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chemeClr val="lt1"/>
                </a:solidFill>
                <a:latin typeface="Arial"/>
                <a:ea typeface="Arial"/>
                <a:cs typeface="Arial"/>
                <a:sym typeface="Arial"/>
              </a:rPr>
              <a:t>D</a:t>
            </a:r>
            <a:endParaRPr sz="1800" b="1">
              <a:solidFill>
                <a:schemeClr val="lt1"/>
              </a:solidFill>
              <a:latin typeface="Arial"/>
              <a:ea typeface="Arial"/>
              <a:cs typeface="Arial"/>
              <a:sym typeface="Arial"/>
            </a:endParaRPr>
          </a:p>
        </p:txBody>
      </p:sp>
      <p:sp>
        <p:nvSpPr>
          <p:cNvPr id="572" name="Google Shape;572;p40"/>
          <p:cNvSpPr/>
          <p:nvPr/>
        </p:nvSpPr>
        <p:spPr>
          <a:xfrm>
            <a:off x="2593076" y="3875966"/>
            <a:ext cx="436728" cy="395785"/>
          </a:xfrm>
          <a:prstGeom prst="octagon">
            <a:avLst>
              <a:gd name="adj" fmla="val 29289"/>
            </a:avLst>
          </a:prstGeom>
          <a:gradFill>
            <a:gsLst>
              <a:gs pos="0">
                <a:srgbClr val="9ABCE8"/>
              </a:gs>
              <a:gs pos="50000">
                <a:srgbClr val="8DB1DD"/>
              </a:gs>
              <a:gs pos="100000">
                <a:srgbClr val="78A7DD"/>
              </a:gs>
            </a:gsLst>
            <a:lin ang="54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chemeClr val="lt1"/>
                </a:solidFill>
                <a:latin typeface="Arial"/>
                <a:ea typeface="Arial"/>
                <a:cs typeface="Arial"/>
                <a:sym typeface="Arial"/>
              </a:rPr>
              <a:t>A</a:t>
            </a:r>
            <a:endParaRPr sz="1800" b="1">
              <a:solidFill>
                <a:schemeClr val="lt1"/>
              </a:solidFill>
              <a:latin typeface="Arial"/>
              <a:ea typeface="Arial"/>
              <a:cs typeface="Arial"/>
              <a:sym typeface="Arial"/>
            </a:endParaRPr>
          </a:p>
        </p:txBody>
      </p:sp>
      <p:sp>
        <p:nvSpPr>
          <p:cNvPr id="573" name="Google Shape;573;p40"/>
          <p:cNvSpPr/>
          <p:nvPr/>
        </p:nvSpPr>
        <p:spPr>
          <a:xfrm>
            <a:off x="2320121" y="4326341"/>
            <a:ext cx="423079" cy="395785"/>
          </a:xfrm>
          <a:prstGeom prst="octagon">
            <a:avLst>
              <a:gd name="adj" fmla="val 29289"/>
            </a:avLst>
          </a:prstGeom>
          <a:gradFill>
            <a:gsLst>
              <a:gs pos="0">
                <a:srgbClr val="9ABCE8"/>
              </a:gs>
              <a:gs pos="50000">
                <a:srgbClr val="8DB1DD"/>
              </a:gs>
              <a:gs pos="100000">
                <a:srgbClr val="78A7DD"/>
              </a:gs>
            </a:gsLst>
            <a:lin ang="54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chemeClr val="lt1"/>
                </a:solidFill>
                <a:latin typeface="Arial"/>
                <a:ea typeface="Arial"/>
                <a:cs typeface="Arial"/>
                <a:sym typeface="Arial"/>
              </a:rPr>
              <a:t>B</a:t>
            </a:r>
            <a:endParaRPr sz="1800" b="1">
              <a:solidFill>
                <a:schemeClr val="lt1"/>
              </a:solidFill>
              <a:latin typeface="Arial"/>
              <a:ea typeface="Arial"/>
              <a:cs typeface="Arial"/>
              <a:sym typeface="Arial"/>
            </a:endParaRPr>
          </a:p>
        </p:txBody>
      </p:sp>
      <p:sp>
        <p:nvSpPr>
          <p:cNvPr id="574" name="Google Shape;574;p40"/>
          <p:cNvSpPr/>
          <p:nvPr/>
        </p:nvSpPr>
        <p:spPr>
          <a:xfrm>
            <a:off x="4462819" y="4831309"/>
            <a:ext cx="436728" cy="395785"/>
          </a:xfrm>
          <a:prstGeom prst="octagon">
            <a:avLst>
              <a:gd name="adj" fmla="val 29289"/>
            </a:avLst>
          </a:prstGeom>
          <a:gradFill>
            <a:gsLst>
              <a:gs pos="0">
                <a:srgbClr val="9ABCE8"/>
              </a:gs>
              <a:gs pos="50000">
                <a:srgbClr val="8DB1DD"/>
              </a:gs>
              <a:gs pos="100000">
                <a:srgbClr val="78A7DD"/>
              </a:gs>
            </a:gsLst>
            <a:lin ang="54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chemeClr val="lt1"/>
                </a:solidFill>
                <a:latin typeface="Arial"/>
                <a:ea typeface="Arial"/>
                <a:cs typeface="Arial"/>
                <a:sym typeface="Arial"/>
              </a:rPr>
              <a:t>E</a:t>
            </a:r>
            <a:endParaRPr sz="1800" b="1">
              <a:solidFill>
                <a:schemeClr val="lt1"/>
              </a:solidFill>
              <a:latin typeface="Arial"/>
              <a:ea typeface="Arial"/>
              <a:cs typeface="Arial"/>
              <a:sym typeface="Arial"/>
            </a:endParaRPr>
          </a:p>
        </p:txBody>
      </p:sp>
      <p:sp>
        <p:nvSpPr>
          <p:cNvPr id="575" name="Google Shape;575;p40"/>
          <p:cNvSpPr/>
          <p:nvPr/>
        </p:nvSpPr>
        <p:spPr>
          <a:xfrm>
            <a:off x="3043452" y="5377220"/>
            <a:ext cx="436728" cy="395785"/>
          </a:xfrm>
          <a:prstGeom prst="octagon">
            <a:avLst>
              <a:gd name="adj" fmla="val 29289"/>
            </a:avLst>
          </a:prstGeom>
          <a:gradFill>
            <a:gsLst>
              <a:gs pos="0">
                <a:srgbClr val="9ABCE8"/>
              </a:gs>
              <a:gs pos="50000">
                <a:srgbClr val="8DB1DD"/>
              </a:gs>
              <a:gs pos="100000">
                <a:srgbClr val="78A7DD"/>
              </a:gs>
            </a:gsLst>
            <a:lin ang="54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chemeClr val="lt1"/>
                </a:solidFill>
                <a:latin typeface="Arial"/>
                <a:ea typeface="Arial"/>
                <a:cs typeface="Arial"/>
                <a:sym typeface="Arial"/>
              </a:rPr>
              <a:t>H</a:t>
            </a:r>
            <a:endParaRPr sz="1800" b="1">
              <a:solidFill>
                <a:schemeClr val="lt1"/>
              </a:solidFill>
              <a:latin typeface="Arial"/>
              <a:ea typeface="Arial"/>
              <a:cs typeface="Arial"/>
              <a:sym typeface="Arial"/>
            </a:endParaRPr>
          </a:p>
        </p:txBody>
      </p:sp>
      <p:sp>
        <p:nvSpPr>
          <p:cNvPr id="576" name="Google Shape;576;p40"/>
          <p:cNvSpPr/>
          <p:nvPr/>
        </p:nvSpPr>
        <p:spPr>
          <a:xfrm>
            <a:off x="2388361" y="6298442"/>
            <a:ext cx="436728" cy="395785"/>
          </a:xfrm>
          <a:prstGeom prst="octagon">
            <a:avLst>
              <a:gd name="adj" fmla="val 29289"/>
            </a:avLst>
          </a:prstGeom>
          <a:gradFill>
            <a:gsLst>
              <a:gs pos="0">
                <a:srgbClr val="9ABCE8"/>
              </a:gs>
              <a:gs pos="50000">
                <a:srgbClr val="8DB1DD"/>
              </a:gs>
              <a:gs pos="100000">
                <a:srgbClr val="78A7DD"/>
              </a:gs>
            </a:gsLst>
            <a:lin ang="54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chemeClr val="lt1"/>
                </a:solidFill>
                <a:latin typeface="Arial"/>
                <a:ea typeface="Arial"/>
                <a:cs typeface="Arial"/>
                <a:sym typeface="Arial"/>
              </a:rPr>
              <a:t>G</a:t>
            </a:r>
            <a:endParaRPr sz="1800" b="1">
              <a:solidFill>
                <a:schemeClr val="lt1"/>
              </a:solidFill>
              <a:latin typeface="Arial"/>
              <a:ea typeface="Arial"/>
              <a:cs typeface="Arial"/>
              <a:sym typeface="Arial"/>
            </a:endParaRPr>
          </a:p>
        </p:txBody>
      </p:sp>
      <p:sp>
        <p:nvSpPr>
          <p:cNvPr id="577" name="Google Shape;577;p40"/>
          <p:cNvSpPr/>
          <p:nvPr/>
        </p:nvSpPr>
        <p:spPr>
          <a:xfrm>
            <a:off x="2333769" y="5854890"/>
            <a:ext cx="436728" cy="395785"/>
          </a:xfrm>
          <a:prstGeom prst="octagon">
            <a:avLst>
              <a:gd name="adj" fmla="val 29289"/>
            </a:avLst>
          </a:prstGeom>
          <a:gradFill>
            <a:gsLst>
              <a:gs pos="0">
                <a:srgbClr val="9ABCE8"/>
              </a:gs>
              <a:gs pos="50000">
                <a:srgbClr val="8DB1DD"/>
              </a:gs>
              <a:gs pos="100000">
                <a:srgbClr val="78A7DD"/>
              </a:gs>
            </a:gsLst>
            <a:lin ang="54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b="1">
                <a:solidFill>
                  <a:schemeClr val="lt1"/>
                </a:solidFill>
                <a:latin typeface="Arial"/>
                <a:ea typeface="Arial"/>
                <a:cs typeface="Arial"/>
                <a:sym typeface="Arial"/>
              </a:rPr>
              <a:t>F</a:t>
            </a:r>
            <a:endParaRPr sz="1800" b="1">
              <a:solidFill>
                <a:schemeClr val="lt1"/>
              </a:solidFill>
              <a:latin typeface="Arial"/>
              <a:ea typeface="Arial"/>
              <a:cs typeface="Arial"/>
              <a:sym typeface="Arial"/>
            </a:endParaRPr>
          </a:p>
        </p:txBody>
      </p:sp>
      <p:pic>
        <p:nvPicPr>
          <p:cNvPr id="578" name="Google Shape;578;p40" descr="C:\Users\Lenovo\OneDrive\Desktop\tumblr_me3zq62GuN1r6h22v540.gif"/>
          <p:cNvPicPr preferRelativeResize="0"/>
          <p:nvPr/>
        </p:nvPicPr>
        <p:blipFill rotWithShape="1">
          <a:blip r:embed="rId3">
            <a:alphaModFix/>
          </a:blip>
          <a:srcRect/>
          <a:stretch/>
        </p:blipFill>
        <p:spPr>
          <a:xfrm>
            <a:off x="8256896" y="0"/>
            <a:ext cx="3935104" cy="20147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69"/>
                                        </p:tgtEl>
                                        <p:attrNameLst>
                                          <p:attrName>style.visibility</p:attrName>
                                        </p:attrNameLst>
                                      </p:cBhvr>
                                      <p:to>
                                        <p:strVal val="visible"/>
                                      </p:to>
                                    </p:set>
                                    <p:anim calcmode="lin" valueType="num">
                                      <p:cBhvr additive="base">
                                        <p:cTn id="7" dur="500"/>
                                        <p:tgtEl>
                                          <p:spTgt spid="569"/>
                                        </p:tgtEl>
                                        <p:attrNameLst>
                                          <p:attrName>ppt_w</p:attrName>
                                        </p:attrNameLst>
                                      </p:cBhvr>
                                      <p:tavLst>
                                        <p:tav tm="0">
                                          <p:val>
                                            <p:strVal val="0"/>
                                          </p:val>
                                        </p:tav>
                                        <p:tav tm="100000">
                                          <p:val>
                                            <p:strVal val="#ppt_w"/>
                                          </p:val>
                                        </p:tav>
                                      </p:tavLst>
                                    </p:anim>
                                    <p:anim calcmode="lin" valueType="num">
                                      <p:cBhvr additive="base">
                                        <p:cTn id="8" dur="500"/>
                                        <p:tgtEl>
                                          <p:spTgt spid="569"/>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568"/>
                                        </p:tgtEl>
                                        <p:attrNameLst>
                                          <p:attrName>style.visibility</p:attrName>
                                        </p:attrNameLst>
                                      </p:cBhvr>
                                      <p:to>
                                        <p:strVal val="visible"/>
                                      </p:to>
                                    </p:set>
                                    <p:anim calcmode="lin" valueType="num">
                                      <p:cBhvr additive="base">
                                        <p:cTn id="13" dur="500"/>
                                        <p:tgtEl>
                                          <p:spTgt spid="568"/>
                                        </p:tgtEl>
                                        <p:attrNameLst>
                                          <p:attrName>ppt_w</p:attrName>
                                        </p:attrNameLst>
                                      </p:cBhvr>
                                      <p:tavLst>
                                        <p:tav tm="0">
                                          <p:val>
                                            <p:strVal val="0"/>
                                          </p:val>
                                        </p:tav>
                                        <p:tav tm="100000">
                                          <p:val>
                                            <p:strVal val="#ppt_w"/>
                                          </p:val>
                                        </p:tav>
                                      </p:tavLst>
                                    </p:anim>
                                    <p:anim calcmode="lin" valueType="num">
                                      <p:cBhvr additive="base">
                                        <p:cTn id="14" dur="500"/>
                                        <p:tgtEl>
                                          <p:spTgt spid="568"/>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570"/>
                                        </p:tgtEl>
                                        <p:attrNameLst>
                                          <p:attrName>style.visibility</p:attrName>
                                        </p:attrNameLst>
                                      </p:cBhvr>
                                      <p:to>
                                        <p:strVal val="visible"/>
                                      </p:to>
                                    </p:set>
                                    <p:anim calcmode="lin" valueType="num">
                                      <p:cBhvr additive="base">
                                        <p:cTn id="19" dur="500"/>
                                        <p:tgtEl>
                                          <p:spTgt spid="570"/>
                                        </p:tgtEl>
                                        <p:attrNameLst>
                                          <p:attrName>ppt_w</p:attrName>
                                        </p:attrNameLst>
                                      </p:cBhvr>
                                      <p:tavLst>
                                        <p:tav tm="0">
                                          <p:val>
                                            <p:strVal val="0"/>
                                          </p:val>
                                        </p:tav>
                                        <p:tav tm="100000">
                                          <p:val>
                                            <p:strVal val="#ppt_w"/>
                                          </p:val>
                                        </p:tav>
                                      </p:tavLst>
                                    </p:anim>
                                    <p:anim calcmode="lin" valueType="num">
                                      <p:cBhvr additive="base">
                                        <p:cTn id="20" dur="500"/>
                                        <p:tgtEl>
                                          <p:spTgt spid="570"/>
                                        </p:tgtEl>
                                        <p:attrNameLst>
                                          <p:attrName>ppt_h</p:attrName>
                                        </p:attrNameLst>
                                      </p:cBhvr>
                                      <p:tavLst>
                                        <p:tav tm="0">
                                          <p:val>
                                            <p:str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571"/>
                                        </p:tgtEl>
                                        <p:attrNameLst>
                                          <p:attrName>style.visibility</p:attrName>
                                        </p:attrNameLst>
                                      </p:cBhvr>
                                      <p:to>
                                        <p:strVal val="visible"/>
                                      </p:to>
                                    </p:set>
                                    <p:anim calcmode="lin" valueType="num">
                                      <p:cBhvr additive="base">
                                        <p:cTn id="25" dur="500"/>
                                        <p:tgtEl>
                                          <p:spTgt spid="571"/>
                                        </p:tgtEl>
                                        <p:attrNameLst>
                                          <p:attrName>ppt_w</p:attrName>
                                        </p:attrNameLst>
                                      </p:cBhvr>
                                      <p:tavLst>
                                        <p:tav tm="0">
                                          <p:val>
                                            <p:strVal val="0"/>
                                          </p:val>
                                        </p:tav>
                                        <p:tav tm="100000">
                                          <p:val>
                                            <p:strVal val="#ppt_w"/>
                                          </p:val>
                                        </p:tav>
                                      </p:tavLst>
                                    </p:anim>
                                    <p:anim calcmode="lin" valueType="num">
                                      <p:cBhvr additive="base">
                                        <p:cTn id="26" dur="500"/>
                                        <p:tgtEl>
                                          <p:spTgt spid="571"/>
                                        </p:tgtEl>
                                        <p:attrNameLst>
                                          <p:attrName>ppt_h</p:attrName>
                                        </p:attrNameLst>
                                      </p:cBhvr>
                                      <p:tavLst>
                                        <p:tav tm="0">
                                          <p:val>
                                            <p:str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572"/>
                                        </p:tgtEl>
                                        <p:attrNameLst>
                                          <p:attrName>style.visibility</p:attrName>
                                        </p:attrNameLst>
                                      </p:cBhvr>
                                      <p:to>
                                        <p:strVal val="visible"/>
                                      </p:to>
                                    </p:set>
                                    <p:anim calcmode="lin" valueType="num">
                                      <p:cBhvr additive="base">
                                        <p:cTn id="31" dur="500"/>
                                        <p:tgtEl>
                                          <p:spTgt spid="572"/>
                                        </p:tgtEl>
                                        <p:attrNameLst>
                                          <p:attrName>ppt_w</p:attrName>
                                        </p:attrNameLst>
                                      </p:cBhvr>
                                      <p:tavLst>
                                        <p:tav tm="0">
                                          <p:val>
                                            <p:strVal val="0"/>
                                          </p:val>
                                        </p:tav>
                                        <p:tav tm="100000">
                                          <p:val>
                                            <p:strVal val="#ppt_w"/>
                                          </p:val>
                                        </p:tav>
                                      </p:tavLst>
                                    </p:anim>
                                    <p:anim calcmode="lin" valueType="num">
                                      <p:cBhvr additive="base">
                                        <p:cTn id="32" dur="500"/>
                                        <p:tgtEl>
                                          <p:spTgt spid="572"/>
                                        </p:tgtEl>
                                        <p:attrNameLst>
                                          <p:attrName>ppt_h</p:attrName>
                                        </p:attrNameLst>
                                      </p:cBhvr>
                                      <p:tavLst>
                                        <p:tav tm="0">
                                          <p:val>
                                            <p:str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573"/>
                                        </p:tgtEl>
                                        <p:attrNameLst>
                                          <p:attrName>style.visibility</p:attrName>
                                        </p:attrNameLst>
                                      </p:cBhvr>
                                      <p:to>
                                        <p:strVal val="visible"/>
                                      </p:to>
                                    </p:set>
                                    <p:anim calcmode="lin" valueType="num">
                                      <p:cBhvr additive="base">
                                        <p:cTn id="37" dur="500"/>
                                        <p:tgtEl>
                                          <p:spTgt spid="573"/>
                                        </p:tgtEl>
                                        <p:attrNameLst>
                                          <p:attrName>ppt_w</p:attrName>
                                        </p:attrNameLst>
                                      </p:cBhvr>
                                      <p:tavLst>
                                        <p:tav tm="0">
                                          <p:val>
                                            <p:strVal val="0"/>
                                          </p:val>
                                        </p:tav>
                                        <p:tav tm="100000">
                                          <p:val>
                                            <p:strVal val="#ppt_w"/>
                                          </p:val>
                                        </p:tav>
                                      </p:tavLst>
                                    </p:anim>
                                    <p:anim calcmode="lin" valueType="num">
                                      <p:cBhvr additive="base">
                                        <p:cTn id="38" dur="500"/>
                                        <p:tgtEl>
                                          <p:spTgt spid="573"/>
                                        </p:tgtEl>
                                        <p:attrNameLst>
                                          <p:attrName>ppt_h</p:attrName>
                                        </p:attrNameLst>
                                      </p:cBhvr>
                                      <p:tavLst>
                                        <p:tav tm="0">
                                          <p:val>
                                            <p:str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574"/>
                                        </p:tgtEl>
                                        <p:attrNameLst>
                                          <p:attrName>style.visibility</p:attrName>
                                        </p:attrNameLst>
                                      </p:cBhvr>
                                      <p:to>
                                        <p:strVal val="visible"/>
                                      </p:to>
                                    </p:set>
                                    <p:anim calcmode="lin" valueType="num">
                                      <p:cBhvr additive="base">
                                        <p:cTn id="43" dur="500"/>
                                        <p:tgtEl>
                                          <p:spTgt spid="574"/>
                                        </p:tgtEl>
                                        <p:attrNameLst>
                                          <p:attrName>ppt_w</p:attrName>
                                        </p:attrNameLst>
                                      </p:cBhvr>
                                      <p:tavLst>
                                        <p:tav tm="0">
                                          <p:val>
                                            <p:strVal val="0"/>
                                          </p:val>
                                        </p:tav>
                                        <p:tav tm="100000">
                                          <p:val>
                                            <p:strVal val="#ppt_w"/>
                                          </p:val>
                                        </p:tav>
                                      </p:tavLst>
                                    </p:anim>
                                    <p:anim calcmode="lin" valueType="num">
                                      <p:cBhvr additive="base">
                                        <p:cTn id="44" dur="500"/>
                                        <p:tgtEl>
                                          <p:spTgt spid="574"/>
                                        </p:tgtEl>
                                        <p:attrNameLst>
                                          <p:attrName>ppt_h</p:attrName>
                                        </p:attrNameLst>
                                      </p:cBhvr>
                                      <p:tavLst>
                                        <p:tav tm="0">
                                          <p:val>
                                            <p:str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nodeType="clickEffect">
                                  <p:stCondLst>
                                    <p:cond delay="0"/>
                                  </p:stCondLst>
                                  <p:childTnLst>
                                    <p:set>
                                      <p:cBhvr>
                                        <p:cTn id="48" dur="1" fill="hold">
                                          <p:stCondLst>
                                            <p:cond delay="0"/>
                                          </p:stCondLst>
                                        </p:cTn>
                                        <p:tgtEl>
                                          <p:spTgt spid="575"/>
                                        </p:tgtEl>
                                        <p:attrNameLst>
                                          <p:attrName>style.visibility</p:attrName>
                                        </p:attrNameLst>
                                      </p:cBhvr>
                                      <p:to>
                                        <p:strVal val="visible"/>
                                      </p:to>
                                    </p:set>
                                    <p:anim calcmode="lin" valueType="num">
                                      <p:cBhvr additive="base">
                                        <p:cTn id="49" dur="500"/>
                                        <p:tgtEl>
                                          <p:spTgt spid="575"/>
                                        </p:tgtEl>
                                        <p:attrNameLst>
                                          <p:attrName>ppt_w</p:attrName>
                                        </p:attrNameLst>
                                      </p:cBhvr>
                                      <p:tavLst>
                                        <p:tav tm="0">
                                          <p:val>
                                            <p:strVal val="0"/>
                                          </p:val>
                                        </p:tav>
                                        <p:tav tm="100000">
                                          <p:val>
                                            <p:strVal val="#ppt_w"/>
                                          </p:val>
                                        </p:tav>
                                      </p:tavLst>
                                    </p:anim>
                                    <p:anim calcmode="lin" valueType="num">
                                      <p:cBhvr additive="base">
                                        <p:cTn id="50" dur="500"/>
                                        <p:tgtEl>
                                          <p:spTgt spid="575"/>
                                        </p:tgtEl>
                                        <p:attrNameLst>
                                          <p:attrName>ppt_h</p:attrName>
                                        </p:attrNameLst>
                                      </p:cBhvr>
                                      <p:tavLst>
                                        <p:tav tm="0">
                                          <p:val>
                                            <p:str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3" presetClass="entr" presetSubtype="16" fill="hold" nodeType="clickEffect">
                                  <p:stCondLst>
                                    <p:cond delay="0"/>
                                  </p:stCondLst>
                                  <p:childTnLst>
                                    <p:set>
                                      <p:cBhvr>
                                        <p:cTn id="54" dur="1" fill="hold">
                                          <p:stCondLst>
                                            <p:cond delay="0"/>
                                          </p:stCondLst>
                                        </p:cTn>
                                        <p:tgtEl>
                                          <p:spTgt spid="577"/>
                                        </p:tgtEl>
                                        <p:attrNameLst>
                                          <p:attrName>style.visibility</p:attrName>
                                        </p:attrNameLst>
                                      </p:cBhvr>
                                      <p:to>
                                        <p:strVal val="visible"/>
                                      </p:to>
                                    </p:set>
                                    <p:anim calcmode="lin" valueType="num">
                                      <p:cBhvr additive="base">
                                        <p:cTn id="55" dur="500"/>
                                        <p:tgtEl>
                                          <p:spTgt spid="577"/>
                                        </p:tgtEl>
                                        <p:attrNameLst>
                                          <p:attrName>ppt_w</p:attrName>
                                        </p:attrNameLst>
                                      </p:cBhvr>
                                      <p:tavLst>
                                        <p:tav tm="0">
                                          <p:val>
                                            <p:strVal val="0"/>
                                          </p:val>
                                        </p:tav>
                                        <p:tav tm="100000">
                                          <p:val>
                                            <p:strVal val="#ppt_w"/>
                                          </p:val>
                                        </p:tav>
                                      </p:tavLst>
                                    </p:anim>
                                    <p:anim calcmode="lin" valueType="num">
                                      <p:cBhvr additive="base">
                                        <p:cTn id="56" dur="500"/>
                                        <p:tgtEl>
                                          <p:spTgt spid="577"/>
                                        </p:tgtEl>
                                        <p:attrNameLst>
                                          <p:attrName>ppt_h</p:attrName>
                                        </p:attrNameLst>
                                      </p:cBhvr>
                                      <p:tavLst>
                                        <p:tav tm="0">
                                          <p:val>
                                            <p:str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3" presetClass="entr" presetSubtype="16" fill="hold" nodeType="clickEffect">
                                  <p:stCondLst>
                                    <p:cond delay="0"/>
                                  </p:stCondLst>
                                  <p:childTnLst>
                                    <p:set>
                                      <p:cBhvr>
                                        <p:cTn id="60" dur="1" fill="hold">
                                          <p:stCondLst>
                                            <p:cond delay="0"/>
                                          </p:stCondLst>
                                        </p:cTn>
                                        <p:tgtEl>
                                          <p:spTgt spid="576"/>
                                        </p:tgtEl>
                                        <p:attrNameLst>
                                          <p:attrName>style.visibility</p:attrName>
                                        </p:attrNameLst>
                                      </p:cBhvr>
                                      <p:to>
                                        <p:strVal val="visible"/>
                                      </p:to>
                                    </p:set>
                                    <p:anim calcmode="lin" valueType="num">
                                      <p:cBhvr additive="base">
                                        <p:cTn id="61" dur="500"/>
                                        <p:tgtEl>
                                          <p:spTgt spid="576"/>
                                        </p:tgtEl>
                                        <p:attrNameLst>
                                          <p:attrName>ppt_w</p:attrName>
                                        </p:attrNameLst>
                                      </p:cBhvr>
                                      <p:tavLst>
                                        <p:tav tm="0">
                                          <p:val>
                                            <p:strVal val="0"/>
                                          </p:val>
                                        </p:tav>
                                        <p:tav tm="100000">
                                          <p:val>
                                            <p:strVal val="#ppt_w"/>
                                          </p:val>
                                        </p:tav>
                                      </p:tavLst>
                                    </p:anim>
                                    <p:anim calcmode="lin" valueType="num">
                                      <p:cBhvr additive="base">
                                        <p:cTn id="62" dur="500"/>
                                        <p:tgtEl>
                                          <p:spTgt spid="57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582"/>
        <p:cNvGrpSpPr/>
        <p:nvPr/>
      </p:nvGrpSpPr>
      <p:grpSpPr>
        <a:xfrm>
          <a:off x="0" y="0"/>
          <a:ext cx="0" cy="0"/>
          <a:chOff x="0" y="0"/>
          <a:chExt cx="0" cy="0"/>
        </a:xfrm>
      </p:grpSpPr>
      <p:sp>
        <p:nvSpPr>
          <p:cNvPr id="583" name="Google Shape;583;p41"/>
          <p:cNvSpPr txBox="1">
            <a:spLocks noGrp="1"/>
          </p:cNvSpPr>
          <p:nvPr>
            <p:ph type="title"/>
          </p:nvPr>
        </p:nvSpPr>
        <p:spPr>
          <a:xfrm>
            <a:off x="810905" y="174056"/>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23F61"/>
              </a:buClr>
              <a:buSzPts val="4800"/>
              <a:buFont typeface="Arial"/>
              <a:buNone/>
            </a:pPr>
            <a:r>
              <a:rPr lang="fr-FR" sz="4800" b="1">
                <a:solidFill>
                  <a:srgbClr val="023F61"/>
                </a:solidFill>
              </a:rPr>
              <a:t>Idioms</a:t>
            </a:r>
            <a:endParaRPr sz="4800" b="1">
              <a:solidFill>
                <a:srgbClr val="023F61"/>
              </a:solidFill>
            </a:endParaRPr>
          </a:p>
        </p:txBody>
      </p:sp>
      <p:sp>
        <p:nvSpPr>
          <p:cNvPr id="584" name="Google Shape;584;p41"/>
          <p:cNvSpPr txBox="1">
            <a:spLocks noGrp="1"/>
          </p:cNvSpPr>
          <p:nvPr>
            <p:ph type="body" idx="1"/>
          </p:nvPr>
        </p:nvSpPr>
        <p:spPr>
          <a:xfrm>
            <a:off x="363941" y="1518315"/>
            <a:ext cx="6964907" cy="4525963"/>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C00000"/>
              </a:buClr>
              <a:buSzPts val="2800"/>
              <a:buChar char="•"/>
            </a:pPr>
            <a:r>
              <a:rPr lang="fr-FR">
                <a:solidFill>
                  <a:srgbClr val="C00000"/>
                </a:solidFill>
              </a:rPr>
              <a:t>An idiom is an expression whose meaning is not predictable from the usual meanings of its constituent elements.</a:t>
            </a:r>
            <a:endParaRPr/>
          </a:p>
          <a:p>
            <a:pPr marL="228600" lvl="0" indent="-50800" algn="l" rtl="0">
              <a:lnSpc>
                <a:spcPct val="90000"/>
              </a:lnSpc>
              <a:spcBef>
                <a:spcPts val="1000"/>
              </a:spcBef>
              <a:spcAft>
                <a:spcPts val="0"/>
              </a:spcAft>
              <a:buClr>
                <a:schemeClr val="dk1"/>
              </a:buClr>
              <a:buSzPts val="2800"/>
              <a:buNone/>
            </a:pPr>
            <a:endParaRPr>
              <a:solidFill>
                <a:srgbClr val="C00000"/>
              </a:solidFill>
            </a:endParaRPr>
          </a:p>
          <a:p>
            <a:pPr marL="228600" lvl="0" indent="-228600" algn="l" rtl="0">
              <a:lnSpc>
                <a:spcPct val="90000"/>
              </a:lnSpc>
              <a:spcBef>
                <a:spcPts val="1000"/>
              </a:spcBef>
              <a:spcAft>
                <a:spcPts val="0"/>
              </a:spcAft>
              <a:buClr>
                <a:srgbClr val="045F92"/>
              </a:buClr>
              <a:buSzPts val="2800"/>
              <a:buChar char="•"/>
            </a:pPr>
            <a:r>
              <a:rPr lang="fr-FR">
                <a:solidFill>
                  <a:srgbClr val="045F92"/>
                </a:solidFill>
              </a:rPr>
              <a:t>English is a language particularly rich in idioms – those modes of expression peculiar to a language (or dialect) which frequently defy logical and grammatical rules. Without idioms English would lose much of its variety and humor both in speech and writing.</a:t>
            </a:r>
            <a:endParaRPr>
              <a:solidFill>
                <a:srgbClr val="045F92"/>
              </a:solidFill>
            </a:endParaRPr>
          </a:p>
          <a:p>
            <a:pPr marL="228600" lvl="0" indent="-50800" algn="l" rtl="0">
              <a:lnSpc>
                <a:spcPct val="90000"/>
              </a:lnSpc>
              <a:spcBef>
                <a:spcPts val="1000"/>
              </a:spcBef>
              <a:spcAft>
                <a:spcPts val="0"/>
              </a:spcAft>
              <a:buClr>
                <a:schemeClr val="dk1"/>
              </a:buClr>
              <a:buSzPts val="2800"/>
              <a:buNone/>
            </a:pPr>
            <a:endParaRPr>
              <a:solidFill>
                <a:srgbClr val="C00000"/>
              </a:solidFill>
            </a:endParaRPr>
          </a:p>
        </p:txBody>
      </p:sp>
      <p:sp>
        <p:nvSpPr>
          <p:cNvPr id="585" name="Google Shape;585;p4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fr-FR"/>
              <a:t>40</a:t>
            </a:fld>
            <a:endParaRPr/>
          </a:p>
        </p:txBody>
      </p:sp>
      <p:pic>
        <p:nvPicPr>
          <p:cNvPr id="586" name="Google Shape;586;p41" descr="C:\Users\Lenovo\OneDrive\Desktop\téléchargement (1).jpg"/>
          <p:cNvPicPr preferRelativeResize="0"/>
          <p:nvPr/>
        </p:nvPicPr>
        <p:blipFill rotWithShape="1">
          <a:blip r:embed="rId3">
            <a:alphaModFix/>
          </a:blip>
          <a:srcRect r="239" b="10127"/>
          <a:stretch/>
        </p:blipFill>
        <p:spPr>
          <a:xfrm>
            <a:off x="7389105" y="1992573"/>
            <a:ext cx="4634573" cy="38077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4">
                                            <p:txEl>
                                              <p:pRg st="0" end="0"/>
                                            </p:txEl>
                                          </p:spTgt>
                                        </p:tgtEl>
                                        <p:attrNameLst>
                                          <p:attrName>style.visibility</p:attrName>
                                        </p:attrNameLst>
                                      </p:cBhvr>
                                      <p:to>
                                        <p:strVal val="visible"/>
                                      </p:to>
                                    </p:set>
                                    <p:animEffect transition="in" filter="fade">
                                      <p:cBhvr>
                                        <p:cTn id="7" dur="2000"/>
                                        <p:tgtEl>
                                          <p:spTgt spid="5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84">
                                            <p:txEl>
                                              <p:pRg st="1" end="1"/>
                                            </p:txEl>
                                          </p:spTgt>
                                        </p:tgtEl>
                                        <p:attrNameLst>
                                          <p:attrName>style.visibility</p:attrName>
                                        </p:attrNameLst>
                                      </p:cBhvr>
                                      <p:to>
                                        <p:strVal val="visible"/>
                                      </p:to>
                                    </p:set>
                                    <p:animEffect transition="in" filter="fade">
                                      <p:cBhvr>
                                        <p:cTn id="12" dur="2000"/>
                                        <p:tgtEl>
                                          <p:spTgt spid="58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84">
                                            <p:txEl>
                                              <p:pRg st="2" end="2"/>
                                            </p:txEl>
                                          </p:spTgt>
                                        </p:tgtEl>
                                        <p:attrNameLst>
                                          <p:attrName>style.visibility</p:attrName>
                                        </p:attrNameLst>
                                      </p:cBhvr>
                                      <p:to>
                                        <p:strVal val="visible"/>
                                      </p:to>
                                    </p:set>
                                    <p:animEffect transition="in" filter="fade">
                                      <p:cBhvr>
                                        <p:cTn id="17" dur="2000"/>
                                        <p:tgtEl>
                                          <p:spTgt spid="58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84">
                                            <p:txEl>
                                              <p:pRg st="3" end="3"/>
                                            </p:txEl>
                                          </p:spTgt>
                                        </p:tgtEl>
                                        <p:attrNameLst>
                                          <p:attrName>style.visibility</p:attrName>
                                        </p:attrNameLst>
                                      </p:cBhvr>
                                      <p:to>
                                        <p:strVal val="visible"/>
                                      </p:to>
                                    </p:set>
                                    <p:animEffect transition="in" filter="fade">
                                      <p:cBhvr>
                                        <p:cTn id="22" dur="2000"/>
                                        <p:tgtEl>
                                          <p:spTgt spid="58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590"/>
        <p:cNvGrpSpPr/>
        <p:nvPr/>
      </p:nvGrpSpPr>
      <p:grpSpPr>
        <a:xfrm>
          <a:off x="0" y="0"/>
          <a:ext cx="0" cy="0"/>
          <a:chOff x="0" y="0"/>
          <a:chExt cx="0" cy="0"/>
        </a:xfrm>
      </p:grpSpPr>
      <p:sp>
        <p:nvSpPr>
          <p:cNvPr id="591" name="Google Shape;591;p42"/>
          <p:cNvSpPr txBox="1">
            <a:spLocks noGrp="1"/>
          </p:cNvSpPr>
          <p:nvPr>
            <p:ph type="title"/>
          </p:nvPr>
        </p:nvSpPr>
        <p:spPr>
          <a:xfrm>
            <a:off x="286603" y="651728"/>
            <a:ext cx="7069540" cy="7949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Arial"/>
              <a:buNone/>
            </a:pPr>
            <a:r>
              <a:rPr lang="fr-FR" sz="2800" b="1"/>
              <a:t>Can you now tell the meaning of each?  </a:t>
            </a:r>
            <a:endParaRPr sz="2800" b="1"/>
          </a:p>
        </p:txBody>
      </p:sp>
      <p:sp>
        <p:nvSpPr>
          <p:cNvPr id="592" name="Google Shape;592;p42"/>
          <p:cNvSpPr txBox="1">
            <a:spLocks noGrp="1"/>
          </p:cNvSpPr>
          <p:nvPr>
            <p:ph type="body" idx="1"/>
          </p:nvPr>
        </p:nvSpPr>
        <p:spPr>
          <a:xfrm>
            <a:off x="163775" y="1607025"/>
            <a:ext cx="3589359" cy="525097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C00000"/>
              </a:buClr>
              <a:buSzPts val="2000"/>
              <a:buNone/>
            </a:pPr>
            <a:r>
              <a:rPr lang="fr-FR" sz="2000" b="1">
                <a:solidFill>
                  <a:srgbClr val="C00000"/>
                </a:solidFill>
                <a:latin typeface="Times New Roman"/>
                <a:ea typeface="Times New Roman"/>
                <a:cs typeface="Times New Roman"/>
                <a:sym typeface="Times New Roman"/>
              </a:rPr>
              <a:t>British English		</a:t>
            </a:r>
            <a:endParaRPr sz="1800" b="1">
              <a:solidFill>
                <a:srgbClr val="C00000"/>
              </a:solidFill>
              <a:latin typeface="Times New Roman"/>
              <a:ea typeface="Times New Roman"/>
              <a:cs typeface="Times New Roman"/>
              <a:sym typeface="Times New Roman"/>
            </a:endParaRPr>
          </a:p>
          <a:p>
            <a:pPr marL="228600" lvl="0" indent="-228600" algn="l" rtl="0">
              <a:lnSpc>
                <a:spcPct val="150000"/>
              </a:lnSpc>
              <a:spcBef>
                <a:spcPts val="1000"/>
              </a:spcBef>
              <a:spcAft>
                <a:spcPts val="0"/>
              </a:spcAft>
              <a:buClr>
                <a:srgbClr val="C00000"/>
              </a:buClr>
              <a:buSzPts val="2000"/>
              <a:buNone/>
            </a:pPr>
            <a:r>
              <a:rPr lang="fr-FR" sz="2000">
                <a:solidFill>
                  <a:srgbClr val="C00000"/>
                </a:solidFill>
                <a:latin typeface="Times New Roman"/>
                <a:ea typeface="Times New Roman"/>
                <a:cs typeface="Times New Roman"/>
                <a:sym typeface="Times New Roman"/>
              </a:rPr>
              <a:t>Sweep under the carpet</a:t>
            </a:r>
            <a:endParaRPr/>
          </a:p>
          <a:p>
            <a:pPr marL="228600" lvl="0" indent="-228600" algn="l" rtl="0">
              <a:lnSpc>
                <a:spcPct val="150000"/>
              </a:lnSpc>
              <a:spcBef>
                <a:spcPts val="1000"/>
              </a:spcBef>
              <a:spcAft>
                <a:spcPts val="0"/>
              </a:spcAft>
              <a:buClr>
                <a:srgbClr val="C00000"/>
              </a:buClr>
              <a:buSzPts val="2000"/>
              <a:buNone/>
            </a:pPr>
            <a:r>
              <a:rPr lang="fr-FR" sz="2000">
                <a:solidFill>
                  <a:srgbClr val="C00000"/>
                </a:solidFill>
                <a:latin typeface="Times New Roman"/>
                <a:ea typeface="Times New Roman"/>
                <a:cs typeface="Times New Roman"/>
                <a:sym typeface="Times New Roman"/>
              </a:rPr>
              <a:t>Touch wood</a:t>
            </a:r>
            <a:endParaRPr/>
          </a:p>
          <a:p>
            <a:pPr marL="228600" lvl="0" indent="-228600" algn="l" rtl="0">
              <a:lnSpc>
                <a:spcPct val="150000"/>
              </a:lnSpc>
              <a:spcBef>
                <a:spcPts val="1000"/>
              </a:spcBef>
              <a:spcAft>
                <a:spcPts val="0"/>
              </a:spcAft>
              <a:buClr>
                <a:srgbClr val="C00000"/>
              </a:buClr>
              <a:buSzPts val="2000"/>
              <a:buNone/>
            </a:pPr>
            <a:r>
              <a:rPr lang="fr-FR" sz="2000">
                <a:solidFill>
                  <a:srgbClr val="C00000"/>
                </a:solidFill>
                <a:latin typeface="Times New Roman"/>
                <a:ea typeface="Times New Roman"/>
                <a:cs typeface="Times New Roman"/>
                <a:sym typeface="Times New Roman"/>
              </a:rPr>
              <a:t>See the wood for the trees</a:t>
            </a:r>
            <a:endParaRPr/>
          </a:p>
          <a:p>
            <a:pPr marL="228600" lvl="0" indent="-228600" algn="l" rtl="0">
              <a:lnSpc>
                <a:spcPct val="150000"/>
              </a:lnSpc>
              <a:spcBef>
                <a:spcPts val="1000"/>
              </a:spcBef>
              <a:spcAft>
                <a:spcPts val="0"/>
              </a:spcAft>
              <a:buClr>
                <a:srgbClr val="C00000"/>
              </a:buClr>
              <a:buSzPts val="2000"/>
              <a:buNone/>
            </a:pPr>
            <a:r>
              <a:rPr lang="fr-FR" sz="2000">
                <a:solidFill>
                  <a:srgbClr val="C00000"/>
                </a:solidFill>
                <a:latin typeface="Times New Roman"/>
                <a:ea typeface="Times New Roman"/>
                <a:cs typeface="Times New Roman"/>
                <a:sym typeface="Times New Roman"/>
              </a:rPr>
              <a:t>Throw a spanner (in the work)</a:t>
            </a:r>
            <a:endParaRPr/>
          </a:p>
          <a:p>
            <a:pPr marL="228600" lvl="0" indent="-228600" algn="l" rtl="0">
              <a:lnSpc>
                <a:spcPct val="150000"/>
              </a:lnSpc>
              <a:spcBef>
                <a:spcPts val="1000"/>
              </a:spcBef>
              <a:spcAft>
                <a:spcPts val="0"/>
              </a:spcAft>
              <a:buClr>
                <a:srgbClr val="C00000"/>
              </a:buClr>
              <a:buSzPts val="2000"/>
              <a:buNone/>
            </a:pPr>
            <a:r>
              <a:rPr lang="fr-FR" sz="2000">
                <a:solidFill>
                  <a:srgbClr val="C00000"/>
                </a:solidFill>
                <a:latin typeface="Times New Roman"/>
                <a:ea typeface="Times New Roman"/>
                <a:cs typeface="Times New Roman"/>
                <a:sym typeface="Times New Roman"/>
              </a:rPr>
              <a:t>One’s tuppence worth</a:t>
            </a:r>
            <a:endParaRPr/>
          </a:p>
          <a:p>
            <a:pPr marL="228600" lvl="0" indent="-228600" algn="l" rtl="0">
              <a:lnSpc>
                <a:spcPct val="150000"/>
              </a:lnSpc>
              <a:spcBef>
                <a:spcPts val="1000"/>
              </a:spcBef>
              <a:spcAft>
                <a:spcPts val="0"/>
              </a:spcAft>
              <a:buClr>
                <a:srgbClr val="C00000"/>
              </a:buClr>
              <a:buSzPts val="2000"/>
              <a:buNone/>
            </a:pPr>
            <a:r>
              <a:rPr lang="fr-FR" sz="2000">
                <a:solidFill>
                  <a:srgbClr val="C00000"/>
                </a:solidFill>
                <a:latin typeface="Times New Roman"/>
                <a:ea typeface="Times New Roman"/>
                <a:cs typeface="Times New Roman"/>
                <a:sym typeface="Times New Roman"/>
              </a:rPr>
              <a:t>Skeleton in the cupboard</a:t>
            </a:r>
            <a:endParaRPr/>
          </a:p>
          <a:p>
            <a:pPr marL="228600" lvl="0" indent="-228600" algn="l" rtl="0">
              <a:lnSpc>
                <a:spcPct val="150000"/>
              </a:lnSpc>
              <a:spcBef>
                <a:spcPts val="1000"/>
              </a:spcBef>
              <a:spcAft>
                <a:spcPts val="0"/>
              </a:spcAft>
              <a:buClr>
                <a:srgbClr val="C00000"/>
              </a:buClr>
              <a:buSzPts val="2000"/>
              <a:buNone/>
            </a:pPr>
            <a:r>
              <a:rPr lang="fr-FR" sz="2000">
                <a:solidFill>
                  <a:srgbClr val="C00000"/>
                </a:solidFill>
                <a:latin typeface="Times New Roman"/>
                <a:ea typeface="Times New Roman"/>
                <a:cs typeface="Times New Roman"/>
                <a:sym typeface="Times New Roman"/>
              </a:rPr>
              <a:t>Flogging a dead horse	</a:t>
            </a:r>
            <a:endParaRPr/>
          </a:p>
          <a:p>
            <a:pPr marL="228600" lvl="0" indent="-228600" algn="l" rtl="0">
              <a:lnSpc>
                <a:spcPct val="150000"/>
              </a:lnSpc>
              <a:spcBef>
                <a:spcPts val="1000"/>
              </a:spcBef>
              <a:spcAft>
                <a:spcPts val="0"/>
              </a:spcAft>
              <a:buClr>
                <a:srgbClr val="C00000"/>
              </a:buClr>
              <a:buSzPts val="2000"/>
              <a:buNone/>
            </a:pPr>
            <a:r>
              <a:rPr lang="fr-FR" sz="2000">
                <a:solidFill>
                  <a:srgbClr val="C00000"/>
                </a:solidFill>
                <a:latin typeface="Times New Roman"/>
                <a:ea typeface="Times New Roman"/>
                <a:cs typeface="Times New Roman"/>
                <a:sym typeface="Times New Roman"/>
              </a:rPr>
              <a:t>A drop in the ocean</a:t>
            </a:r>
            <a:endParaRPr/>
          </a:p>
          <a:p>
            <a:pPr marL="228600" lvl="0" indent="-228600" algn="l" rtl="0">
              <a:lnSpc>
                <a:spcPct val="90000"/>
              </a:lnSpc>
              <a:spcBef>
                <a:spcPts val="1000"/>
              </a:spcBef>
              <a:spcAft>
                <a:spcPts val="0"/>
              </a:spcAft>
              <a:buClr>
                <a:schemeClr val="dk1"/>
              </a:buClr>
              <a:buSzPts val="2000"/>
              <a:buNone/>
            </a:pPr>
            <a:endParaRPr sz="2000">
              <a:solidFill>
                <a:srgbClr val="C00000"/>
              </a:solidFill>
            </a:endParaRPr>
          </a:p>
        </p:txBody>
      </p:sp>
      <p:sp>
        <p:nvSpPr>
          <p:cNvPr id="593" name="Google Shape;593;p4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41</a:t>
            </a:fld>
            <a:endParaRPr/>
          </a:p>
        </p:txBody>
      </p:sp>
      <p:sp>
        <p:nvSpPr>
          <p:cNvPr id="594" name="Google Shape;594;p42"/>
          <p:cNvSpPr txBox="1"/>
          <p:nvPr/>
        </p:nvSpPr>
        <p:spPr>
          <a:xfrm>
            <a:off x="3657598" y="1487603"/>
            <a:ext cx="3753136" cy="57115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2000" b="1">
                <a:solidFill>
                  <a:srgbClr val="002060"/>
                </a:solidFill>
                <a:latin typeface="Times New Roman"/>
                <a:ea typeface="Times New Roman"/>
                <a:cs typeface="Times New Roman"/>
                <a:sym typeface="Times New Roman"/>
              </a:rPr>
              <a:t>American English</a:t>
            </a:r>
            <a:endParaRPr/>
          </a:p>
          <a:p>
            <a:pPr marL="0" marR="0" lvl="0" indent="0" algn="l" rtl="0">
              <a:lnSpc>
                <a:spcPct val="200000"/>
              </a:lnSpc>
              <a:spcBef>
                <a:spcPts val="0"/>
              </a:spcBef>
              <a:spcAft>
                <a:spcPts val="0"/>
              </a:spcAft>
              <a:buNone/>
            </a:pPr>
            <a:r>
              <a:rPr lang="fr-FR" sz="2000">
                <a:solidFill>
                  <a:srgbClr val="002060"/>
                </a:solidFill>
                <a:latin typeface="Times New Roman"/>
                <a:ea typeface="Times New Roman"/>
                <a:cs typeface="Times New Roman"/>
                <a:sym typeface="Times New Roman"/>
              </a:rPr>
              <a:t>sweep under the rug</a:t>
            </a:r>
            <a:endParaRPr/>
          </a:p>
          <a:p>
            <a:pPr marL="0" marR="0" lvl="0" indent="0" algn="l" rtl="0">
              <a:lnSpc>
                <a:spcPct val="200000"/>
              </a:lnSpc>
              <a:spcBef>
                <a:spcPts val="0"/>
              </a:spcBef>
              <a:spcAft>
                <a:spcPts val="0"/>
              </a:spcAft>
              <a:buNone/>
            </a:pPr>
            <a:r>
              <a:rPr lang="fr-FR" sz="2000">
                <a:solidFill>
                  <a:srgbClr val="002060"/>
                </a:solidFill>
                <a:latin typeface="Times New Roman"/>
                <a:ea typeface="Times New Roman"/>
                <a:cs typeface="Times New Roman"/>
                <a:sym typeface="Times New Roman"/>
              </a:rPr>
              <a:t>knock on wood</a:t>
            </a:r>
            <a:endParaRPr/>
          </a:p>
          <a:p>
            <a:pPr marL="0" marR="0" lvl="0" indent="0" algn="l" rtl="0">
              <a:lnSpc>
                <a:spcPct val="200000"/>
              </a:lnSpc>
              <a:spcBef>
                <a:spcPts val="0"/>
              </a:spcBef>
              <a:spcAft>
                <a:spcPts val="0"/>
              </a:spcAft>
              <a:buNone/>
            </a:pPr>
            <a:r>
              <a:rPr lang="fr-FR" sz="2000">
                <a:solidFill>
                  <a:srgbClr val="002060"/>
                </a:solidFill>
                <a:latin typeface="Times New Roman"/>
                <a:ea typeface="Times New Roman"/>
                <a:cs typeface="Times New Roman"/>
                <a:sym typeface="Times New Roman"/>
              </a:rPr>
              <a:t>see the forest for the trees</a:t>
            </a:r>
            <a:endParaRPr/>
          </a:p>
          <a:p>
            <a:pPr marL="0" marR="0" lvl="0" indent="0" algn="l" rtl="0">
              <a:lnSpc>
                <a:spcPct val="200000"/>
              </a:lnSpc>
              <a:spcBef>
                <a:spcPts val="0"/>
              </a:spcBef>
              <a:spcAft>
                <a:spcPts val="0"/>
              </a:spcAft>
              <a:buNone/>
            </a:pPr>
            <a:r>
              <a:rPr lang="fr-FR" sz="2000">
                <a:solidFill>
                  <a:srgbClr val="002060"/>
                </a:solidFill>
                <a:latin typeface="Times New Roman"/>
                <a:ea typeface="Times New Roman"/>
                <a:cs typeface="Times New Roman"/>
                <a:sym typeface="Times New Roman"/>
              </a:rPr>
              <a:t>throw a wrench (in- the works)</a:t>
            </a:r>
            <a:endParaRPr/>
          </a:p>
          <a:p>
            <a:pPr marL="0" marR="0" lvl="0" indent="0" algn="l" rtl="0">
              <a:lnSpc>
                <a:spcPct val="200000"/>
              </a:lnSpc>
              <a:spcBef>
                <a:spcPts val="0"/>
              </a:spcBef>
              <a:spcAft>
                <a:spcPts val="0"/>
              </a:spcAft>
              <a:buNone/>
            </a:pPr>
            <a:r>
              <a:rPr lang="fr-FR" sz="2000">
                <a:solidFill>
                  <a:srgbClr val="002060"/>
                </a:solidFill>
                <a:latin typeface="Times New Roman"/>
                <a:ea typeface="Times New Roman"/>
                <a:cs typeface="Times New Roman"/>
                <a:sym typeface="Times New Roman"/>
              </a:rPr>
              <a:t>one’s two cents' worth</a:t>
            </a:r>
            <a:endParaRPr/>
          </a:p>
          <a:p>
            <a:pPr marL="0" marR="0" lvl="0" indent="0" algn="l" rtl="0">
              <a:lnSpc>
                <a:spcPct val="200000"/>
              </a:lnSpc>
              <a:spcBef>
                <a:spcPts val="0"/>
              </a:spcBef>
              <a:spcAft>
                <a:spcPts val="0"/>
              </a:spcAft>
              <a:buNone/>
            </a:pPr>
            <a:r>
              <a:rPr lang="fr-FR" sz="2000">
                <a:solidFill>
                  <a:srgbClr val="002060"/>
                </a:solidFill>
                <a:latin typeface="Times New Roman"/>
                <a:ea typeface="Times New Roman"/>
                <a:cs typeface="Times New Roman"/>
                <a:sym typeface="Times New Roman"/>
              </a:rPr>
              <a:t>skeleton in the closet</a:t>
            </a:r>
            <a:endParaRPr/>
          </a:p>
          <a:p>
            <a:pPr marL="0" marR="0" lvl="0" indent="0" algn="l" rtl="0">
              <a:lnSpc>
                <a:spcPct val="200000"/>
              </a:lnSpc>
              <a:spcBef>
                <a:spcPts val="0"/>
              </a:spcBef>
              <a:spcAft>
                <a:spcPts val="0"/>
              </a:spcAft>
              <a:buNone/>
            </a:pPr>
            <a:r>
              <a:rPr lang="fr-FR" sz="2000">
                <a:solidFill>
                  <a:srgbClr val="002060"/>
                </a:solidFill>
                <a:latin typeface="Times New Roman"/>
                <a:ea typeface="Times New Roman"/>
                <a:cs typeface="Times New Roman"/>
                <a:sym typeface="Times New Roman"/>
              </a:rPr>
              <a:t>beating a dead horse</a:t>
            </a:r>
            <a:endParaRPr/>
          </a:p>
          <a:p>
            <a:pPr marL="0" marR="0" lvl="0" indent="0" algn="l" rtl="0">
              <a:lnSpc>
                <a:spcPct val="200000"/>
              </a:lnSpc>
              <a:spcBef>
                <a:spcPts val="0"/>
              </a:spcBef>
              <a:spcAft>
                <a:spcPts val="0"/>
              </a:spcAft>
              <a:buNone/>
            </a:pPr>
            <a:r>
              <a:rPr lang="fr-FR" sz="2000">
                <a:solidFill>
                  <a:srgbClr val="002060"/>
                </a:solidFill>
                <a:latin typeface="Times New Roman"/>
                <a:ea typeface="Times New Roman"/>
                <a:cs typeface="Times New Roman"/>
                <a:sym typeface="Times New Roman"/>
              </a:rPr>
              <a:t>a drop in the bucket</a:t>
            </a:r>
            <a:endParaRPr sz="2000" b="0" i="0" u="none" strike="noStrike" cap="none">
              <a:solidFill>
                <a:srgbClr val="002060"/>
              </a:solidFill>
              <a:latin typeface="Arial"/>
              <a:ea typeface="Arial"/>
              <a:cs typeface="Arial"/>
              <a:sym typeface="Arial"/>
            </a:endParaRPr>
          </a:p>
        </p:txBody>
      </p:sp>
      <p:sp>
        <p:nvSpPr>
          <p:cNvPr id="595" name="Google Shape;595;p42"/>
          <p:cNvSpPr/>
          <p:nvPr/>
        </p:nvSpPr>
        <p:spPr>
          <a:xfrm>
            <a:off x="2893325" y="2033516"/>
            <a:ext cx="773692" cy="484632"/>
          </a:xfrm>
          <a:prstGeom prst="rightArrow">
            <a:avLst>
              <a:gd name="adj1" fmla="val 50000"/>
              <a:gd name="adj2" fmla="val 50000"/>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96" name="Google Shape;596;p42"/>
          <p:cNvSpPr/>
          <p:nvPr/>
        </p:nvSpPr>
        <p:spPr>
          <a:xfrm>
            <a:off x="2579427" y="2620370"/>
            <a:ext cx="869226" cy="484632"/>
          </a:xfrm>
          <a:prstGeom prst="rightArrow">
            <a:avLst>
              <a:gd name="adj1" fmla="val 50000"/>
              <a:gd name="adj2" fmla="val 50000"/>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97" name="Google Shape;597;p42"/>
          <p:cNvSpPr/>
          <p:nvPr/>
        </p:nvSpPr>
        <p:spPr>
          <a:xfrm>
            <a:off x="2961564" y="3220871"/>
            <a:ext cx="709683" cy="484632"/>
          </a:xfrm>
          <a:prstGeom prst="rightArrow">
            <a:avLst>
              <a:gd name="adj1" fmla="val 50000"/>
              <a:gd name="adj2" fmla="val 50000"/>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98" name="Google Shape;598;p42"/>
          <p:cNvSpPr/>
          <p:nvPr/>
        </p:nvSpPr>
        <p:spPr>
          <a:xfrm>
            <a:off x="2661313" y="4449170"/>
            <a:ext cx="978408" cy="484632"/>
          </a:xfrm>
          <a:prstGeom prst="rightArrow">
            <a:avLst>
              <a:gd name="adj1" fmla="val 50000"/>
              <a:gd name="adj2" fmla="val 50000"/>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99" name="Google Shape;599;p42"/>
          <p:cNvSpPr/>
          <p:nvPr/>
        </p:nvSpPr>
        <p:spPr>
          <a:xfrm>
            <a:off x="3002507" y="4981432"/>
            <a:ext cx="709683" cy="484632"/>
          </a:xfrm>
          <a:prstGeom prst="rightArrow">
            <a:avLst>
              <a:gd name="adj1" fmla="val 50000"/>
              <a:gd name="adj2" fmla="val 50000"/>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00" name="Google Shape;600;p42"/>
          <p:cNvSpPr/>
          <p:nvPr/>
        </p:nvSpPr>
        <p:spPr>
          <a:xfrm>
            <a:off x="2866029" y="5609229"/>
            <a:ext cx="709683" cy="484632"/>
          </a:xfrm>
          <a:prstGeom prst="rightArrow">
            <a:avLst>
              <a:gd name="adj1" fmla="val 50000"/>
              <a:gd name="adj2" fmla="val 50000"/>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01" name="Google Shape;601;p42"/>
          <p:cNvSpPr/>
          <p:nvPr/>
        </p:nvSpPr>
        <p:spPr>
          <a:xfrm>
            <a:off x="2811438" y="6155139"/>
            <a:ext cx="709683" cy="484632"/>
          </a:xfrm>
          <a:prstGeom prst="rightArrow">
            <a:avLst>
              <a:gd name="adj1" fmla="val 50000"/>
              <a:gd name="adj2" fmla="val 50000"/>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02" name="Google Shape;602;p42"/>
          <p:cNvSpPr/>
          <p:nvPr/>
        </p:nvSpPr>
        <p:spPr>
          <a:xfrm>
            <a:off x="6086901" y="1665027"/>
            <a:ext cx="5227093" cy="982639"/>
          </a:xfrm>
          <a:prstGeom prst="notchedRightArrow">
            <a:avLst>
              <a:gd name="adj1" fmla="val 50000"/>
              <a:gd name="adj2" fmla="val 50000"/>
            </a:avLst>
          </a:prstGeom>
          <a:solidFill>
            <a:srgbClr val="FFECCB"/>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600" b="1" i="1">
                <a:solidFill>
                  <a:srgbClr val="002060"/>
                </a:solidFill>
                <a:latin typeface="Arial"/>
                <a:ea typeface="Arial"/>
                <a:cs typeface="Arial"/>
                <a:sym typeface="Arial"/>
              </a:rPr>
              <a:t>try to hide a problem or keep a problem secret instead of dealing with it</a:t>
            </a:r>
            <a:endParaRPr sz="1600" b="1">
              <a:solidFill>
                <a:srgbClr val="002060"/>
              </a:solidFill>
              <a:latin typeface="Arial"/>
              <a:ea typeface="Arial"/>
              <a:cs typeface="Arial"/>
              <a:sym typeface="Arial"/>
            </a:endParaRPr>
          </a:p>
        </p:txBody>
      </p:sp>
      <p:sp>
        <p:nvSpPr>
          <p:cNvPr id="603" name="Google Shape;603;p42"/>
          <p:cNvSpPr/>
          <p:nvPr/>
        </p:nvSpPr>
        <p:spPr>
          <a:xfrm>
            <a:off x="5964071" y="2279177"/>
            <a:ext cx="5104263" cy="928047"/>
          </a:xfrm>
          <a:prstGeom prst="notchedRightArrow">
            <a:avLst>
              <a:gd name="adj1" fmla="val 50000"/>
              <a:gd name="adj2" fmla="val 50000"/>
            </a:avLst>
          </a:prstGeom>
          <a:solidFill>
            <a:srgbClr val="FFECCB"/>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600" b="1" i="1">
                <a:solidFill>
                  <a:srgbClr val="002060"/>
                </a:solidFill>
                <a:latin typeface="Arial"/>
                <a:ea typeface="Arial"/>
                <a:cs typeface="Arial"/>
                <a:sym typeface="Arial"/>
              </a:rPr>
              <a:t>said when you want good luck or a good situation to continue</a:t>
            </a:r>
            <a:endParaRPr sz="1600" b="1">
              <a:solidFill>
                <a:srgbClr val="002060"/>
              </a:solidFill>
              <a:latin typeface="Arial"/>
              <a:ea typeface="Arial"/>
              <a:cs typeface="Arial"/>
              <a:sym typeface="Arial"/>
            </a:endParaRPr>
          </a:p>
        </p:txBody>
      </p:sp>
      <p:sp>
        <p:nvSpPr>
          <p:cNvPr id="604" name="Google Shape;604;p42"/>
          <p:cNvSpPr/>
          <p:nvPr/>
        </p:nvSpPr>
        <p:spPr>
          <a:xfrm>
            <a:off x="6155140" y="2784143"/>
            <a:ext cx="6036860" cy="1214651"/>
          </a:xfrm>
          <a:prstGeom prst="notchedRightArrow">
            <a:avLst>
              <a:gd name="adj1" fmla="val 50000"/>
              <a:gd name="adj2" fmla="val 50000"/>
            </a:avLst>
          </a:prstGeom>
          <a:solidFill>
            <a:srgbClr val="FFECCB"/>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600" b="1" i="1">
                <a:solidFill>
                  <a:srgbClr val="002060"/>
                </a:solidFill>
                <a:latin typeface="Arial"/>
                <a:ea typeface="Arial"/>
                <a:cs typeface="Arial"/>
                <a:sym typeface="Arial"/>
              </a:rPr>
              <a:t>Being involved in the details of s.th and so not noticing what is important about the thing as a whole</a:t>
            </a:r>
            <a:endParaRPr sz="1600" b="1">
              <a:solidFill>
                <a:srgbClr val="002060"/>
              </a:solidFill>
              <a:latin typeface="Arial"/>
              <a:ea typeface="Arial"/>
              <a:cs typeface="Arial"/>
              <a:sym typeface="Arial"/>
            </a:endParaRPr>
          </a:p>
        </p:txBody>
      </p:sp>
      <p:sp>
        <p:nvSpPr>
          <p:cNvPr id="605" name="Google Shape;605;p42"/>
          <p:cNvSpPr/>
          <p:nvPr/>
        </p:nvSpPr>
        <p:spPr>
          <a:xfrm>
            <a:off x="6964907" y="3534769"/>
            <a:ext cx="5227093" cy="1105469"/>
          </a:xfrm>
          <a:prstGeom prst="notchedRightArrow">
            <a:avLst>
              <a:gd name="adj1" fmla="val 50000"/>
              <a:gd name="adj2" fmla="val 50000"/>
            </a:avLst>
          </a:prstGeom>
          <a:solidFill>
            <a:srgbClr val="FFECCB"/>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600" b="1" i="1">
                <a:solidFill>
                  <a:srgbClr val="002060"/>
                </a:solidFill>
                <a:latin typeface="Arial"/>
                <a:ea typeface="Arial"/>
                <a:cs typeface="Arial"/>
                <a:sym typeface="Arial"/>
              </a:rPr>
              <a:t>a roadblock that prevents an activity from succeeding</a:t>
            </a:r>
            <a:endParaRPr sz="1600" b="1">
              <a:solidFill>
                <a:srgbClr val="002060"/>
              </a:solidFill>
              <a:latin typeface="Arial"/>
              <a:ea typeface="Arial"/>
              <a:cs typeface="Arial"/>
              <a:sym typeface="Arial"/>
            </a:endParaRPr>
          </a:p>
        </p:txBody>
      </p:sp>
      <p:sp>
        <p:nvSpPr>
          <p:cNvPr id="606" name="Google Shape;606;p42"/>
          <p:cNvSpPr/>
          <p:nvPr/>
        </p:nvSpPr>
        <p:spPr>
          <a:xfrm>
            <a:off x="6132394" y="4217158"/>
            <a:ext cx="5631976" cy="1050877"/>
          </a:xfrm>
          <a:prstGeom prst="notchedRightArrow">
            <a:avLst>
              <a:gd name="adj1" fmla="val 50000"/>
              <a:gd name="adj2" fmla="val 50000"/>
            </a:avLst>
          </a:prstGeom>
          <a:solidFill>
            <a:srgbClr val="FFECCB"/>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600" b="1" i="1">
                <a:solidFill>
                  <a:srgbClr val="002060"/>
                </a:solidFill>
                <a:latin typeface="Arial"/>
                <a:ea typeface="Arial"/>
                <a:cs typeface="Arial"/>
                <a:sym typeface="Arial"/>
              </a:rPr>
              <a:t>On</a:t>
            </a:r>
            <a:r>
              <a:rPr lang="fr-FR" sz="1600" b="1">
                <a:solidFill>
                  <a:srgbClr val="002060"/>
                </a:solidFill>
                <a:latin typeface="Arial"/>
                <a:ea typeface="Arial"/>
                <a:cs typeface="Arial"/>
                <a:sym typeface="Arial"/>
              </a:rPr>
              <a:t>e's</a:t>
            </a:r>
            <a:r>
              <a:rPr lang="fr-FR" sz="1600" b="1" i="1">
                <a:solidFill>
                  <a:srgbClr val="002060"/>
                </a:solidFill>
                <a:latin typeface="Arial"/>
                <a:ea typeface="Arial"/>
                <a:cs typeface="Arial"/>
                <a:sym typeface="Arial"/>
              </a:rPr>
              <a:t> opinion or point of view for whatever it may be worth, generally when it is unasked for.</a:t>
            </a:r>
            <a:endParaRPr sz="1600" b="1">
              <a:solidFill>
                <a:srgbClr val="002060"/>
              </a:solidFill>
              <a:latin typeface="Arial"/>
              <a:ea typeface="Arial"/>
              <a:cs typeface="Arial"/>
              <a:sym typeface="Arial"/>
            </a:endParaRPr>
          </a:p>
        </p:txBody>
      </p:sp>
      <p:sp>
        <p:nvSpPr>
          <p:cNvPr id="607" name="Google Shape;607;p42"/>
          <p:cNvSpPr/>
          <p:nvPr/>
        </p:nvSpPr>
        <p:spPr>
          <a:xfrm>
            <a:off x="6009563" y="4844956"/>
            <a:ext cx="5686567" cy="996286"/>
          </a:xfrm>
          <a:prstGeom prst="notchedRightArrow">
            <a:avLst>
              <a:gd name="adj1" fmla="val 50000"/>
              <a:gd name="adj2" fmla="val 50000"/>
            </a:avLst>
          </a:prstGeom>
          <a:solidFill>
            <a:srgbClr val="FFECCB"/>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600" b="1">
                <a:solidFill>
                  <a:srgbClr val="002060"/>
                </a:solidFill>
                <a:latin typeface="Arial"/>
                <a:ea typeface="Arial"/>
                <a:cs typeface="Arial"/>
                <a:sym typeface="Arial"/>
              </a:rPr>
              <a:t>A </a:t>
            </a:r>
            <a:r>
              <a:rPr lang="fr-FR" sz="1600" b="1" i="1">
                <a:solidFill>
                  <a:srgbClr val="002060"/>
                </a:solidFill>
                <a:latin typeface="Arial"/>
                <a:ea typeface="Arial"/>
                <a:cs typeface="Arial"/>
                <a:sym typeface="Arial"/>
              </a:rPr>
              <a:t>secret of an embarrassing, guilty or shameful nature that you don’t want to disclose</a:t>
            </a:r>
            <a:endParaRPr sz="1600" b="1">
              <a:solidFill>
                <a:srgbClr val="002060"/>
              </a:solidFill>
              <a:latin typeface="Arial"/>
              <a:ea typeface="Arial"/>
              <a:cs typeface="Arial"/>
              <a:sym typeface="Arial"/>
            </a:endParaRPr>
          </a:p>
        </p:txBody>
      </p:sp>
      <p:sp>
        <p:nvSpPr>
          <p:cNvPr id="608" name="Google Shape;608;p42"/>
          <p:cNvSpPr/>
          <p:nvPr/>
        </p:nvSpPr>
        <p:spPr>
          <a:xfrm>
            <a:off x="5914029" y="6141493"/>
            <a:ext cx="5386317" cy="887103"/>
          </a:xfrm>
          <a:prstGeom prst="notchedRightArrow">
            <a:avLst>
              <a:gd name="adj1" fmla="val 50000"/>
              <a:gd name="adj2" fmla="val 50000"/>
            </a:avLst>
          </a:prstGeom>
          <a:solidFill>
            <a:srgbClr val="FFECCB"/>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600" b="1" i="1">
                <a:solidFill>
                  <a:srgbClr val="002060"/>
                </a:solidFill>
                <a:latin typeface="Arial"/>
                <a:ea typeface="Arial"/>
                <a:cs typeface="Arial"/>
                <a:sym typeface="Arial"/>
              </a:rPr>
              <a:t>very tiny part of something big</a:t>
            </a:r>
            <a:endParaRPr sz="1600" b="1" i="1">
              <a:solidFill>
                <a:srgbClr val="002060"/>
              </a:solidFill>
              <a:latin typeface="Arial"/>
              <a:ea typeface="Arial"/>
              <a:cs typeface="Arial"/>
              <a:sym typeface="Arial"/>
            </a:endParaRPr>
          </a:p>
        </p:txBody>
      </p:sp>
      <p:sp>
        <p:nvSpPr>
          <p:cNvPr id="609" name="Google Shape;609;p42"/>
          <p:cNvSpPr/>
          <p:nvPr/>
        </p:nvSpPr>
        <p:spPr>
          <a:xfrm>
            <a:off x="6009563" y="5472752"/>
            <a:ext cx="5686567" cy="1050878"/>
          </a:xfrm>
          <a:prstGeom prst="notchedRightArrow">
            <a:avLst>
              <a:gd name="adj1" fmla="val 50000"/>
              <a:gd name="adj2" fmla="val 50000"/>
            </a:avLst>
          </a:prstGeom>
          <a:solidFill>
            <a:srgbClr val="FFECCB"/>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600" b="1" i="1">
                <a:solidFill>
                  <a:srgbClr val="002060"/>
                </a:solidFill>
                <a:latin typeface="Arial"/>
                <a:ea typeface="Arial"/>
                <a:cs typeface="Arial"/>
                <a:sym typeface="Arial"/>
              </a:rPr>
              <a:t>Waste energy on something that has no chance of succeeding</a:t>
            </a:r>
            <a:endParaRPr sz="1600" b="1">
              <a:solidFill>
                <a:srgbClr val="002060"/>
              </a:solidFill>
              <a:latin typeface="Arial"/>
              <a:ea typeface="Arial"/>
              <a:cs typeface="Arial"/>
              <a:sym typeface="Arial"/>
            </a:endParaRPr>
          </a:p>
        </p:txBody>
      </p:sp>
      <p:pic>
        <p:nvPicPr>
          <p:cNvPr id="610" name="Google Shape;610;p42" descr="C:\Users\Lenovo\OneDrive\Desktop\téléchargement (2).jpg"/>
          <p:cNvPicPr preferRelativeResize="0"/>
          <p:nvPr/>
        </p:nvPicPr>
        <p:blipFill rotWithShape="1">
          <a:blip r:embed="rId3">
            <a:alphaModFix/>
          </a:blip>
          <a:srcRect b="9571"/>
          <a:stretch/>
        </p:blipFill>
        <p:spPr>
          <a:xfrm>
            <a:off x="8516203" y="191069"/>
            <a:ext cx="3402841" cy="1337481"/>
          </a:xfrm>
          <a:prstGeom prst="rect">
            <a:avLst/>
          </a:prstGeom>
          <a:noFill/>
          <a:ln>
            <a:noFill/>
          </a:ln>
        </p:spPr>
      </p:pic>
      <p:sp>
        <p:nvSpPr>
          <p:cNvPr id="611" name="Google Shape;611;p42"/>
          <p:cNvSpPr txBox="1"/>
          <p:nvPr/>
        </p:nvSpPr>
        <p:spPr>
          <a:xfrm>
            <a:off x="259308" y="0"/>
            <a:ext cx="8093122" cy="794935"/>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C00000"/>
              </a:buClr>
              <a:buSzPts val="2400"/>
              <a:buFont typeface="Arial"/>
              <a:buNone/>
            </a:pPr>
            <a:r>
              <a:rPr lang="fr-FR" sz="2400" b="1" i="0" u="none" strike="noStrike" cap="none">
                <a:solidFill>
                  <a:srgbClr val="C00000"/>
                </a:solidFill>
                <a:latin typeface="Arial"/>
                <a:ea typeface="Arial"/>
                <a:cs typeface="Arial"/>
                <a:sym typeface="Arial"/>
              </a:rPr>
              <a:t>Do you know the American versions of these idioms?   </a:t>
            </a:r>
            <a:endParaRPr sz="2400" b="1" i="0" u="none" strike="noStrike" cap="none">
              <a:solidFill>
                <a:srgbClr val="C00000"/>
              </a:solidFill>
              <a:latin typeface="Arial"/>
              <a:ea typeface="Arial"/>
              <a:cs typeface="Arial"/>
              <a:sym typeface="Arial"/>
            </a:endParaRPr>
          </a:p>
        </p:txBody>
      </p:sp>
      <p:sp>
        <p:nvSpPr>
          <p:cNvPr id="612" name="Google Shape;612;p42"/>
          <p:cNvSpPr/>
          <p:nvPr/>
        </p:nvSpPr>
        <p:spPr>
          <a:xfrm>
            <a:off x="3357350" y="3807725"/>
            <a:ext cx="368489" cy="484632"/>
          </a:xfrm>
          <a:prstGeom prst="rightArrow">
            <a:avLst>
              <a:gd name="adj1" fmla="val 50000"/>
              <a:gd name="adj2" fmla="val 50000"/>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1"/>
                                        </p:tgtEl>
                                        <p:attrNameLst>
                                          <p:attrName>style.visibility</p:attrName>
                                        </p:attrNameLst>
                                      </p:cBhvr>
                                      <p:to>
                                        <p:strVal val="visible"/>
                                      </p:to>
                                    </p:set>
                                    <p:animEffect transition="in" filter="fade">
                                      <p:cBhvr>
                                        <p:cTn id="7" dur="500"/>
                                        <p:tgtEl>
                                          <p:spTgt spid="591"/>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602"/>
                                        </p:tgtEl>
                                        <p:attrNameLst>
                                          <p:attrName>style.visibility</p:attrName>
                                        </p:attrNameLst>
                                      </p:cBhvr>
                                      <p:to>
                                        <p:strVal val="visible"/>
                                      </p:to>
                                    </p:set>
                                    <p:anim calcmode="lin" valueType="num">
                                      <p:cBhvr additive="base">
                                        <p:cTn id="12" dur="500"/>
                                        <p:tgtEl>
                                          <p:spTgt spid="602"/>
                                        </p:tgtEl>
                                        <p:attrNameLst>
                                          <p:attrName>ppt_w</p:attrName>
                                        </p:attrNameLst>
                                      </p:cBhvr>
                                      <p:tavLst>
                                        <p:tav tm="0">
                                          <p:val>
                                            <p:strVal val="0"/>
                                          </p:val>
                                        </p:tav>
                                        <p:tav tm="100000">
                                          <p:val>
                                            <p:strVal val="#ppt_w"/>
                                          </p:val>
                                        </p:tav>
                                      </p:tavLst>
                                    </p:anim>
                                    <p:anim calcmode="lin" valueType="num">
                                      <p:cBhvr additive="base">
                                        <p:cTn id="13" dur="500"/>
                                        <p:tgtEl>
                                          <p:spTgt spid="602"/>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603"/>
                                        </p:tgtEl>
                                        <p:attrNameLst>
                                          <p:attrName>style.visibility</p:attrName>
                                        </p:attrNameLst>
                                      </p:cBhvr>
                                      <p:to>
                                        <p:strVal val="visible"/>
                                      </p:to>
                                    </p:set>
                                    <p:anim calcmode="lin" valueType="num">
                                      <p:cBhvr additive="base">
                                        <p:cTn id="18" dur="500"/>
                                        <p:tgtEl>
                                          <p:spTgt spid="603"/>
                                        </p:tgtEl>
                                        <p:attrNameLst>
                                          <p:attrName>ppt_w</p:attrName>
                                        </p:attrNameLst>
                                      </p:cBhvr>
                                      <p:tavLst>
                                        <p:tav tm="0">
                                          <p:val>
                                            <p:strVal val="0"/>
                                          </p:val>
                                        </p:tav>
                                        <p:tav tm="100000">
                                          <p:val>
                                            <p:strVal val="#ppt_w"/>
                                          </p:val>
                                        </p:tav>
                                      </p:tavLst>
                                    </p:anim>
                                    <p:anim calcmode="lin" valueType="num">
                                      <p:cBhvr additive="base">
                                        <p:cTn id="19" dur="500"/>
                                        <p:tgtEl>
                                          <p:spTgt spid="603"/>
                                        </p:tgtEl>
                                        <p:attrNameLst>
                                          <p:attrName>ppt_h</p:attrName>
                                        </p:attrNameLst>
                                      </p:cBhvr>
                                      <p:tavLst>
                                        <p:tav tm="0">
                                          <p:val>
                                            <p:str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604"/>
                                        </p:tgtEl>
                                        <p:attrNameLst>
                                          <p:attrName>style.visibility</p:attrName>
                                        </p:attrNameLst>
                                      </p:cBhvr>
                                      <p:to>
                                        <p:strVal val="visible"/>
                                      </p:to>
                                    </p:set>
                                    <p:anim calcmode="lin" valueType="num">
                                      <p:cBhvr additive="base">
                                        <p:cTn id="24" dur="500"/>
                                        <p:tgtEl>
                                          <p:spTgt spid="604"/>
                                        </p:tgtEl>
                                        <p:attrNameLst>
                                          <p:attrName>ppt_w</p:attrName>
                                        </p:attrNameLst>
                                      </p:cBhvr>
                                      <p:tavLst>
                                        <p:tav tm="0">
                                          <p:val>
                                            <p:strVal val="0"/>
                                          </p:val>
                                        </p:tav>
                                        <p:tav tm="100000">
                                          <p:val>
                                            <p:strVal val="#ppt_w"/>
                                          </p:val>
                                        </p:tav>
                                      </p:tavLst>
                                    </p:anim>
                                    <p:anim calcmode="lin" valueType="num">
                                      <p:cBhvr additive="base">
                                        <p:cTn id="25" dur="500"/>
                                        <p:tgtEl>
                                          <p:spTgt spid="604"/>
                                        </p:tgtEl>
                                        <p:attrNameLst>
                                          <p:attrName>ppt_h</p:attrName>
                                        </p:attrNameLst>
                                      </p:cBhvr>
                                      <p:tavLst>
                                        <p:tav tm="0">
                                          <p:val>
                                            <p:str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605"/>
                                        </p:tgtEl>
                                        <p:attrNameLst>
                                          <p:attrName>style.visibility</p:attrName>
                                        </p:attrNameLst>
                                      </p:cBhvr>
                                      <p:to>
                                        <p:strVal val="visible"/>
                                      </p:to>
                                    </p:set>
                                    <p:anim calcmode="lin" valueType="num">
                                      <p:cBhvr additive="base">
                                        <p:cTn id="30" dur="500"/>
                                        <p:tgtEl>
                                          <p:spTgt spid="605"/>
                                        </p:tgtEl>
                                        <p:attrNameLst>
                                          <p:attrName>ppt_w</p:attrName>
                                        </p:attrNameLst>
                                      </p:cBhvr>
                                      <p:tavLst>
                                        <p:tav tm="0">
                                          <p:val>
                                            <p:strVal val="0"/>
                                          </p:val>
                                        </p:tav>
                                        <p:tav tm="100000">
                                          <p:val>
                                            <p:strVal val="#ppt_w"/>
                                          </p:val>
                                        </p:tav>
                                      </p:tavLst>
                                    </p:anim>
                                    <p:anim calcmode="lin" valueType="num">
                                      <p:cBhvr additive="base">
                                        <p:cTn id="31" dur="500"/>
                                        <p:tgtEl>
                                          <p:spTgt spid="605"/>
                                        </p:tgtEl>
                                        <p:attrNameLst>
                                          <p:attrName>ppt_h</p:attrName>
                                        </p:attrNameLst>
                                      </p:cBhvr>
                                      <p:tavLst>
                                        <p:tav tm="0">
                                          <p:val>
                                            <p:str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nodeType="clickEffect">
                                  <p:stCondLst>
                                    <p:cond delay="0"/>
                                  </p:stCondLst>
                                  <p:childTnLst>
                                    <p:set>
                                      <p:cBhvr>
                                        <p:cTn id="35" dur="1" fill="hold">
                                          <p:stCondLst>
                                            <p:cond delay="0"/>
                                          </p:stCondLst>
                                        </p:cTn>
                                        <p:tgtEl>
                                          <p:spTgt spid="606"/>
                                        </p:tgtEl>
                                        <p:attrNameLst>
                                          <p:attrName>style.visibility</p:attrName>
                                        </p:attrNameLst>
                                      </p:cBhvr>
                                      <p:to>
                                        <p:strVal val="visible"/>
                                      </p:to>
                                    </p:set>
                                    <p:anim calcmode="lin" valueType="num">
                                      <p:cBhvr additive="base">
                                        <p:cTn id="36" dur="500"/>
                                        <p:tgtEl>
                                          <p:spTgt spid="606"/>
                                        </p:tgtEl>
                                        <p:attrNameLst>
                                          <p:attrName>ppt_w</p:attrName>
                                        </p:attrNameLst>
                                      </p:cBhvr>
                                      <p:tavLst>
                                        <p:tav tm="0">
                                          <p:val>
                                            <p:strVal val="0"/>
                                          </p:val>
                                        </p:tav>
                                        <p:tav tm="100000">
                                          <p:val>
                                            <p:strVal val="#ppt_w"/>
                                          </p:val>
                                        </p:tav>
                                      </p:tavLst>
                                    </p:anim>
                                    <p:anim calcmode="lin" valueType="num">
                                      <p:cBhvr additive="base">
                                        <p:cTn id="37" dur="500"/>
                                        <p:tgtEl>
                                          <p:spTgt spid="606"/>
                                        </p:tgtEl>
                                        <p:attrNameLst>
                                          <p:attrName>ppt_h</p:attrName>
                                        </p:attrNameLst>
                                      </p:cBhvr>
                                      <p:tavLst>
                                        <p:tav tm="0">
                                          <p:val>
                                            <p:strVal val="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nodeType="clickEffect">
                                  <p:stCondLst>
                                    <p:cond delay="0"/>
                                  </p:stCondLst>
                                  <p:childTnLst>
                                    <p:set>
                                      <p:cBhvr>
                                        <p:cTn id="41" dur="1" fill="hold">
                                          <p:stCondLst>
                                            <p:cond delay="0"/>
                                          </p:stCondLst>
                                        </p:cTn>
                                        <p:tgtEl>
                                          <p:spTgt spid="607"/>
                                        </p:tgtEl>
                                        <p:attrNameLst>
                                          <p:attrName>style.visibility</p:attrName>
                                        </p:attrNameLst>
                                      </p:cBhvr>
                                      <p:to>
                                        <p:strVal val="visible"/>
                                      </p:to>
                                    </p:set>
                                    <p:anim calcmode="lin" valueType="num">
                                      <p:cBhvr additive="base">
                                        <p:cTn id="42" dur="500"/>
                                        <p:tgtEl>
                                          <p:spTgt spid="607"/>
                                        </p:tgtEl>
                                        <p:attrNameLst>
                                          <p:attrName>ppt_w</p:attrName>
                                        </p:attrNameLst>
                                      </p:cBhvr>
                                      <p:tavLst>
                                        <p:tav tm="0">
                                          <p:val>
                                            <p:strVal val="0"/>
                                          </p:val>
                                        </p:tav>
                                        <p:tav tm="100000">
                                          <p:val>
                                            <p:strVal val="#ppt_w"/>
                                          </p:val>
                                        </p:tav>
                                      </p:tavLst>
                                    </p:anim>
                                    <p:anim calcmode="lin" valueType="num">
                                      <p:cBhvr additive="base">
                                        <p:cTn id="43" dur="500"/>
                                        <p:tgtEl>
                                          <p:spTgt spid="607"/>
                                        </p:tgtEl>
                                        <p:attrNameLst>
                                          <p:attrName>ppt_h</p:attrName>
                                        </p:attrNameLst>
                                      </p:cBhvr>
                                      <p:tavLst>
                                        <p:tav tm="0">
                                          <p:val>
                                            <p:str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0"/>
                                  </p:stCondLst>
                                  <p:childTnLst>
                                    <p:set>
                                      <p:cBhvr>
                                        <p:cTn id="47" dur="1" fill="hold">
                                          <p:stCondLst>
                                            <p:cond delay="0"/>
                                          </p:stCondLst>
                                        </p:cTn>
                                        <p:tgtEl>
                                          <p:spTgt spid="609"/>
                                        </p:tgtEl>
                                        <p:attrNameLst>
                                          <p:attrName>style.visibility</p:attrName>
                                        </p:attrNameLst>
                                      </p:cBhvr>
                                      <p:to>
                                        <p:strVal val="visible"/>
                                      </p:to>
                                    </p:set>
                                    <p:anim calcmode="lin" valueType="num">
                                      <p:cBhvr additive="base">
                                        <p:cTn id="48" dur="500"/>
                                        <p:tgtEl>
                                          <p:spTgt spid="609"/>
                                        </p:tgtEl>
                                        <p:attrNameLst>
                                          <p:attrName>ppt_w</p:attrName>
                                        </p:attrNameLst>
                                      </p:cBhvr>
                                      <p:tavLst>
                                        <p:tav tm="0">
                                          <p:val>
                                            <p:strVal val="0"/>
                                          </p:val>
                                        </p:tav>
                                        <p:tav tm="100000">
                                          <p:val>
                                            <p:strVal val="#ppt_w"/>
                                          </p:val>
                                        </p:tav>
                                      </p:tavLst>
                                    </p:anim>
                                    <p:anim calcmode="lin" valueType="num">
                                      <p:cBhvr additive="base">
                                        <p:cTn id="49" dur="500"/>
                                        <p:tgtEl>
                                          <p:spTgt spid="609"/>
                                        </p:tgtEl>
                                        <p:attrNameLst>
                                          <p:attrName>ppt_h</p:attrName>
                                        </p:attrNameLst>
                                      </p:cBhvr>
                                      <p:tavLst>
                                        <p:tav tm="0">
                                          <p:val>
                                            <p:str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3" presetClass="entr" presetSubtype="16" fill="hold" nodeType="clickEffect">
                                  <p:stCondLst>
                                    <p:cond delay="0"/>
                                  </p:stCondLst>
                                  <p:childTnLst>
                                    <p:set>
                                      <p:cBhvr>
                                        <p:cTn id="53" dur="1" fill="hold">
                                          <p:stCondLst>
                                            <p:cond delay="0"/>
                                          </p:stCondLst>
                                        </p:cTn>
                                        <p:tgtEl>
                                          <p:spTgt spid="608"/>
                                        </p:tgtEl>
                                        <p:attrNameLst>
                                          <p:attrName>style.visibility</p:attrName>
                                        </p:attrNameLst>
                                      </p:cBhvr>
                                      <p:to>
                                        <p:strVal val="visible"/>
                                      </p:to>
                                    </p:set>
                                    <p:anim calcmode="lin" valueType="num">
                                      <p:cBhvr additive="base">
                                        <p:cTn id="54" dur="500"/>
                                        <p:tgtEl>
                                          <p:spTgt spid="608"/>
                                        </p:tgtEl>
                                        <p:attrNameLst>
                                          <p:attrName>ppt_w</p:attrName>
                                        </p:attrNameLst>
                                      </p:cBhvr>
                                      <p:tavLst>
                                        <p:tav tm="0">
                                          <p:val>
                                            <p:strVal val="0"/>
                                          </p:val>
                                        </p:tav>
                                        <p:tav tm="100000">
                                          <p:val>
                                            <p:strVal val="#ppt_w"/>
                                          </p:val>
                                        </p:tav>
                                      </p:tavLst>
                                    </p:anim>
                                    <p:anim calcmode="lin" valueType="num">
                                      <p:cBhvr additive="base">
                                        <p:cTn id="55" dur="500"/>
                                        <p:tgtEl>
                                          <p:spTgt spid="60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616"/>
        <p:cNvGrpSpPr/>
        <p:nvPr/>
      </p:nvGrpSpPr>
      <p:grpSpPr>
        <a:xfrm>
          <a:off x="0" y="0"/>
          <a:ext cx="0" cy="0"/>
          <a:chOff x="0" y="0"/>
          <a:chExt cx="0" cy="0"/>
        </a:xfrm>
      </p:grpSpPr>
      <p:sp>
        <p:nvSpPr>
          <p:cNvPr id="617" name="Google Shape;617;p43"/>
          <p:cNvSpPr txBox="1">
            <a:spLocks noGrp="1"/>
          </p:cNvSpPr>
          <p:nvPr>
            <p:ph type="title"/>
          </p:nvPr>
        </p:nvSpPr>
        <p:spPr>
          <a:xfrm>
            <a:off x="327546" y="300250"/>
            <a:ext cx="11544870" cy="7233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fr-FR" sz="3200"/>
              <a:t>Complete the sentences with the convenient idiom</a:t>
            </a:r>
            <a:endParaRPr sz="3200"/>
          </a:p>
        </p:txBody>
      </p:sp>
      <p:sp>
        <p:nvSpPr>
          <p:cNvPr id="618" name="Google Shape;618;p43"/>
          <p:cNvSpPr txBox="1">
            <a:spLocks noGrp="1"/>
          </p:cNvSpPr>
          <p:nvPr>
            <p:ph type="body" idx="1"/>
          </p:nvPr>
        </p:nvSpPr>
        <p:spPr>
          <a:xfrm>
            <a:off x="259308" y="1354541"/>
            <a:ext cx="8311486" cy="5210032"/>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Arial"/>
              <a:buAutoNum type="arabicPeriod"/>
            </a:pPr>
            <a:r>
              <a:rPr lang="fr-FR" sz="1800"/>
              <a:t>Our new venture has got off to a great start, and _________________, we’ll be doing profitable business by the end of the year.</a:t>
            </a:r>
            <a:br>
              <a:rPr lang="fr-FR" sz="1800"/>
            </a:br>
            <a:endParaRPr sz="1800" i="1"/>
          </a:p>
          <a:p>
            <a:pPr marL="342900" lvl="0" indent="-342900" algn="l" rtl="0">
              <a:lnSpc>
                <a:spcPct val="90000"/>
              </a:lnSpc>
              <a:spcBef>
                <a:spcPts val="1000"/>
              </a:spcBef>
              <a:spcAft>
                <a:spcPts val="0"/>
              </a:spcAft>
              <a:buClr>
                <a:schemeClr val="dk1"/>
              </a:buClr>
              <a:buSzPts val="1800"/>
              <a:buFont typeface="Arial"/>
              <a:buAutoNum type="arabicPeriod"/>
            </a:pPr>
            <a:r>
              <a:rPr lang="fr-FR" sz="1800"/>
              <a:t>Let’s make sure that we get this done before Suzy comes along and changes her mind again. That will really  ___________________________, .</a:t>
            </a:r>
            <a:endParaRPr sz="1800" i="1"/>
          </a:p>
          <a:p>
            <a:pPr marL="342900" lvl="0" indent="-342900" algn="l" rtl="0">
              <a:lnSpc>
                <a:spcPct val="90000"/>
              </a:lnSpc>
              <a:spcBef>
                <a:spcPts val="1000"/>
              </a:spcBef>
              <a:spcAft>
                <a:spcPts val="0"/>
              </a:spcAft>
              <a:buClr>
                <a:schemeClr val="dk1"/>
              </a:buClr>
              <a:buSzPts val="1800"/>
              <a:buFont typeface="Arial"/>
              <a:buAutoNum type="arabicPeriod"/>
            </a:pPr>
            <a:r>
              <a:rPr lang="fr-FR" sz="1800"/>
              <a:t>It is always possible to find  ____________________,  when you dig into family history. Our great, great, grandfather had been in prison for bank robbery.</a:t>
            </a:r>
            <a:endParaRPr/>
          </a:p>
          <a:p>
            <a:pPr marL="342900" lvl="0" indent="-342900" algn="l" rtl="0">
              <a:lnSpc>
                <a:spcPct val="90000"/>
              </a:lnSpc>
              <a:spcBef>
                <a:spcPts val="1000"/>
              </a:spcBef>
              <a:spcAft>
                <a:spcPts val="0"/>
              </a:spcAft>
              <a:buClr>
                <a:schemeClr val="dk1"/>
              </a:buClr>
              <a:buSzPts val="1800"/>
              <a:buFont typeface="Arial"/>
              <a:buAutoNum type="arabicPeriod"/>
            </a:pPr>
            <a:r>
              <a:rPr lang="fr-FR" sz="1800"/>
              <a:t>Your father kept telling me to hush up but you know me, I had to throw   ___________________</a:t>
            </a:r>
            <a:endParaRPr/>
          </a:p>
          <a:p>
            <a:pPr marL="342900" lvl="0" indent="-342900" algn="l" rtl="0">
              <a:lnSpc>
                <a:spcPct val="90000"/>
              </a:lnSpc>
              <a:spcBef>
                <a:spcPts val="1000"/>
              </a:spcBef>
              <a:spcAft>
                <a:spcPts val="0"/>
              </a:spcAft>
              <a:buClr>
                <a:schemeClr val="dk1"/>
              </a:buClr>
              <a:buSzPts val="1800"/>
              <a:buFont typeface="Arial"/>
              <a:buAutoNum type="arabicPeriod"/>
            </a:pPr>
            <a:r>
              <a:rPr lang="fr-FR" sz="1800"/>
              <a:t>There are numerous problematic realities that we _________________, one of them being child abuse. </a:t>
            </a:r>
            <a:endParaRPr sz="1800" i="1"/>
          </a:p>
          <a:p>
            <a:pPr marL="342900" lvl="0" indent="-342900" algn="l" rtl="0">
              <a:lnSpc>
                <a:spcPct val="90000"/>
              </a:lnSpc>
              <a:spcBef>
                <a:spcPts val="1000"/>
              </a:spcBef>
              <a:spcAft>
                <a:spcPts val="0"/>
              </a:spcAft>
              <a:buClr>
                <a:schemeClr val="dk1"/>
              </a:buClr>
              <a:buSzPts val="1800"/>
              <a:buFont typeface="Arial"/>
              <a:buAutoNum type="arabicPeriod"/>
            </a:pPr>
            <a:r>
              <a:rPr lang="fr-FR" sz="1800"/>
              <a:t>I’ve told him numerous times to manage his routine effectively, but I think I’ve just been  ___________________, </a:t>
            </a:r>
            <a:endParaRPr sz="1800" i="1"/>
          </a:p>
          <a:p>
            <a:pPr marL="342900" lvl="0" indent="-342900" algn="l" rtl="0">
              <a:lnSpc>
                <a:spcPct val="90000"/>
              </a:lnSpc>
              <a:spcBef>
                <a:spcPts val="1000"/>
              </a:spcBef>
              <a:spcAft>
                <a:spcPts val="0"/>
              </a:spcAft>
              <a:buClr>
                <a:schemeClr val="dk1"/>
              </a:buClr>
              <a:buSzPts val="1800"/>
              <a:buFont typeface="Arial"/>
              <a:buAutoNum type="arabicPeriod"/>
            </a:pPr>
            <a:r>
              <a:rPr lang="fr-FR" sz="1800"/>
              <a:t>I always try to give money to the charity, but sometimes I feel it is just  __________________ . </a:t>
            </a:r>
            <a:endParaRPr sz="1800" i="1"/>
          </a:p>
          <a:p>
            <a:pPr marL="342900" lvl="0" indent="-342900" algn="l" rtl="0">
              <a:lnSpc>
                <a:spcPct val="90000"/>
              </a:lnSpc>
              <a:spcBef>
                <a:spcPts val="1000"/>
              </a:spcBef>
              <a:spcAft>
                <a:spcPts val="0"/>
              </a:spcAft>
              <a:buClr>
                <a:schemeClr val="dk1"/>
              </a:buClr>
              <a:buSzPts val="1800"/>
              <a:buFont typeface="Arial"/>
              <a:buAutoNum type="arabicPeriod"/>
            </a:pPr>
            <a:r>
              <a:rPr lang="fr-FR" sz="1800"/>
              <a:t> I don't think we can  _______________________, at this stage, so let's get an outsider to take a look at the project and give us a progress report.</a:t>
            </a:r>
            <a:endParaRPr sz="1800" i="1"/>
          </a:p>
        </p:txBody>
      </p:sp>
      <p:sp>
        <p:nvSpPr>
          <p:cNvPr id="619" name="Google Shape;619;p4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42</a:t>
            </a:fld>
            <a:endParaRPr/>
          </a:p>
        </p:txBody>
      </p:sp>
      <p:sp>
        <p:nvSpPr>
          <p:cNvPr id="620" name="Google Shape;620;p43"/>
          <p:cNvSpPr txBox="1"/>
          <p:nvPr/>
        </p:nvSpPr>
        <p:spPr>
          <a:xfrm>
            <a:off x="5622880" y="4299043"/>
            <a:ext cx="257942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C00000"/>
                </a:solidFill>
                <a:latin typeface="Arial"/>
                <a:ea typeface="Arial"/>
                <a:cs typeface="Arial"/>
                <a:sym typeface="Arial"/>
              </a:rPr>
              <a:t>sweep under the rug</a:t>
            </a:r>
            <a:endParaRPr/>
          </a:p>
          <a:p>
            <a:pPr marL="0" marR="0" lvl="0" indent="0" algn="l" rtl="0">
              <a:spcBef>
                <a:spcPts val="0"/>
              </a:spcBef>
              <a:spcAft>
                <a:spcPts val="0"/>
              </a:spcAft>
              <a:buNone/>
            </a:pPr>
            <a:endParaRPr sz="1800" b="1">
              <a:solidFill>
                <a:srgbClr val="C00000"/>
              </a:solidFill>
              <a:latin typeface="Arial"/>
              <a:ea typeface="Arial"/>
              <a:cs typeface="Arial"/>
              <a:sym typeface="Arial"/>
            </a:endParaRPr>
          </a:p>
        </p:txBody>
      </p:sp>
      <p:sp>
        <p:nvSpPr>
          <p:cNvPr id="621" name="Google Shape;621;p43"/>
          <p:cNvSpPr txBox="1"/>
          <p:nvPr/>
        </p:nvSpPr>
        <p:spPr>
          <a:xfrm>
            <a:off x="5718411" y="1132764"/>
            <a:ext cx="2199514" cy="646331"/>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fr-FR" sz="1800" b="1">
                <a:solidFill>
                  <a:srgbClr val="C00000"/>
                </a:solidFill>
                <a:latin typeface="Arial"/>
                <a:ea typeface="Arial"/>
                <a:cs typeface="Arial"/>
                <a:sym typeface="Arial"/>
              </a:rPr>
              <a:t>knock on wood</a:t>
            </a:r>
            <a:endParaRPr/>
          </a:p>
        </p:txBody>
      </p:sp>
      <p:sp>
        <p:nvSpPr>
          <p:cNvPr id="622" name="Google Shape;622;p43"/>
          <p:cNvSpPr txBox="1"/>
          <p:nvPr/>
        </p:nvSpPr>
        <p:spPr>
          <a:xfrm>
            <a:off x="2743199" y="5934670"/>
            <a:ext cx="3698545" cy="923330"/>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fr-FR" sz="1800" b="1">
                <a:solidFill>
                  <a:srgbClr val="C00000"/>
                </a:solidFill>
                <a:latin typeface="Arial"/>
                <a:ea typeface="Arial"/>
                <a:cs typeface="Arial"/>
                <a:sym typeface="Arial"/>
              </a:rPr>
              <a:t>see the forest for the trees</a:t>
            </a:r>
            <a:endParaRPr/>
          </a:p>
          <a:p>
            <a:pPr marL="0" marR="0" lvl="0" indent="0" algn="l" rtl="0">
              <a:spcBef>
                <a:spcPts val="0"/>
              </a:spcBef>
              <a:spcAft>
                <a:spcPts val="0"/>
              </a:spcAft>
              <a:buNone/>
            </a:pPr>
            <a:endParaRPr sz="1800" b="1">
              <a:solidFill>
                <a:srgbClr val="C00000"/>
              </a:solidFill>
              <a:latin typeface="Arial"/>
              <a:ea typeface="Arial"/>
              <a:cs typeface="Arial"/>
              <a:sym typeface="Arial"/>
            </a:endParaRPr>
          </a:p>
        </p:txBody>
      </p:sp>
      <p:sp>
        <p:nvSpPr>
          <p:cNvPr id="623" name="Google Shape;623;p43"/>
          <p:cNvSpPr txBox="1"/>
          <p:nvPr/>
        </p:nvSpPr>
        <p:spPr>
          <a:xfrm>
            <a:off x="4749423" y="2274706"/>
            <a:ext cx="3278256" cy="646331"/>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fr-FR" sz="1800" b="1">
                <a:solidFill>
                  <a:srgbClr val="C00000"/>
                </a:solidFill>
                <a:latin typeface="Arial"/>
                <a:ea typeface="Arial"/>
                <a:cs typeface="Arial"/>
                <a:sym typeface="Arial"/>
              </a:rPr>
              <a:t>throw a wrench in the works</a:t>
            </a:r>
            <a:endParaRPr/>
          </a:p>
        </p:txBody>
      </p:sp>
      <p:sp>
        <p:nvSpPr>
          <p:cNvPr id="624" name="Google Shape;624;p43"/>
          <p:cNvSpPr txBox="1"/>
          <p:nvPr/>
        </p:nvSpPr>
        <p:spPr>
          <a:xfrm>
            <a:off x="3357349" y="2643196"/>
            <a:ext cx="3278256" cy="646331"/>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fr-FR" sz="1800" b="1">
                <a:solidFill>
                  <a:srgbClr val="C00000"/>
                </a:solidFill>
                <a:latin typeface="Arial"/>
                <a:ea typeface="Arial"/>
                <a:cs typeface="Arial"/>
                <a:sym typeface="Arial"/>
              </a:rPr>
              <a:t>a skeleton in the closet</a:t>
            </a:r>
            <a:endParaRPr/>
          </a:p>
        </p:txBody>
      </p:sp>
      <p:sp>
        <p:nvSpPr>
          <p:cNvPr id="625" name="Google Shape;625;p43"/>
          <p:cNvSpPr txBox="1"/>
          <p:nvPr/>
        </p:nvSpPr>
        <p:spPr>
          <a:xfrm>
            <a:off x="1020850" y="5597520"/>
            <a:ext cx="2496519" cy="646331"/>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fr-FR" sz="1800" b="1">
                <a:solidFill>
                  <a:srgbClr val="C00000"/>
                </a:solidFill>
                <a:latin typeface="Arial"/>
                <a:ea typeface="Arial"/>
                <a:cs typeface="Arial"/>
                <a:sym typeface="Arial"/>
              </a:rPr>
              <a:t>a drop in the bucket</a:t>
            </a:r>
            <a:endParaRPr sz="1800" b="1">
              <a:solidFill>
                <a:srgbClr val="C00000"/>
              </a:solidFill>
              <a:latin typeface="Arial"/>
              <a:ea typeface="Arial"/>
              <a:cs typeface="Arial"/>
              <a:sym typeface="Arial"/>
            </a:endParaRPr>
          </a:p>
        </p:txBody>
      </p:sp>
      <p:sp>
        <p:nvSpPr>
          <p:cNvPr id="626" name="Google Shape;626;p43"/>
          <p:cNvSpPr txBox="1"/>
          <p:nvPr/>
        </p:nvSpPr>
        <p:spPr>
          <a:xfrm>
            <a:off x="1445402" y="3767225"/>
            <a:ext cx="2764641" cy="646331"/>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fr-FR" sz="1800" b="1">
                <a:solidFill>
                  <a:srgbClr val="C00000"/>
                </a:solidFill>
                <a:latin typeface="Arial"/>
                <a:ea typeface="Arial"/>
                <a:cs typeface="Arial"/>
                <a:sym typeface="Arial"/>
              </a:rPr>
              <a:t>my two cents' worth</a:t>
            </a:r>
            <a:endParaRPr/>
          </a:p>
        </p:txBody>
      </p:sp>
      <p:sp>
        <p:nvSpPr>
          <p:cNvPr id="627" name="Google Shape;627;p43"/>
          <p:cNvSpPr txBox="1"/>
          <p:nvPr/>
        </p:nvSpPr>
        <p:spPr>
          <a:xfrm>
            <a:off x="1702404" y="4965104"/>
            <a:ext cx="2519148" cy="646331"/>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fr-FR" sz="1800" b="1">
                <a:solidFill>
                  <a:srgbClr val="C00000"/>
                </a:solidFill>
                <a:latin typeface="Arial"/>
                <a:ea typeface="Arial"/>
                <a:cs typeface="Arial"/>
                <a:sym typeface="Arial"/>
              </a:rPr>
              <a:t>beating a dead horse</a:t>
            </a:r>
            <a:endParaRPr/>
          </a:p>
        </p:txBody>
      </p:sp>
      <p:sp>
        <p:nvSpPr>
          <p:cNvPr id="628" name="Google Shape;628;p43"/>
          <p:cNvSpPr txBox="1"/>
          <p:nvPr/>
        </p:nvSpPr>
        <p:spPr>
          <a:xfrm>
            <a:off x="8625383" y="1323833"/>
            <a:ext cx="3566617" cy="553416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2000" b="1" u="sng">
                <a:solidFill>
                  <a:srgbClr val="FF0000"/>
                </a:solidFill>
                <a:latin typeface="Times New Roman"/>
                <a:ea typeface="Times New Roman"/>
                <a:cs typeface="Times New Roman"/>
                <a:sym typeface="Times New Roman"/>
              </a:rPr>
              <a:t>Idioms</a:t>
            </a:r>
            <a:endParaRPr/>
          </a:p>
          <a:p>
            <a:pPr marL="0" marR="0" lvl="0" indent="0" algn="l" rtl="0">
              <a:lnSpc>
                <a:spcPct val="200000"/>
              </a:lnSpc>
              <a:spcBef>
                <a:spcPts val="0"/>
              </a:spcBef>
              <a:spcAft>
                <a:spcPts val="0"/>
              </a:spcAft>
              <a:buNone/>
            </a:pPr>
            <a:r>
              <a:rPr lang="fr-FR" sz="2000">
                <a:solidFill>
                  <a:srgbClr val="002060"/>
                </a:solidFill>
                <a:latin typeface="Times New Roman"/>
                <a:ea typeface="Times New Roman"/>
                <a:cs typeface="Times New Roman"/>
                <a:sym typeface="Times New Roman"/>
              </a:rPr>
              <a:t>sweep under the rug/ </a:t>
            </a:r>
            <a:r>
              <a:rPr lang="fr-FR" sz="2000">
                <a:solidFill>
                  <a:srgbClr val="FF0000"/>
                </a:solidFill>
                <a:latin typeface="Times New Roman"/>
                <a:ea typeface="Times New Roman"/>
                <a:cs typeface="Times New Roman"/>
                <a:sym typeface="Times New Roman"/>
              </a:rPr>
              <a:t>carpet</a:t>
            </a:r>
            <a:endParaRPr/>
          </a:p>
          <a:p>
            <a:pPr marL="0" marR="0" lvl="0" indent="0" algn="l" rtl="0">
              <a:lnSpc>
                <a:spcPct val="200000"/>
              </a:lnSpc>
              <a:spcBef>
                <a:spcPts val="0"/>
              </a:spcBef>
              <a:spcAft>
                <a:spcPts val="0"/>
              </a:spcAft>
              <a:buNone/>
            </a:pPr>
            <a:r>
              <a:rPr lang="fr-FR" sz="2000">
                <a:solidFill>
                  <a:srgbClr val="FF0000"/>
                </a:solidFill>
                <a:latin typeface="Times New Roman"/>
                <a:ea typeface="Times New Roman"/>
                <a:cs typeface="Times New Roman"/>
                <a:sym typeface="Times New Roman"/>
              </a:rPr>
              <a:t>Touch</a:t>
            </a:r>
            <a:r>
              <a:rPr lang="fr-FR" sz="2000">
                <a:solidFill>
                  <a:srgbClr val="002060"/>
                </a:solidFill>
                <a:latin typeface="Times New Roman"/>
                <a:ea typeface="Times New Roman"/>
                <a:cs typeface="Times New Roman"/>
                <a:sym typeface="Times New Roman"/>
              </a:rPr>
              <a:t> / knock on wood</a:t>
            </a:r>
            <a:endParaRPr/>
          </a:p>
          <a:p>
            <a:pPr marL="0" marR="0" lvl="0" indent="0" algn="l" rtl="0">
              <a:lnSpc>
                <a:spcPct val="200000"/>
              </a:lnSpc>
              <a:spcBef>
                <a:spcPts val="0"/>
              </a:spcBef>
              <a:spcAft>
                <a:spcPts val="0"/>
              </a:spcAft>
              <a:buNone/>
            </a:pPr>
            <a:r>
              <a:rPr lang="fr-FR" sz="2000">
                <a:solidFill>
                  <a:srgbClr val="002060"/>
                </a:solidFill>
                <a:latin typeface="Times New Roman"/>
                <a:ea typeface="Times New Roman"/>
                <a:cs typeface="Times New Roman"/>
                <a:sym typeface="Times New Roman"/>
              </a:rPr>
              <a:t>see the forest / </a:t>
            </a:r>
            <a:r>
              <a:rPr lang="fr-FR" sz="2000">
                <a:solidFill>
                  <a:srgbClr val="FF0000"/>
                </a:solidFill>
                <a:latin typeface="Times New Roman"/>
                <a:ea typeface="Times New Roman"/>
                <a:cs typeface="Times New Roman"/>
                <a:sym typeface="Times New Roman"/>
              </a:rPr>
              <a:t>wood </a:t>
            </a:r>
            <a:r>
              <a:rPr lang="fr-FR" sz="2000">
                <a:solidFill>
                  <a:srgbClr val="002060"/>
                </a:solidFill>
                <a:latin typeface="Times New Roman"/>
                <a:ea typeface="Times New Roman"/>
                <a:cs typeface="Times New Roman"/>
                <a:sym typeface="Times New Roman"/>
              </a:rPr>
              <a:t>for the trees</a:t>
            </a:r>
            <a:endParaRPr/>
          </a:p>
          <a:p>
            <a:pPr marL="0" marR="0" lvl="0" indent="0" algn="l" rtl="0">
              <a:spcBef>
                <a:spcPts val="0"/>
              </a:spcBef>
              <a:spcAft>
                <a:spcPts val="0"/>
              </a:spcAft>
              <a:buNone/>
            </a:pPr>
            <a:r>
              <a:rPr lang="fr-FR" sz="2000">
                <a:solidFill>
                  <a:srgbClr val="002060"/>
                </a:solidFill>
                <a:latin typeface="Times New Roman"/>
                <a:ea typeface="Times New Roman"/>
                <a:cs typeface="Times New Roman"/>
                <a:sym typeface="Times New Roman"/>
              </a:rPr>
              <a:t>throw a wrench / </a:t>
            </a:r>
            <a:r>
              <a:rPr lang="fr-FR" sz="2000">
                <a:solidFill>
                  <a:srgbClr val="FF0000"/>
                </a:solidFill>
                <a:latin typeface="Times New Roman"/>
                <a:ea typeface="Times New Roman"/>
                <a:cs typeface="Times New Roman"/>
                <a:sym typeface="Times New Roman"/>
              </a:rPr>
              <a:t>spanner </a:t>
            </a:r>
            <a:endParaRPr/>
          </a:p>
          <a:p>
            <a:pPr marL="0" marR="0" lvl="0" indent="0" algn="l" rtl="0">
              <a:spcBef>
                <a:spcPts val="0"/>
              </a:spcBef>
              <a:spcAft>
                <a:spcPts val="0"/>
              </a:spcAft>
              <a:buNone/>
            </a:pPr>
            <a:r>
              <a:rPr lang="fr-FR" sz="2000">
                <a:solidFill>
                  <a:srgbClr val="002060"/>
                </a:solidFill>
                <a:latin typeface="Times New Roman"/>
                <a:ea typeface="Times New Roman"/>
                <a:cs typeface="Times New Roman"/>
                <a:sym typeface="Times New Roman"/>
              </a:rPr>
              <a:t>(in- the works)</a:t>
            </a:r>
            <a:endParaRPr/>
          </a:p>
          <a:p>
            <a:pPr marL="0" marR="0" lvl="0" indent="0" algn="l" rtl="0">
              <a:lnSpc>
                <a:spcPct val="200000"/>
              </a:lnSpc>
              <a:spcBef>
                <a:spcPts val="0"/>
              </a:spcBef>
              <a:spcAft>
                <a:spcPts val="0"/>
              </a:spcAft>
              <a:buNone/>
            </a:pPr>
            <a:r>
              <a:rPr lang="fr-FR" sz="2000">
                <a:solidFill>
                  <a:srgbClr val="002060"/>
                </a:solidFill>
                <a:latin typeface="Times New Roman"/>
                <a:ea typeface="Times New Roman"/>
                <a:cs typeface="Times New Roman"/>
                <a:sym typeface="Times New Roman"/>
              </a:rPr>
              <a:t>one’s two cents’/ </a:t>
            </a:r>
            <a:r>
              <a:rPr lang="fr-FR" sz="2000">
                <a:solidFill>
                  <a:srgbClr val="FF0000"/>
                </a:solidFill>
                <a:latin typeface="Times New Roman"/>
                <a:ea typeface="Times New Roman"/>
                <a:cs typeface="Times New Roman"/>
                <a:sym typeface="Times New Roman"/>
              </a:rPr>
              <a:t>tuppence</a:t>
            </a:r>
            <a:r>
              <a:rPr lang="fr-FR" sz="2000">
                <a:solidFill>
                  <a:srgbClr val="002060"/>
                </a:solidFill>
                <a:latin typeface="Times New Roman"/>
                <a:ea typeface="Times New Roman"/>
                <a:cs typeface="Times New Roman"/>
                <a:sym typeface="Times New Roman"/>
              </a:rPr>
              <a:t> worth</a:t>
            </a:r>
            <a:endParaRPr/>
          </a:p>
          <a:p>
            <a:pPr marL="0" marR="0" lvl="0" indent="0" algn="l" rtl="0">
              <a:lnSpc>
                <a:spcPct val="200000"/>
              </a:lnSpc>
              <a:spcBef>
                <a:spcPts val="0"/>
              </a:spcBef>
              <a:spcAft>
                <a:spcPts val="0"/>
              </a:spcAft>
              <a:buNone/>
            </a:pPr>
            <a:r>
              <a:rPr lang="fr-FR" sz="2000">
                <a:solidFill>
                  <a:srgbClr val="002060"/>
                </a:solidFill>
                <a:latin typeface="Times New Roman"/>
                <a:ea typeface="Times New Roman"/>
                <a:cs typeface="Times New Roman"/>
                <a:sym typeface="Times New Roman"/>
              </a:rPr>
              <a:t>skeleton in the closet / </a:t>
            </a:r>
            <a:r>
              <a:rPr lang="fr-FR" sz="2000">
                <a:solidFill>
                  <a:srgbClr val="FF0000"/>
                </a:solidFill>
                <a:latin typeface="Times New Roman"/>
                <a:ea typeface="Times New Roman"/>
                <a:cs typeface="Times New Roman"/>
                <a:sym typeface="Times New Roman"/>
              </a:rPr>
              <a:t>cuppoard</a:t>
            </a:r>
            <a:endParaRPr sz="2000">
              <a:solidFill>
                <a:srgbClr val="FF0000"/>
              </a:solidFill>
              <a:latin typeface="Times New Roman"/>
              <a:ea typeface="Times New Roman"/>
              <a:cs typeface="Times New Roman"/>
              <a:sym typeface="Times New Roman"/>
            </a:endParaRPr>
          </a:p>
          <a:p>
            <a:pPr marL="0" marR="0" lvl="0" indent="0" algn="l" rtl="0">
              <a:lnSpc>
                <a:spcPct val="200000"/>
              </a:lnSpc>
              <a:spcBef>
                <a:spcPts val="0"/>
              </a:spcBef>
              <a:spcAft>
                <a:spcPts val="0"/>
              </a:spcAft>
              <a:buNone/>
            </a:pPr>
            <a:r>
              <a:rPr lang="fr-FR" sz="2000">
                <a:solidFill>
                  <a:srgbClr val="002060"/>
                </a:solidFill>
                <a:latin typeface="Times New Roman"/>
                <a:ea typeface="Times New Roman"/>
                <a:cs typeface="Times New Roman"/>
                <a:sym typeface="Times New Roman"/>
              </a:rPr>
              <a:t>beating / </a:t>
            </a:r>
            <a:r>
              <a:rPr lang="fr-FR" sz="2000">
                <a:solidFill>
                  <a:srgbClr val="FF0000"/>
                </a:solidFill>
                <a:latin typeface="Times New Roman"/>
                <a:ea typeface="Times New Roman"/>
                <a:cs typeface="Times New Roman"/>
                <a:sym typeface="Times New Roman"/>
              </a:rPr>
              <a:t>flogging</a:t>
            </a:r>
            <a:r>
              <a:rPr lang="fr-FR" sz="2000">
                <a:solidFill>
                  <a:srgbClr val="002060"/>
                </a:solidFill>
                <a:latin typeface="Times New Roman"/>
                <a:ea typeface="Times New Roman"/>
                <a:cs typeface="Times New Roman"/>
                <a:sym typeface="Times New Roman"/>
              </a:rPr>
              <a:t> a dead horse</a:t>
            </a:r>
            <a:endParaRPr/>
          </a:p>
          <a:p>
            <a:pPr marL="0" marR="0" lvl="0" indent="0" algn="l" rtl="0">
              <a:lnSpc>
                <a:spcPct val="200000"/>
              </a:lnSpc>
              <a:spcBef>
                <a:spcPts val="0"/>
              </a:spcBef>
              <a:spcAft>
                <a:spcPts val="0"/>
              </a:spcAft>
              <a:buNone/>
            </a:pPr>
            <a:r>
              <a:rPr lang="fr-FR" sz="2000">
                <a:solidFill>
                  <a:srgbClr val="002060"/>
                </a:solidFill>
                <a:latin typeface="Times New Roman"/>
                <a:ea typeface="Times New Roman"/>
                <a:cs typeface="Times New Roman"/>
                <a:sym typeface="Times New Roman"/>
              </a:rPr>
              <a:t>a drop in the bucket / </a:t>
            </a:r>
            <a:r>
              <a:rPr lang="fr-FR" sz="2000">
                <a:solidFill>
                  <a:srgbClr val="FF0000"/>
                </a:solidFill>
                <a:latin typeface="Times New Roman"/>
                <a:ea typeface="Times New Roman"/>
                <a:cs typeface="Times New Roman"/>
                <a:sym typeface="Times New Roman"/>
              </a:rPr>
              <a:t>ocean</a:t>
            </a:r>
            <a:endParaRPr sz="2000" b="0" i="0" u="none" strike="noStrike" cap="none">
              <a:solidFill>
                <a:srgbClr val="FF0000"/>
              </a:solidFill>
              <a:latin typeface="Arial"/>
              <a:ea typeface="Arial"/>
              <a:cs typeface="Arial"/>
              <a:sym typeface="Arial"/>
            </a:endParaRPr>
          </a:p>
        </p:txBody>
      </p:sp>
      <p:pic>
        <p:nvPicPr>
          <p:cNvPr id="629" name="Google Shape;629;p43" descr="C:\Users\Lenovo\OneDrive\Desktop\téléchargement.jpg"/>
          <p:cNvPicPr preferRelativeResize="0"/>
          <p:nvPr/>
        </p:nvPicPr>
        <p:blipFill rotWithShape="1">
          <a:blip r:embed="rId3">
            <a:alphaModFix/>
          </a:blip>
          <a:srcRect r="6420" b="11715"/>
          <a:stretch/>
        </p:blipFill>
        <p:spPr>
          <a:xfrm>
            <a:off x="9963648" y="0"/>
            <a:ext cx="2228352" cy="131018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1"/>
                                        </p:tgtEl>
                                        <p:attrNameLst>
                                          <p:attrName>style.visibility</p:attrName>
                                        </p:attrNameLst>
                                      </p:cBhvr>
                                      <p:to>
                                        <p:strVal val="visible"/>
                                      </p:to>
                                    </p:set>
                                    <p:animEffect transition="in" filter="fade">
                                      <p:cBhvr>
                                        <p:cTn id="7" dur="1000"/>
                                        <p:tgtEl>
                                          <p:spTgt spid="6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23"/>
                                        </p:tgtEl>
                                        <p:attrNameLst>
                                          <p:attrName>style.visibility</p:attrName>
                                        </p:attrNameLst>
                                      </p:cBhvr>
                                      <p:to>
                                        <p:strVal val="visible"/>
                                      </p:to>
                                    </p:set>
                                    <p:animEffect transition="in" filter="fade">
                                      <p:cBhvr>
                                        <p:cTn id="12" dur="1000"/>
                                        <p:tgtEl>
                                          <p:spTgt spid="6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24"/>
                                        </p:tgtEl>
                                        <p:attrNameLst>
                                          <p:attrName>style.visibility</p:attrName>
                                        </p:attrNameLst>
                                      </p:cBhvr>
                                      <p:to>
                                        <p:strVal val="visible"/>
                                      </p:to>
                                    </p:set>
                                    <p:animEffect transition="in" filter="fade">
                                      <p:cBhvr>
                                        <p:cTn id="17" dur="1000"/>
                                        <p:tgtEl>
                                          <p:spTgt spid="6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26"/>
                                        </p:tgtEl>
                                        <p:attrNameLst>
                                          <p:attrName>style.visibility</p:attrName>
                                        </p:attrNameLst>
                                      </p:cBhvr>
                                      <p:to>
                                        <p:strVal val="visible"/>
                                      </p:to>
                                    </p:set>
                                    <p:animEffect transition="in" filter="fade">
                                      <p:cBhvr>
                                        <p:cTn id="22" dur="1000"/>
                                        <p:tgtEl>
                                          <p:spTgt spid="6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20"/>
                                        </p:tgtEl>
                                        <p:attrNameLst>
                                          <p:attrName>style.visibility</p:attrName>
                                        </p:attrNameLst>
                                      </p:cBhvr>
                                      <p:to>
                                        <p:strVal val="visible"/>
                                      </p:to>
                                    </p:set>
                                    <p:animEffect transition="in" filter="fade">
                                      <p:cBhvr>
                                        <p:cTn id="27" dur="1000"/>
                                        <p:tgtEl>
                                          <p:spTgt spid="6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27"/>
                                        </p:tgtEl>
                                        <p:attrNameLst>
                                          <p:attrName>style.visibility</p:attrName>
                                        </p:attrNameLst>
                                      </p:cBhvr>
                                      <p:to>
                                        <p:strVal val="visible"/>
                                      </p:to>
                                    </p:set>
                                    <p:animEffect transition="in" filter="fade">
                                      <p:cBhvr>
                                        <p:cTn id="32" dur="1000"/>
                                        <p:tgtEl>
                                          <p:spTgt spid="62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25"/>
                                        </p:tgtEl>
                                        <p:attrNameLst>
                                          <p:attrName>style.visibility</p:attrName>
                                        </p:attrNameLst>
                                      </p:cBhvr>
                                      <p:to>
                                        <p:strVal val="visible"/>
                                      </p:to>
                                    </p:set>
                                    <p:animEffect transition="in" filter="fade">
                                      <p:cBhvr>
                                        <p:cTn id="37" dur="1000"/>
                                        <p:tgtEl>
                                          <p:spTgt spid="62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22"/>
                                        </p:tgtEl>
                                        <p:attrNameLst>
                                          <p:attrName>style.visibility</p:attrName>
                                        </p:attrNameLst>
                                      </p:cBhvr>
                                      <p:to>
                                        <p:strVal val="visible"/>
                                      </p:to>
                                    </p:set>
                                    <p:animEffect transition="in" filter="fade">
                                      <p:cBhvr>
                                        <p:cTn id="42" dur="1000"/>
                                        <p:tgtEl>
                                          <p:spTgt spid="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633"/>
        <p:cNvGrpSpPr/>
        <p:nvPr/>
      </p:nvGrpSpPr>
      <p:grpSpPr>
        <a:xfrm>
          <a:off x="0" y="0"/>
          <a:ext cx="0" cy="0"/>
          <a:chOff x="0" y="0"/>
          <a:chExt cx="0" cy="0"/>
        </a:xfrm>
      </p:grpSpPr>
      <p:sp>
        <p:nvSpPr>
          <p:cNvPr id="634" name="Google Shape;634;p44"/>
          <p:cNvSpPr txBox="1">
            <a:spLocks noGrp="1"/>
          </p:cNvSpPr>
          <p:nvPr>
            <p:ph type="title"/>
          </p:nvPr>
        </p:nvSpPr>
        <p:spPr>
          <a:xfrm>
            <a:off x="0" y="748313"/>
            <a:ext cx="5540345"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23F61"/>
              </a:buClr>
              <a:buSzPts val="3600"/>
              <a:buFont typeface="Arial"/>
              <a:buNone/>
            </a:pPr>
            <a:r>
              <a:rPr lang="fr-FR" sz="3600" b="1">
                <a:solidFill>
                  <a:srgbClr val="023F61"/>
                </a:solidFill>
              </a:rPr>
              <a:t>Difference related to cultural values</a:t>
            </a:r>
            <a:br>
              <a:rPr lang="fr-FR" sz="3600" b="1">
                <a:solidFill>
                  <a:srgbClr val="023F61"/>
                </a:solidFill>
              </a:rPr>
            </a:br>
            <a:endParaRPr sz="3600">
              <a:solidFill>
                <a:srgbClr val="023F61"/>
              </a:solidFill>
            </a:endParaRPr>
          </a:p>
        </p:txBody>
      </p:sp>
      <p:sp>
        <p:nvSpPr>
          <p:cNvPr id="635" name="Google Shape;635;p44"/>
          <p:cNvSpPr txBox="1">
            <a:spLocks noGrp="1"/>
          </p:cNvSpPr>
          <p:nvPr>
            <p:ph type="body" idx="1"/>
          </p:nvPr>
        </p:nvSpPr>
        <p:spPr>
          <a:xfrm>
            <a:off x="191068" y="2443634"/>
            <a:ext cx="12000931" cy="2677006"/>
          </a:xfrm>
          <a:prstGeom prst="rect">
            <a:avLst/>
          </a:prstGeom>
          <a:noFill/>
          <a:ln>
            <a:noFill/>
          </a:ln>
        </p:spPr>
        <p:txBody>
          <a:bodyPr spcFirstLastPara="1" wrap="square" lIns="91425" tIns="45700" rIns="91425" bIns="45700" anchor="t" anchorCtr="0">
            <a:noAutofit/>
          </a:bodyPr>
          <a:lstStyle/>
          <a:p>
            <a:pPr marL="228600" lvl="0" indent="-228600" algn="l" rtl="0">
              <a:lnSpc>
                <a:spcPct val="150000"/>
              </a:lnSpc>
              <a:spcBef>
                <a:spcPts val="0"/>
              </a:spcBef>
              <a:spcAft>
                <a:spcPts val="0"/>
              </a:spcAft>
              <a:buClr>
                <a:schemeClr val="dk1"/>
              </a:buClr>
              <a:buSzPts val="2300"/>
              <a:buNone/>
            </a:pPr>
            <a:r>
              <a:rPr lang="fr-FR" sz="2300"/>
              <a:t>British and American English have a number of differences which relate to the different cultural values of the two countries. For example</a:t>
            </a:r>
            <a:r>
              <a:rPr lang="fr-FR" sz="2300">
                <a:solidFill>
                  <a:srgbClr val="023F61"/>
                </a:solidFill>
              </a:rPr>
              <a:t>, </a:t>
            </a:r>
            <a:r>
              <a:rPr lang="fr-FR" sz="2300">
                <a:solidFill>
                  <a:srgbClr val="FF0000"/>
                </a:solidFill>
              </a:rPr>
              <a:t>British English contains a number of frequently used metaphors relating to football (‘scoring an own goal’) and cricket (‘a sticky wicket’), </a:t>
            </a:r>
            <a:r>
              <a:rPr lang="fr-FR" sz="2300">
                <a:solidFill>
                  <a:srgbClr val="023F61"/>
                </a:solidFill>
              </a:rPr>
              <a:t>while American English uses metaphors relating to baseball (‘in the ball park’).</a:t>
            </a:r>
            <a:endParaRPr/>
          </a:p>
        </p:txBody>
      </p:sp>
      <p:sp>
        <p:nvSpPr>
          <p:cNvPr id="636" name="Google Shape;636;p4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43</a:t>
            </a:fld>
            <a:endParaRPr/>
          </a:p>
        </p:txBody>
      </p:sp>
      <p:pic>
        <p:nvPicPr>
          <p:cNvPr id="637" name="Google Shape;637;p44" descr="http://im1-tub-ru.yandex.net/i?id=bb68b56edb1811c7e844a69f83b7db82-91-144&amp;n=21"/>
          <p:cNvPicPr preferRelativeResize="0"/>
          <p:nvPr/>
        </p:nvPicPr>
        <p:blipFill rotWithShape="1">
          <a:blip r:embed="rId3">
            <a:alphaModFix/>
          </a:blip>
          <a:srcRect/>
          <a:stretch/>
        </p:blipFill>
        <p:spPr>
          <a:xfrm>
            <a:off x="5888231" y="183300"/>
            <a:ext cx="6121590" cy="2027637"/>
          </a:xfrm>
          <a:prstGeom prst="rect">
            <a:avLst/>
          </a:prstGeom>
          <a:noFill/>
          <a:ln>
            <a:noFill/>
          </a:ln>
        </p:spPr>
      </p:pic>
      <p:sp>
        <p:nvSpPr>
          <p:cNvPr id="638" name="Google Shape;638;p44"/>
          <p:cNvSpPr txBox="1"/>
          <p:nvPr/>
        </p:nvSpPr>
        <p:spPr>
          <a:xfrm>
            <a:off x="191069" y="4947683"/>
            <a:ext cx="12000931" cy="1628963"/>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dk1"/>
              </a:buClr>
              <a:buSzPts val="2300"/>
              <a:buFont typeface="Arial"/>
              <a:buNone/>
            </a:pPr>
            <a:r>
              <a:rPr lang="fr-FR" sz="2300">
                <a:solidFill>
                  <a:schemeClr val="dk1"/>
                </a:solidFill>
                <a:latin typeface="Arial"/>
                <a:ea typeface="Arial"/>
                <a:cs typeface="Arial"/>
                <a:sym typeface="Arial"/>
              </a:rPr>
              <a:t>The two versions of the language also have certain tendencies which are worth bearing in mind. These are not absolute, since individual writers have their own styles which may incorporate aspects of both British and American tendencies. </a:t>
            </a:r>
            <a:endParaRPr sz="2300" i="1">
              <a:solidFill>
                <a:srgbClr val="023F6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7"/>
                                        </p:tgtEl>
                                        <p:attrNameLst>
                                          <p:attrName>style.visibility</p:attrName>
                                        </p:attrNameLst>
                                      </p:cBhvr>
                                      <p:to>
                                        <p:strVal val="visible"/>
                                      </p:to>
                                    </p:set>
                                    <p:animEffect transition="in" filter="fade">
                                      <p:cBhvr>
                                        <p:cTn id="7" dur="500"/>
                                        <p:tgtEl>
                                          <p:spTgt spid="6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35">
                                            <p:txEl>
                                              <p:pRg st="0" end="0"/>
                                            </p:txEl>
                                          </p:spTgt>
                                        </p:tgtEl>
                                        <p:attrNameLst>
                                          <p:attrName>style.visibility</p:attrName>
                                        </p:attrNameLst>
                                      </p:cBhvr>
                                      <p:to>
                                        <p:strVal val="visible"/>
                                      </p:to>
                                    </p:set>
                                    <p:animEffect transition="in" filter="fade">
                                      <p:cBhvr>
                                        <p:cTn id="12" dur="500"/>
                                        <p:tgtEl>
                                          <p:spTgt spid="63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38"/>
                                        </p:tgtEl>
                                        <p:attrNameLst>
                                          <p:attrName>style.visibility</p:attrName>
                                        </p:attrNameLst>
                                      </p:cBhvr>
                                      <p:to>
                                        <p:strVal val="visible"/>
                                      </p:to>
                                    </p:set>
                                    <p:animEffect transition="in" filter="fade">
                                      <p:cBhvr>
                                        <p:cTn id="17" dur="500"/>
                                        <p:tgtEl>
                                          <p:spTgt spid="6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642"/>
        <p:cNvGrpSpPr/>
        <p:nvPr/>
      </p:nvGrpSpPr>
      <p:grpSpPr>
        <a:xfrm>
          <a:off x="0" y="0"/>
          <a:ext cx="0" cy="0"/>
          <a:chOff x="0" y="0"/>
          <a:chExt cx="0" cy="0"/>
        </a:xfrm>
      </p:grpSpPr>
      <p:sp>
        <p:nvSpPr>
          <p:cNvPr id="643" name="Google Shape;643;p45"/>
          <p:cNvSpPr txBox="1">
            <a:spLocks noGrp="1"/>
          </p:cNvSpPr>
          <p:nvPr>
            <p:ph type="body" idx="1"/>
          </p:nvPr>
        </p:nvSpPr>
        <p:spPr>
          <a:xfrm>
            <a:off x="172870" y="392376"/>
            <a:ext cx="11427727" cy="5858299"/>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rgbClr val="FF0000"/>
              </a:buClr>
              <a:buSzPts val="2000"/>
              <a:buChar char="•"/>
            </a:pPr>
            <a:r>
              <a:rPr lang="fr-FR" sz="2000">
                <a:solidFill>
                  <a:srgbClr val="FF0000"/>
                </a:solidFill>
              </a:rPr>
              <a:t>British English tends to react more slowly to new words and phrases than American English. </a:t>
            </a:r>
            <a:r>
              <a:rPr lang="fr-FR" sz="2000">
                <a:solidFill>
                  <a:srgbClr val="023F61"/>
                </a:solidFill>
              </a:rPr>
              <a:t>American English enthusiastically adopts new usages, some of which later pass into general use (e.g. </a:t>
            </a:r>
            <a:r>
              <a:rPr lang="fr-FR" sz="2000" i="1">
                <a:solidFill>
                  <a:srgbClr val="023F61"/>
                </a:solidFill>
              </a:rPr>
              <a:t>corporate citizen, social performance), and </a:t>
            </a:r>
            <a:r>
              <a:rPr lang="fr-FR" sz="2000">
                <a:solidFill>
                  <a:srgbClr val="023F61"/>
                </a:solidFill>
              </a:rPr>
              <a:t>some die out after a short period in fashion (e.g. </a:t>
            </a:r>
            <a:r>
              <a:rPr lang="fr-FR" sz="2000" i="1">
                <a:solidFill>
                  <a:srgbClr val="023F61"/>
                </a:solidFill>
              </a:rPr>
              <a:t>synergy).</a:t>
            </a:r>
            <a:endParaRPr sz="2000">
              <a:solidFill>
                <a:srgbClr val="FF0000"/>
              </a:solidFill>
            </a:endParaRPr>
          </a:p>
          <a:p>
            <a:pPr marL="228600" lvl="0" indent="-228600" algn="just" rtl="0">
              <a:lnSpc>
                <a:spcPct val="90000"/>
              </a:lnSpc>
              <a:spcBef>
                <a:spcPts val="1000"/>
              </a:spcBef>
              <a:spcAft>
                <a:spcPts val="0"/>
              </a:spcAft>
              <a:buClr>
                <a:srgbClr val="FF0000"/>
              </a:buClr>
              <a:buSzPts val="2000"/>
              <a:buChar char="•"/>
            </a:pPr>
            <a:r>
              <a:rPr lang="fr-FR" sz="2000">
                <a:solidFill>
                  <a:srgbClr val="FF0000"/>
                </a:solidFill>
              </a:rPr>
              <a:t>British English has a slight tendency to vagueness and ponderous diction.</a:t>
            </a:r>
            <a:endParaRPr/>
          </a:p>
          <a:p>
            <a:pPr marL="228600" lvl="0" indent="-228600" algn="just" rtl="0">
              <a:lnSpc>
                <a:spcPct val="90000"/>
              </a:lnSpc>
              <a:spcBef>
                <a:spcPts val="1000"/>
              </a:spcBef>
              <a:spcAft>
                <a:spcPts val="0"/>
              </a:spcAft>
              <a:buClr>
                <a:srgbClr val="023F61"/>
              </a:buClr>
              <a:buSzPts val="2000"/>
              <a:buChar char="•"/>
            </a:pPr>
            <a:r>
              <a:rPr lang="fr-FR" sz="2000">
                <a:solidFill>
                  <a:srgbClr val="023F61"/>
                </a:solidFill>
              </a:rPr>
              <a:t>American English (at its best) tends to be more direct and vivid.</a:t>
            </a:r>
            <a:endParaRPr/>
          </a:p>
          <a:p>
            <a:pPr marL="228600" lvl="0" indent="-101600" algn="just" rtl="0">
              <a:lnSpc>
                <a:spcPct val="90000"/>
              </a:lnSpc>
              <a:spcBef>
                <a:spcPts val="1000"/>
              </a:spcBef>
              <a:spcAft>
                <a:spcPts val="0"/>
              </a:spcAft>
              <a:buClr>
                <a:schemeClr val="dk1"/>
              </a:buClr>
              <a:buSzPts val="2000"/>
              <a:buNone/>
            </a:pPr>
            <a:endParaRPr sz="2000">
              <a:solidFill>
                <a:srgbClr val="023F61"/>
              </a:solidFill>
            </a:endParaRPr>
          </a:p>
          <a:p>
            <a:pPr marL="228600" lvl="0" indent="-228600" algn="just" rtl="0">
              <a:lnSpc>
                <a:spcPct val="90000"/>
              </a:lnSpc>
              <a:spcBef>
                <a:spcPts val="1000"/>
              </a:spcBef>
              <a:spcAft>
                <a:spcPts val="0"/>
              </a:spcAft>
              <a:buClr>
                <a:srgbClr val="023F61"/>
              </a:buClr>
              <a:buSzPts val="2000"/>
              <a:buChar char="•"/>
            </a:pPr>
            <a:r>
              <a:rPr lang="fr-FR" sz="2000">
                <a:solidFill>
                  <a:srgbClr val="023F61"/>
                </a:solidFill>
              </a:rPr>
              <a:t> American English tends to be more slangy than British English.</a:t>
            </a:r>
            <a:endParaRPr/>
          </a:p>
          <a:p>
            <a:pPr marL="228600" lvl="0" indent="-228600" algn="just" rtl="0">
              <a:lnSpc>
                <a:spcPct val="90000"/>
              </a:lnSpc>
              <a:spcBef>
                <a:spcPts val="1000"/>
              </a:spcBef>
              <a:spcAft>
                <a:spcPts val="0"/>
              </a:spcAft>
              <a:buClr>
                <a:schemeClr val="dk1"/>
              </a:buClr>
              <a:buSzPts val="2000"/>
              <a:buNone/>
            </a:pPr>
            <a:endParaRPr sz="2000">
              <a:solidFill>
                <a:srgbClr val="023F61"/>
              </a:solidFill>
            </a:endParaRPr>
          </a:p>
          <a:p>
            <a:pPr marL="228600" lvl="0" indent="-228600" algn="just" rtl="0">
              <a:lnSpc>
                <a:spcPct val="90000"/>
              </a:lnSpc>
              <a:spcBef>
                <a:spcPts val="1000"/>
              </a:spcBef>
              <a:spcAft>
                <a:spcPts val="0"/>
              </a:spcAft>
              <a:buClr>
                <a:srgbClr val="023F61"/>
              </a:buClr>
              <a:buSzPts val="2000"/>
              <a:buNone/>
            </a:pPr>
            <a:r>
              <a:rPr lang="fr-FR" sz="2000">
                <a:solidFill>
                  <a:srgbClr val="023F61"/>
                </a:solidFill>
              </a:rPr>
              <a:t> </a:t>
            </a:r>
            <a:r>
              <a:rPr lang="fr-FR" sz="2000"/>
              <a:t>Both American and British English are keen on euphemisms. </a:t>
            </a:r>
            <a:endParaRPr/>
          </a:p>
          <a:p>
            <a:pPr marL="228600" lvl="0" indent="-228600" algn="just" rtl="0">
              <a:lnSpc>
                <a:spcPct val="150000"/>
              </a:lnSpc>
              <a:spcBef>
                <a:spcPts val="1000"/>
              </a:spcBef>
              <a:spcAft>
                <a:spcPts val="0"/>
              </a:spcAft>
              <a:buClr>
                <a:srgbClr val="FF0000"/>
              </a:buClr>
              <a:buSzPts val="2000"/>
              <a:buChar char="•"/>
            </a:pPr>
            <a:r>
              <a:rPr lang="fr-FR" sz="2000">
                <a:solidFill>
                  <a:srgbClr val="FF0000"/>
                </a:solidFill>
              </a:rPr>
              <a:t>In British English, these are often used for humorous purposes (e.g. </a:t>
            </a:r>
            <a:r>
              <a:rPr lang="fr-FR" sz="2000" i="1">
                <a:solidFill>
                  <a:srgbClr val="FF0000"/>
                </a:solidFill>
              </a:rPr>
              <a:t>to be economical with the truth) or to smooth over something unpleasant. </a:t>
            </a:r>
            <a:r>
              <a:rPr lang="fr-FR" sz="2000" i="1">
                <a:solidFill>
                  <a:srgbClr val="023F61"/>
                </a:solidFill>
              </a:rPr>
              <a:t>In American English they may be </a:t>
            </a:r>
            <a:r>
              <a:rPr lang="fr-FR" sz="2000">
                <a:solidFill>
                  <a:srgbClr val="023F61"/>
                </a:solidFill>
              </a:rPr>
              <a:t>used for prudish reasons (thus </a:t>
            </a:r>
            <a:r>
              <a:rPr lang="fr-FR" sz="2000" i="1">
                <a:solidFill>
                  <a:srgbClr val="023F61"/>
                </a:solidFill>
              </a:rPr>
              <a:t>lavatory or WC becomes restroom or bathroom), </a:t>
            </a:r>
            <a:r>
              <a:rPr lang="fr-FR" sz="2000">
                <a:solidFill>
                  <a:srgbClr val="023F61"/>
                </a:solidFill>
              </a:rPr>
              <a:t>to make something mundane sound important (thus </a:t>
            </a:r>
            <a:r>
              <a:rPr lang="fr-FR" sz="2000" i="1">
                <a:solidFill>
                  <a:srgbClr val="023F61"/>
                </a:solidFill>
              </a:rPr>
              <a:t>rat catcher becomes rodent operative), or to cover up the truth of something unpleasant (thus civilian deaths </a:t>
            </a:r>
            <a:r>
              <a:rPr lang="fr-FR" sz="2000">
                <a:solidFill>
                  <a:srgbClr val="023F61"/>
                </a:solidFill>
              </a:rPr>
              <a:t>in war become </a:t>
            </a:r>
            <a:r>
              <a:rPr lang="fr-FR" sz="2000" i="1">
                <a:solidFill>
                  <a:srgbClr val="023F61"/>
                </a:solidFill>
              </a:rPr>
              <a:t>collateral damage).</a:t>
            </a:r>
            <a:endParaRPr sz="2000">
              <a:solidFill>
                <a:srgbClr val="023F61"/>
              </a:solidFill>
            </a:endParaRPr>
          </a:p>
        </p:txBody>
      </p:sp>
      <p:sp>
        <p:nvSpPr>
          <p:cNvPr id="644" name="Google Shape;644;p4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fr-FR"/>
              <a:t>44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3">
                                            <p:txEl>
                                              <p:pRg st="0" end="0"/>
                                            </p:txEl>
                                          </p:spTgt>
                                        </p:tgtEl>
                                        <p:attrNameLst>
                                          <p:attrName>style.visibility</p:attrName>
                                        </p:attrNameLst>
                                      </p:cBhvr>
                                      <p:to>
                                        <p:strVal val="visible"/>
                                      </p:to>
                                    </p:set>
                                    <p:animEffect transition="in" filter="fade">
                                      <p:cBhvr>
                                        <p:cTn id="7" dur="500"/>
                                        <p:tgtEl>
                                          <p:spTgt spid="6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43">
                                            <p:txEl>
                                              <p:pRg st="1" end="1"/>
                                            </p:txEl>
                                          </p:spTgt>
                                        </p:tgtEl>
                                        <p:attrNameLst>
                                          <p:attrName>style.visibility</p:attrName>
                                        </p:attrNameLst>
                                      </p:cBhvr>
                                      <p:to>
                                        <p:strVal val="visible"/>
                                      </p:to>
                                    </p:set>
                                    <p:animEffect transition="in" filter="fade">
                                      <p:cBhvr>
                                        <p:cTn id="12" dur="500"/>
                                        <p:tgtEl>
                                          <p:spTgt spid="6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43">
                                            <p:txEl>
                                              <p:pRg st="2" end="2"/>
                                            </p:txEl>
                                          </p:spTgt>
                                        </p:tgtEl>
                                        <p:attrNameLst>
                                          <p:attrName>style.visibility</p:attrName>
                                        </p:attrNameLst>
                                      </p:cBhvr>
                                      <p:to>
                                        <p:strVal val="visible"/>
                                      </p:to>
                                    </p:set>
                                    <p:animEffect transition="in" filter="fade">
                                      <p:cBhvr>
                                        <p:cTn id="17" dur="500"/>
                                        <p:tgtEl>
                                          <p:spTgt spid="6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43">
                                            <p:txEl>
                                              <p:pRg st="3" end="3"/>
                                            </p:txEl>
                                          </p:spTgt>
                                        </p:tgtEl>
                                        <p:attrNameLst>
                                          <p:attrName>style.visibility</p:attrName>
                                        </p:attrNameLst>
                                      </p:cBhvr>
                                      <p:to>
                                        <p:strVal val="visible"/>
                                      </p:to>
                                    </p:set>
                                    <p:animEffect transition="in" filter="fade">
                                      <p:cBhvr>
                                        <p:cTn id="22" dur="500"/>
                                        <p:tgtEl>
                                          <p:spTgt spid="6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43">
                                            <p:txEl>
                                              <p:pRg st="4" end="4"/>
                                            </p:txEl>
                                          </p:spTgt>
                                        </p:tgtEl>
                                        <p:attrNameLst>
                                          <p:attrName>style.visibility</p:attrName>
                                        </p:attrNameLst>
                                      </p:cBhvr>
                                      <p:to>
                                        <p:strVal val="visible"/>
                                      </p:to>
                                    </p:set>
                                    <p:animEffect transition="in" filter="fade">
                                      <p:cBhvr>
                                        <p:cTn id="27" dur="500"/>
                                        <p:tgtEl>
                                          <p:spTgt spid="64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43">
                                            <p:txEl>
                                              <p:pRg st="5" end="5"/>
                                            </p:txEl>
                                          </p:spTgt>
                                        </p:tgtEl>
                                        <p:attrNameLst>
                                          <p:attrName>style.visibility</p:attrName>
                                        </p:attrNameLst>
                                      </p:cBhvr>
                                      <p:to>
                                        <p:strVal val="visible"/>
                                      </p:to>
                                    </p:set>
                                    <p:animEffect transition="in" filter="fade">
                                      <p:cBhvr>
                                        <p:cTn id="32" dur="500"/>
                                        <p:tgtEl>
                                          <p:spTgt spid="64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43">
                                            <p:txEl>
                                              <p:pRg st="6" end="6"/>
                                            </p:txEl>
                                          </p:spTgt>
                                        </p:tgtEl>
                                        <p:attrNameLst>
                                          <p:attrName>style.visibility</p:attrName>
                                        </p:attrNameLst>
                                      </p:cBhvr>
                                      <p:to>
                                        <p:strVal val="visible"/>
                                      </p:to>
                                    </p:set>
                                    <p:animEffect transition="in" filter="fade">
                                      <p:cBhvr>
                                        <p:cTn id="37" dur="500"/>
                                        <p:tgtEl>
                                          <p:spTgt spid="64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43">
                                            <p:txEl>
                                              <p:pRg st="7" end="7"/>
                                            </p:txEl>
                                          </p:spTgt>
                                        </p:tgtEl>
                                        <p:attrNameLst>
                                          <p:attrName>style.visibility</p:attrName>
                                        </p:attrNameLst>
                                      </p:cBhvr>
                                      <p:to>
                                        <p:strVal val="visible"/>
                                      </p:to>
                                    </p:set>
                                    <p:animEffect transition="in" filter="fade">
                                      <p:cBhvr>
                                        <p:cTn id="42" dur="500"/>
                                        <p:tgtEl>
                                          <p:spTgt spid="6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649"/>
        <p:cNvGrpSpPr/>
        <p:nvPr/>
      </p:nvGrpSpPr>
      <p:grpSpPr>
        <a:xfrm>
          <a:off x="0" y="0"/>
          <a:ext cx="0" cy="0"/>
          <a:chOff x="0" y="0"/>
          <a:chExt cx="0" cy="0"/>
        </a:xfrm>
      </p:grpSpPr>
      <p:sp>
        <p:nvSpPr>
          <p:cNvPr id="650" name="Google Shape;650;p46"/>
          <p:cNvSpPr txBox="1">
            <a:spLocks noGrp="1"/>
          </p:cNvSpPr>
          <p:nvPr>
            <p:ph type="title"/>
          </p:nvPr>
        </p:nvSpPr>
        <p:spPr>
          <a:xfrm>
            <a:off x="3903260" y="609609"/>
            <a:ext cx="8106769" cy="105541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23F61"/>
              </a:buClr>
              <a:buSzPts val="3600"/>
              <a:buFont typeface="Arial"/>
              <a:buNone/>
            </a:pPr>
            <a:r>
              <a:rPr lang="fr-FR" sz="3600">
                <a:solidFill>
                  <a:srgbClr val="023F61"/>
                </a:solidFill>
              </a:rPr>
              <a:t>How has English language evolved to have more than </a:t>
            </a:r>
            <a:br>
              <a:rPr lang="fr-FR" sz="3600">
                <a:solidFill>
                  <a:srgbClr val="023F61"/>
                </a:solidFill>
              </a:rPr>
            </a:br>
            <a:r>
              <a:rPr lang="fr-FR" sz="3600">
                <a:solidFill>
                  <a:srgbClr val="023F61"/>
                </a:solidFill>
              </a:rPr>
              <a:t>1 million words?</a:t>
            </a:r>
            <a:endParaRPr sz="3600">
              <a:solidFill>
                <a:srgbClr val="023F61"/>
              </a:solidFill>
            </a:endParaRPr>
          </a:p>
        </p:txBody>
      </p:sp>
      <p:sp>
        <p:nvSpPr>
          <p:cNvPr id="651" name="Google Shape;651;p46"/>
          <p:cNvSpPr/>
          <p:nvPr/>
        </p:nvSpPr>
        <p:spPr>
          <a:xfrm>
            <a:off x="682389" y="2524836"/>
            <a:ext cx="10109002" cy="4031873"/>
          </a:xfrm>
          <a:prstGeom prst="rect">
            <a:avLst/>
          </a:prstGeom>
          <a:noFill/>
          <a:ln>
            <a:noFill/>
          </a:ln>
        </p:spPr>
        <p:txBody>
          <a:bodyPr spcFirstLastPara="1" wrap="square" lIns="91425" tIns="45700" rIns="91425" bIns="45700" anchor="ctr" anchorCtr="0">
            <a:spAutoFit/>
          </a:bodyPr>
          <a:lstStyle/>
          <a:p>
            <a:pPr marL="0" marR="0" lvl="0" indent="0" algn="just" rtl="0">
              <a:lnSpc>
                <a:spcPct val="100000"/>
              </a:lnSpc>
              <a:spcBef>
                <a:spcPts val="0"/>
              </a:spcBef>
              <a:spcAft>
                <a:spcPts val="0"/>
              </a:spcAft>
              <a:buClr>
                <a:srgbClr val="212529"/>
              </a:buClr>
              <a:buSzPts val="2400"/>
              <a:buFont typeface="Arial"/>
              <a:buNone/>
            </a:pPr>
            <a:r>
              <a:rPr lang="fr-FR" sz="2400" b="0" i="0" u="none" strike="noStrike" cap="none">
                <a:solidFill>
                  <a:srgbClr val="212529"/>
                </a:solidFill>
                <a:latin typeface="Arial"/>
                <a:ea typeface="Arial"/>
                <a:cs typeface="Arial"/>
                <a:sym typeface="Arial"/>
              </a:rPr>
              <a:t>The most common source of new words in modern English is not just the diverging vocabularies of both British and American dialects, nor the proliferation of slang words, but it’s the process simply labeled </a:t>
            </a:r>
            <a:r>
              <a:rPr lang="fr-FR" sz="2400" b="1" i="0" u="none" strike="noStrike" cap="none">
                <a:solidFill>
                  <a:srgbClr val="212529"/>
                </a:solidFill>
                <a:latin typeface="Arial"/>
                <a:ea typeface="Arial"/>
                <a:cs typeface="Arial"/>
                <a:sym typeface="Arial"/>
              </a:rPr>
              <a:t>borrowing</a:t>
            </a:r>
            <a:r>
              <a:rPr lang="fr-FR" sz="2400" b="0" i="0" u="none" strike="noStrike" cap="none">
                <a:solidFill>
                  <a:srgbClr val="212529"/>
                </a:solidFill>
                <a:latin typeface="Arial"/>
                <a:ea typeface="Arial"/>
                <a:cs typeface="Arial"/>
                <a:sym typeface="Arial"/>
              </a:rPr>
              <a:t>, that is, the taking over of words from other languages.</a:t>
            </a:r>
            <a:endParaRPr/>
          </a:p>
          <a:p>
            <a:pPr marL="0" marR="0" lvl="0" indent="0" algn="just" rtl="0">
              <a:lnSpc>
                <a:spcPct val="100000"/>
              </a:lnSpc>
              <a:spcBef>
                <a:spcPts val="0"/>
              </a:spcBef>
              <a:spcAft>
                <a:spcPts val="0"/>
              </a:spcAft>
              <a:buClr>
                <a:schemeClr val="dk1"/>
              </a:buClr>
              <a:buSzPts val="4000"/>
              <a:buFont typeface="Arial"/>
              <a:buNone/>
            </a:pPr>
            <a:endParaRPr sz="40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212529"/>
              </a:buClr>
              <a:buSzPts val="2400"/>
              <a:buFont typeface="Arial"/>
              <a:buNone/>
            </a:pPr>
            <a:r>
              <a:rPr lang="fr-FR" sz="2400" b="0" i="0" u="none" strike="noStrike" cap="none">
                <a:solidFill>
                  <a:srgbClr val="212529"/>
                </a:solidFill>
                <a:latin typeface="Arial"/>
                <a:ea typeface="Arial"/>
                <a:cs typeface="Arial"/>
                <a:sym typeface="Arial"/>
              </a:rPr>
              <a:t>The English Language had adopted a vast number of loan-words from other languages, including alcohol (Arabic), boss (Dutch), croissant (French), lilac (Persian), piano (Italian) and yogurt (Turkish). Other languages borrow terms from English, as can be observed in the Japanese use of suupaamaaketto (supermarket).</a:t>
            </a:r>
            <a:endParaRPr sz="6000" b="0" i="0" u="none" strike="noStrike" cap="none">
              <a:solidFill>
                <a:schemeClr val="dk1"/>
              </a:solidFill>
              <a:latin typeface="Arial"/>
              <a:ea typeface="Arial"/>
              <a:cs typeface="Arial"/>
              <a:sym typeface="Arial"/>
            </a:endParaRPr>
          </a:p>
        </p:txBody>
      </p:sp>
      <p:pic>
        <p:nvPicPr>
          <p:cNvPr id="652" name="Google Shape;652;p46" descr="D:\Teaching &amp; Univ\ESPRIT\British Vs American\Pics\GIFS\Animated_English-Woman.gif"/>
          <p:cNvPicPr preferRelativeResize="0"/>
          <p:nvPr/>
        </p:nvPicPr>
        <p:blipFill rotWithShape="1">
          <a:blip r:embed="rId3">
            <a:alphaModFix/>
          </a:blip>
          <a:srcRect/>
          <a:stretch/>
        </p:blipFill>
        <p:spPr>
          <a:xfrm>
            <a:off x="191068" y="218364"/>
            <a:ext cx="3848669" cy="203351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1">
                                            <p:txEl>
                                              <p:pRg st="0" end="0"/>
                                            </p:txEl>
                                          </p:spTgt>
                                        </p:tgtEl>
                                        <p:attrNameLst>
                                          <p:attrName>style.visibility</p:attrName>
                                        </p:attrNameLst>
                                      </p:cBhvr>
                                      <p:to>
                                        <p:strVal val="visible"/>
                                      </p:to>
                                    </p:set>
                                    <p:animEffect transition="in" filter="fade">
                                      <p:cBhvr>
                                        <p:cTn id="7" dur="500"/>
                                        <p:tgtEl>
                                          <p:spTgt spid="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51">
                                            <p:txEl>
                                              <p:pRg st="1" end="1"/>
                                            </p:txEl>
                                          </p:spTgt>
                                        </p:tgtEl>
                                        <p:attrNameLst>
                                          <p:attrName>style.visibility</p:attrName>
                                        </p:attrNameLst>
                                      </p:cBhvr>
                                      <p:to>
                                        <p:strVal val="visible"/>
                                      </p:to>
                                    </p:set>
                                    <p:animEffect transition="in" filter="fade">
                                      <p:cBhvr>
                                        <p:cTn id="12" dur="500"/>
                                        <p:tgtEl>
                                          <p:spTgt spid="6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51">
                                            <p:txEl>
                                              <p:pRg st="2" end="2"/>
                                            </p:txEl>
                                          </p:spTgt>
                                        </p:tgtEl>
                                        <p:attrNameLst>
                                          <p:attrName>style.visibility</p:attrName>
                                        </p:attrNameLst>
                                      </p:cBhvr>
                                      <p:to>
                                        <p:strVal val="visible"/>
                                      </p:to>
                                    </p:set>
                                    <p:animEffect transition="in" filter="fade">
                                      <p:cBhvr>
                                        <p:cTn id="17" dur="500"/>
                                        <p:tgtEl>
                                          <p:spTgt spid="6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52"/>
                                        </p:tgtEl>
                                        <p:attrNameLst>
                                          <p:attrName>style.visibility</p:attrName>
                                        </p:attrNameLst>
                                      </p:cBhvr>
                                      <p:to>
                                        <p:strVal val="visible"/>
                                      </p:to>
                                    </p:set>
                                    <p:animEffect transition="in" filter="fade">
                                      <p:cBhvr>
                                        <p:cTn id="22" dur="500"/>
                                        <p:tgtEl>
                                          <p:spTgt spid="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656"/>
        <p:cNvGrpSpPr/>
        <p:nvPr/>
      </p:nvGrpSpPr>
      <p:grpSpPr>
        <a:xfrm>
          <a:off x="0" y="0"/>
          <a:ext cx="0" cy="0"/>
          <a:chOff x="0" y="0"/>
          <a:chExt cx="0" cy="0"/>
        </a:xfrm>
      </p:grpSpPr>
      <p:sp>
        <p:nvSpPr>
          <p:cNvPr id="657" name="Google Shape;657;p47"/>
          <p:cNvSpPr/>
          <p:nvPr/>
        </p:nvSpPr>
        <p:spPr>
          <a:xfrm>
            <a:off x="586853" y="3084395"/>
            <a:ext cx="10672550"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600">
              <a:solidFill>
                <a:srgbClr val="023F61"/>
              </a:solidFill>
              <a:latin typeface="Arial"/>
              <a:ea typeface="Arial"/>
              <a:cs typeface="Arial"/>
              <a:sym typeface="Arial"/>
            </a:endParaRPr>
          </a:p>
          <a:p>
            <a:pPr marL="514350" marR="0" lvl="0" indent="-514350" algn="l" rtl="0">
              <a:spcBef>
                <a:spcPts val="0"/>
              </a:spcBef>
              <a:spcAft>
                <a:spcPts val="0"/>
              </a:spcAft>
              <a:buClr>
                <a:srgbClr val="023F61"/>
              </a:buClr>
              <a:buSzPts val="3600"/>
              <a:buFont typeface="Arial"/>
              <a:buAutoNum type="arabicPeriod"/>
            </a:pPr>
            <a:r>
              <a:rPr lang="fr-FR" sz="3600">
                <a:solidFill>
                  <a:srgbClr val="023F61"/>
                </a:solidFill>
                <a:latin typeface="Arial"/>
                <a:ea typeface="Arial"/>
                <a:cs typeface="Arial"/>
                <a:sym typeface="Arial"/>
              </a:rPr>
              <a:t>What words can you think of that your language has borrowed from English?</a:t>
            </a:r>
            <a:endParaRPr/>
          </a:p>
          <a:p>
            <a:pPr marL="514350" marR="0" lvl="0" indent="-514350" algn="l" rtl="0">
              <a:spcBef>
                <a:spcPts val="0"/>
              </a:spcBef>
              <a:spcAft>
                <a:spcPts val="0"/>
              </a:spcAft>
              <a:buNone/>
            </a:pPr>
            <a:endParaRPr sz="3600">
              <a:solidFill>
                <a:srgbClr val="023F61"/>
              </a:solidFill>
              <a:latin typeface="Arial"/>
              <a:ea typeface="Arial"/>
              <a:cs typeface="Arial"/>
              <a:sym typeface="Arial"/>
            </a:endParaRPr>
          </a:p>
          <a:p>
            <a:pPr marL="0" marR="0" lvl="0" indent="0" algn="l" rtl="0">
              <a:spcBef>
                <a:spcPts val="0"/>
              </a:spcBef>
              <a:spcAft>
                <a:spcPts val="0"/>
              </a:spcAft>
              <a:buNone/>
            </a:pPr>
            <a:r>
              <a:rPr lang="fr-FR" sz="3600">
                <a:solidFill>
                  <a:srgbClr val="023F61"/>
                </a:solidFill>
                <a:latin typeface="Arial"/>
                <a:ea typeface="Arial"/>
                <a:cs typeface="Arial"/>
                <a:sym typeface="Arial"/>
              </a:rPr>
              <a:t>2. Do you know any words that English has borrowed from your language?</a:t>
            </a:r>
            <a:endParaRPr sz="3600">
              <a:solidFill>
                <a:srgbClr val="023F61"/>
              </a:solidFill>
              <a:latin typeface="Arial"/>
              <a:ea typeface="Arial"/>
              <a:cs typeface="Arial"/>
              <a:sym typeface="Arial"/>
            </a:endParaRPr>
          </a:p>
        </p:txBody>
      </p:sp>
      <p:pic>
        <p:nvPicPr>
          <p:cNvPr id="658" name="Google Shape;658;p47" descr="C:\Users\Lenovo\OneDrive\Desktop\ob_cc11f6_translate.gif"/>
          <p:cNvPicPr preferRelativeResize="0"/>
          <p:nvPr/>
        </p:nvPicPr>
        <p:blipFill rotWithShape="1">
          <a:blip r:embed="rId3">
            <a:alphaModFix/>
          </a:blip>
          <a:srcRect/>
          <a:stretch/>
        </p:blipFill>
        <p:spPr>
          <a:xfrm>
            <a:off x="0" y="0"/>
            <a:ext cx="12191999" cy="315263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8"/>
                                        </p:tgtEl>
                                        <p:attrNameLst>
                                          <p:attrName>style.visibility</p:attrName>
                                        </p:attrNameLst>
                                      </p:cBhvr>
                                      <p:to>
                                        <p:strVal val="visible"/>
                                      </p:to>
                                    </p:set>
                                    <p:animEffect transition="in" filter="fade">
                                      <p:cBhvr>
                                        <p:cTn id="7" dur="500"/>
                                        <p:tgtEl>
                                          <p:spTgt spid="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662"/>
        <p:cNvGrpSpPr/>
        <p:nvPr/>
      </p:nvGrpSpPr>
      <p:grpSpPr>
        <a:xfrm>
          <a:off x="0" y="0"/>
          <a:ext cx="0" cy="0"/>
          <a:chOff x="0" y="0"/>
          <a:chExt cx="0" cy="0"/>
        </a:xfrm>
      </p:grpSpPr>
      <p:sp>
        <p:nvSpPr>
          <p:cNvPr id="663" name="Google Shape;663;p4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47</a:t>
            </a:fld>
            <a:endParaRPr/>
          </a:p>
        </p:txBody>
      </p:sp>
      <p:pic>
        <p:nvPicPr>
          <p:cNvPr id="664" name="Google Shape;664;p48"/>
          <p:cNvPicPr preferRelativeResize="0"/>
          <p:nvPr/>
        </p:nvPicPr>
        <p:blipFill rotWithShape="1">
          <a:blip r:embed="rId3">
            <a:alphaModFix/>
          </a:blip>
          <a:srcRect/>
          <a:stretch/>
        </p:blipFill>
        <p:spPr>
          <a:xfrm>
            <a:off x="6159182" y="5185495"/>
            <a:ext cx="6032818" cy="1315307"/>
          </a:xfrm>
          <a:prstGeom prst="rect">
            <a:avLst/>
          </a:prstGeom>
          <a:noFill/>
          <a:ln>
            <a:noFill/>
          </a:ln>
        </p:spPr>
      </p:pic>
      <p:pic>
        <p:nvPicPr>
          <p:cNvPr id="665" name="Google Shape;665;p48"/>
          <p:cNvPicPr preferRelativeResize="0"/>
          <p:nvPr/>
        </p:nvPicPr>
        <p:blipFill rotWithShape="1">
          <a:blip r:embed="rId4">
            <a:alphaModFix/>
          </a:blip>
          <a:srcRect/>
          <a:stretch/>
        </p:blipFill>
        <p:spPr>
          <a:xfrm>
            <a:off x="1" y="5249746"/>
            <a:ext cx="5841242" cy="1303769"/>
          </a:xfrm>
          <a:prstGeom prst="rect">
            <a:avLst/>
          </a:prstGeom>
          <a:noFill/>
          <a:ln>
            <a:noFill/>
          </a:ln>
        </p:spPr>
      </p:pic>
      <p:pic>
        <p:nvPicPr>
          <p:cNvPr id="666" name="Google Shape;666;p48"/>
          <p:cNvPicPr preferRelativeResize="0"/>
          <p:nvPr/>
        </p:nvPicPr>
        <p:blipFill rotWithShape="1">
          <a:blip r:embed="rId5">
            <a:alphaModFix/>
          </a:blip>
          <a:srcRect/>
          <a:stretch/>
        </p:blipFill>
        <p:spPr>
          <a:xfrm>
            <a:off x="6228412" y="3311452"/>
            <a:ext cx="5963588" cy="1384533"/>
          </a:xfrm>
          <a:prstGeom prst="rect">
            <a:avLst/>
          </a:prstGeom>
          <a:noFill/>
          <a:ln>
            <a:noFill/>
          </a:ln>
        </p:spPr>
      </p:pic>
      <p:pic>
        <p:nvPicPr>
          <p:cNvPr id="667" name="Google Shape;667;p48"/>
          <p:cNvPicPr preferRelativeResize="0"/>
          <p:nvPr/>
        </p:nvPicPr>
        <p:blipFill rotWithShape="1">
          <a:blip r:embed="rId6">
            <a:alphaModFix/>
          </a:blip>
          <a:srcRect/>
          <a:stretch/>
        </p:blipFill>
        <p:spPr>
          <a:xfrm>
            <a:off x="1" y="3490045"/>
            <a:ext cx="5827594" cy="1292231"/>
          </a:xfrm>
          <a:prstGeom prst="rect">
            <a:avLst/>
          </a:prstGeom>
          <a:noFill/>
          <a:ln>
            <a:noFill/>
          </a:ln>
        </p:spPr>
      </p:pic>
      <p:pic>
        <p:nvPicPr>
          <p:cNvPr id="668" name="Google Shape;668;p48"/>
          <p:cNvPicPr preferRelativeResize="0"/>
          <p:nvPr/>
        </p:nvPicPr>
        <p:blipFill rotWithShape="1">
          <a:blip r:embed="rId7">
            <a:alphaModFix/>
          </a:blip>
          <a:srcRect/>
          <a:stretch/>
        </p:blipFill>
        <p:spPr>
          <a:xfrm>
            <a:off x="6182436" y="1357204"/>
            <a:ext cx="6009564" cy="1368043"/>
          </a:xfrm>
          <a:prstGeom prst="rect">
            <a:avLst/>
          </a:prstGeom>
          <a:noFill/>
          <a:ln>
            <a:noFill/>
          </a:ln>
        </p:spPr>
      </p:pic>
      <p:pic>
        <p:nvPicPr>
          <p:cNvPr id="669" name="Google Shape;669;p48"/>
          <p:cNvPicPr preferRelativeResize="0"/>
          <p:nvPr/>
        </p:nvPicPr>
        <p:blipFill rotWithShape="1">
          <a:blip r:embed="rId8">
            <a:alphaModFix/>
          </a:blip>
          <a:srcRect/>
          <a:stretch/>
        </p:blipFill>
        <p:spPr>
          <a:xfrm>
            <a:off x="0" y="1493808"/>
            <a:ext cx="5753686" cy="1301847"/>
          </a:xfrm>
          <a:prstGeom prst="rect">
            <a:avLst/>
          </a:prstGeom>
          <a:noFill/>
          <a:ln>
            <a:noFill/>
          </a:ln>
        </p:spPr>
      </p:pic>
      <p:sp>
        <p:nvSpPr>
          <p:cNvPr id="670" name="Google Shape;670;p48"/>
          <p:cNvSpPr txBox="1">
            <a:spLocks noGrp="1"/>
          </p:cNvSpPr>
          <p:nvPr>
            <p:ph type="title"/>
          </p:nvPr>
        </p:nvSpPr>
        <p:spPr>
          <a:xfrm>
            <a:off x="167640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23F61"/>
              </a:buClr>
              <a:buSzPts val="4400"/>
              <a:buFont typeface="Arial"/>
              <a:buNone/>
            </a:pPr>
            <a:r>
              <a:rPr lang="fr-FR" b="1">
                <a:solidFill>
                  <a:srgbClr val="023F61"/>
                </a:solidFill>
              </a:rPr>
              <a:t>English Words of Arabic Origin</a:t>
            </a:r>
            <a:endParaRPr b="1">
              <a:solidFill>
                <a:srgbClr val="023F61"/>
              </a:solidFill>
            </a:endParaRPr>
          </a:p>
        </p:txBody>
      </p:sp>
      <p:sp>
        <p:nvSpPr>
          <p:cNvPr id="671" name="Google Shape;671;p48"/>
          <p:cNvSpPr/>
          <p:nvPr/>
        </p:nvSpPr>
        <p:spPr>
          <a:xfrm rot="10800000" flipH="1">
            <a:off x="5718412" y="2210937"/>
            <a:ext cx="450375" cy="191069"/>
          </a:xfrm>
          <a:prstGeom prst="stripedRightArrow">
            <a:avLst>
              <a:gd name="adj1" fmla="val 50000"/>
              <a:gd name="adj2" fmla="val 50000"/>
            </a:avLst>
          </a:prstGeom>
          <a:gradFill>
            <a:gsLst>
              <a:gs pos="0">
                <a:srgbClr val="6B798A"/>
              </a:gs>
              <a:gs pos="50000">
                <a:srgbClr val="55677D"/>
              </a:gs>
              <a:gs pos="100000">
                <a:srgbClr val="495A6F"/>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72" name="Google Shape;672;p48"/>
          <p:cNvSpPr/>
          <p:nvPr/>
        </p:nvSpPr>
        <p:spPr>
          <a:xfrm rot="10800000" flipH="1">
            <a:off x="5786651" y="4271749"/>
            <a:ext cx="450375" cy="191069"/>
          </a:xfrm>
          <a:prstGeom prst="stripedRightArrow">
            <a:avLst>
              <a:gd name="adj1" fmla="val 50000"/>
              <a:gd name="adj2" fmla="val 50000"/>
            </a:avLst>
          </a:prstGeom>
          <a:gradFill>
            <a:gsLst>
              <a:gs pos="0">
                <a:srgbClr val="6B798A"/>
              </a:gs>
              <a:gs pos="50000">
                <a:srgbClr val="55677D"/>
              </a:gs>
              <a:gs pos="100000">
                <a:srgbClr val="495A6F"/>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73" name="Google Shape;673;p48"/>
          <p:cNvSpPr/>
          <p:nvPr/>
        </p:nvSpPr>
        <p:spPr>
          <a:xfrm rot="10800000" flipH="1">
            <a:off x="5759355" y="5991367"/>
            <a:ext cx="450375" cy="191069"/>
          </a:xfrm>
          <a:prstGeom prst="stripedRightArrow">
            <a:avLst>
              <a:gd name="adj1" fmla="val 50000"/>
              <a:gd name="adj2" fmla="val 50000"/>
            </a:avLst>
          </a:prstGeom>
          <a:gradFill>
            <a:gsLst>
              <a:gs pos="0">
                <a:srgbClr val="6B798A"/>
              </a:gs>
              <a:gs pos="50000">
                <a:srgbClr val="55677D"/>
              </a:gs>
              <a:gs pos="100000">
                <a:srgbClr val="495A6F"/>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1"/>
                                        </p:tgtEl>
                                        <p:attrNameLst>
                                          <p:attrName>style.visibility</p:attrName>
                                        </p:attrNameLst>
                                      </p:cBhvr>
                                      <p:to>
                                        <p:strVal val="visible"/>
                                      </p:to>
                                    </p:set>
                                    <p:animEffect transition="in" filter="fade">
                                      <p:cBhvr>
                                        <p:cTn id="7" dur="2000"/>
                                        <p:tgtEl>
                                          <p:spTgt spid="67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8"/>
                                        </p:tgtEl>
                                        <p:attrNameLst>
                                          <p:attrName>style.visibility</p:attrName>
                                        </p:attrNameLst>
                                      </p:cBhvr>
                                      <p:to>
                                        <p:strVal val="visible"/>
                                      </p:to>
                                    </p:set>
                                    <p:animEffect transition="in" filter="fade">
                                      <p:cBhvr>
                                        <p:cTn id="12" dur="2000"/>
                                        <p:tgtEl>
                                          <p:spTgt spid="66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67"/>
                                        </p:tgtEl>
                                        <p:attrNameLst>
                                          <p:attrName>style.visibility</p:attrName>
                                        </p:attrNameLst>
                                      </p:cBhvr>
                                      <p:to>
                                        <p:strVal val="visible"/>
                                      </p:to>
                                    </p:set>
                                    <p:animEffect transition="in" filter="fade">
                                      <p:cBhvr>
                                        <p:cTn id="17" dur="2000"/>
                                        <p:tgtEl>
                                          <p:spTgt spid="66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72"/>
                                        </p:tgtEl>
                                        <p:attrNameLst>
                                          <p:attrName>style.visibility</p:attrName>
                                        </p:attrNameLst>
                                      </p:cBhvr>
                                      <p:to>
                                        <p:strVal val="visible"/>
                                      </p:to>
                                    </p:set>
                                    <p:animEffect transition="in" filter="fade">
                                      <p:cBhvr>
                                        <p:cTn id="22" dur="2000"/>
                                        <p:tgtEl>
                                          <p:spTgt spid="67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66"/>
                                        </p:tgtEl>
                                        <p:attrNameLst>
                                          <p:attrName>style.visibility</p:attrName>
                                        </p:attrNameLst>
                                      </p:cBhvr>
                                      <p:to>
                                        <p:strVal val="visible"/>
                                      </p:to>
                                    </p:set>
                                    <p:animEffect transition="in" filter="fade">
                                      <p:cBhvr>
                                        <p:cTn id="27" dur="2000"/>
                                        <p:tgtEl>
                                          <p:spTgt spid="66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65"/>
                                        </p:tgtEl>
                                        <p:attrNameLst>
                                          <p:attrName>style.visibility</p:attrName>
                                        </p:attrNameLst>
                                      </p:cBhvr>
                                      <p:to>
                                        <p:strVal val="visible"/>
                                      </p:to>
                                    </p:set>
                                    <p:animEffect transition="in" filter="fade">
                                      <p:cBhvr>
                                        <p:cTn id="32" dur="2000"/>
                                        <p:tgtEl>
                                          <p:spTgt spid="66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73"/>
                                        </p:tgtEl>
                                        <p:attrNameLst>
                                          <p:attrName>style.visibility</p:attrName>
                                        </p:attrNameLst>
                                      </p:cBhvr>
                                      <p:to>
                                        <p:strVal val="visible"/>
                                      </p:to>
                                    </p:set>
                                    <p:animEffect transition="in" filter="fade">
                                      <p:cBhvr>
                                        <p:cTn id="37" dur="2000"/>
                                        <p:tgtEl>
                                          <p:spTgt spid="67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64"/>
                                        </p:tgtEl>
                                        <p:attrNameLst>
                                          <p:attrName>style.visibility</p:attrName>
                                        </p:attrNameLst>
                                      </p:cBhvr>
                                      <p:to>
                                        <p:strVal val="visible"/>
                                      </p:to>
                                    </p:set>
                                    <p:animEffect transition="in" filter="fade">
                                      <p:cBhvr>
                                        <p:cTn id="42" dur="2000"/>
                                        <p:tgtEl>
                                          <p:spTgt spid="6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677"/>
        <p:cNvGrpSpPr/>
        <p:nvPr/>
      </p:nvGrpSpPr>
      <p:grpSpPr>
        <a:xfrm>
          <a:off x="0" y="0"/>
          <a:ext cx="0" cy="0"/>
          <a:chOff x="0" y="0"/>
          <a:chExt cx="0" cy="0"/>
        </a:xfrm>
      </p:grpSpPr>
      <p:pic>
        <p:nvPicPr>
          <p:cNvPr id="678" name="Google Shape;678;p49" descr="C:\Users\Lenovo\OneDrive\Desktop\Sans titre1.png"/>
          <p:cNvPicPr preferRelativeResize="0"/>
          <p:nvPr/>
        </p:nvPicPr>
        <p:blipFill rotWithShape="1">
          <a:blip r:embed="rId3">
            <a:alphaModFix/>
          </a:blip>
          <a:srcRect/>
          <a:stretch/>
        </p:blipFill>
        <p:spPr>
          <a:xfrm>
            <a:off x="0" y="2606722"/>
            <a:ext cx="6114196" cy="4251278"/>
          </a:xfrm>
          <a:prstGeom prst="rect">
            <a:avLst/>
          </a:prstGeom>
          <a:noFill/>
          <a:ln>
            <a:noFill/>
          </a:ln>
        </p:spPr>
      </p:pic>
      <p:pic>
        <p:nvPicPr>
          <p:cNvPr id="679" name="Google Shape;679;p49" descr="C:\Users\Lenovo\OneDrive\Desktop\Sans titre2.png"/>
          <p:cNvPicPr preferRelativeResize="0"/>
          <p:nvPr/>
        </p:nvPicPr>
        <p:blipFill rotWithShape="1">
          <a:blip r:embed="rId4">
            <a:alphaModFix/>
          </a:blip>
          <a:srcRect/>
          <a:stretch/>
        </p:blipFill>
        <p:spPr>
          <a:xfrm>
            <a:off x="6045958" y="3133241"/>
            <a:ext cx="6146042" cy="3724759"/>
          </a:xfrm>
          <a:prstGeom prst="rect">
            <a:avLst/>
          </a:prstGeom>
          <a:noFill/>
          <a:ln>
            <a:noFill/>
          </a:ln>
        </p:spPr>
      </p:pic>
      <p:sp>
        <p:nvSpPr>
          <p:cNvPr id="680" name="Google Shape;680;p4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48</a:t>
            </a:fld>
            <a:endParaRPr/>
          </a:p>
        </p:txBody>
      </p:sp>
      <p:pic>
        <p:nvPicPr>
          <p:cNvPr id="681" name="Google Shape;681;p49" descr="C:\Users\Lenovo\OneDrive\Desktop\Sans titre3.png"/>
          <p:cNvPicPr preferRelativeResize="0"/>
          <p:nvPr/>
        </p:nvPicPr>
        <p:blipFill rotWithShape="1">
          <a:blip r:embed="rId5">
            <a:alphaModFix/>
          </a:blip>
          <a:srcRect b="2751"/>
          <a:stretch/>
        </p:blipFill>
        <p:spPr>
          <a:xfrm>
            <a:off x="5942183" y="0"/>
            <a:ext cx="6249817" cy="3111690"/>
          </a:xfrm>
          <a:prstGeom prst="rect">
            <a:avLst/>
          </a:prstGeom>
          <a:noFill/>
          <a:ln>
            <a:noFill/>
          </a:ln>
        </p:spPr>
      </p:pic>
      <p:sp>
        <p:nvSpPr>
          <p:cNvPr id="682" name="Google Shape;682;p49"/>
          <p:cNvSpPr txBox="1"/>
          <p:nvPr/>
        </p:nvSpPr>
        <p:spPr>
          <a:xfrm>
            <a:off x="-313899" y="750628"/>
            <a:ext cx="6489616" cy="1707698"/>
          </a:xfrm>
          <a:prstGeom prst="rect">
            <a:avLst/>
          </a:prstGeom>
          <a:noFill/>
          <a:ln>
            <a:noFill/>
          </a:ln>
        </p:spPr>
        <p:txBody>
          <a:bodyPr spcFirstLastPara="1" wrap="square" lIns="91425" tIns="45700" rIns="91425" bIns="45700" anchor="ctr" anchorCtr="0">
            <a:normAutofit fontScale="97500"/>
          </a:bodyPr>
          <a:lstStyle/>
          <a:p>
            <a:pPr marL="0" marR="0" lvl="0" indent="0" algn="ctr" rtl="0">
              <a:lnSpc>
                <a:spcPct val="90000"/>
              </a:lnSpc>
              <a:spcBef>
                <a:spcPts val="0"/>
              </a:spcBef>
              <a:spcAft>
                <a:spcPts val="0"/>
              </a:spcAft>
              <a:buClr>
                <a:srgbClr val="023F61"/>
              </a:buClr>
              <a:buSzPct val="100000"/>
              <a:buFont typeface="Arial"/>
              <a:buNone/>
            </a:pPr>
            <a:r>
              <a:rPr lang="fr-FR" sz="3600" b="1">
                <a:solidFill>
                  <a:srgbClr val="023F61"/>
                </a:solidFill>
                <a:latin typeface="Arial"/>
                <a:ea typeface="Arial"/>
                <a:cs typeface="Arial"/>
                <a:sym typeface="Arial"/>
              </a:rPr>
              <a:t>Guess the origin language</a:t>
            </a:r>
            <a:endParaRPr sz="3600" b="1">
              <a:solidFill>
                <a:srgbClr val="023F61"/>
              </a:solidFill>
              <a:latin typeface="Arial"/>
              <a:ea typeface="Arial"/>
              <a:cs typeface="Arial"/>
              <a:sym typeface="Arial"/>
            </a:endParaRPr>
          </a:p>
          <a:p>
            <a:pPr marL="0" marR="0" lvl="0" indent="0" algn="ctr" rtl="0">
              <a:lnSpc>
                <a:spcPct val="90000"/>
              </a:lnSpc>
              <a:spcBef>
                <a:spcPts val="0"/>
              </a:spcBef>
              <a:spcAft>
                <a:spcPts val="0"/>
              </a:spcAft>
              <a:buClr>
                <a:srgbClr val="023F61"/>
              </a:buClr>
              <a:buSzPct val="100000"/>
              <a:buFont typeface="Arial"/>
              <a:buNone/>
            </a:pPr>
            <a:r>
              <a:rPr lang="fr-FR" sz="3600" b="1">
                <a:solidFill>
                  <a:srgbClr val="023F61"/>
                </a:solidFill>
                <a:latin typeface="Arial"/>
                <a:ea typeface="Arial"/>
                <a:cs typeface="Arial"/>
                <a:sym typeface="Arial"/>
              </a:rPr>
              <a:t> from the list of words</a:t>
            </a:r>
            <a:endParaRPr sz="3600" b="1" i="0" u="none" strike="noStrike" cap="none">
              <a:solidFill>
                <a:srgbClr val="023F61"/>
              </a:solidFill>
              <a:latin typeface="Arial"/>
              <a:ea typeface="Arial"/>
              <a:cs typeface="Arial"/>
              <a:sym typeface="Arial"/>
            </a:endParaRPr>
          </a:p>
        </p:txBody>
      </p:sp>
      <p:sp>
        <p:nvSpPr>
          <p:cNvPr id="683" name="Google Shape;683;p49"/>
          <p:cNvSpPr/>
          <p:nvPr/>
        </p:nvSpPr>
        <p:spPr>
          <a:xfrm>
            <a:off x="8652681" y="0"/>
            <a:ext cx="736979" cy="696036"/>
          </a:xfrm>
          <a:prstGeom prst="ellipse">
            <a:avLst/>
          </a:prstGeom>
          <a:gradFill>
            <a:gsLst>
              <a:gs pos="0">
                <a:srgbClr val="FF9C9A"/>
              </a:gs>
              <a:gs pos="50000">
                <a:srgbClr val="F78F8D"/>
              </a:gs>
              <a:gs pos="100000">
                <a:srgbClr val="FC7A78"/>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684" name="Google Shape;684;p49"/>
          <p:cNvSpPr/>
          <p:nvPr/>
        </p:nvSpPr>
        <p:spPr>
          <a:xfrm>
            <a:off x="8611737" y="1064525"/>
            <a:ext cx="846161" cy="723331"/>
          </a:xfrm>
          <a:prstGeom prst="ellipse">
            <a:avLst/>
          </a:prstGeom>
          <a:gradFill>
            <a:gsLst>
              <a:gs pos="0">
                <a:srgbClr val="FF9C9A"/>
              </a:gs>
              <a:gs pos="50000">
                <a:srgbClr val="F78F8D"/>
              </a:gs>
              <a:gs pos="100000">
                <a:srgbClr val="FC7A78"/>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685" name="Google Shape;685;p49"/>
          <p:cNvSpPr/>
          <p:nvPr/>
        </p:nvSpPr>
        <p:spPr>
          <a:xfrm>
            <a:off x="8652680" y="2169995"/>
            <a:ext cx="832513" cy="668740"/>
          </a:xfrm>
          <a:prstGeom prst="ellipse">
            <a:avLst/>
          </a:prstGeom>
          <a:gradFill>
            <a:gsLst>
              <a:gs pos="0">
                <a:srgbClr val="FF9C9A"/>
              </a:gs>
              <a:gs pos="50000">
                <a:srgbClr val="F78F8D"/>
              </a:gs>
              <a:gs pos="100000">
                <a:srgbClr val="FC7A78"/>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686" name="Google Shape;686;p49"/>
          <p:cNvSpPr/>
          <p:nvPr/>
        </p:nvSpPr>
        <p:spPr>
          <a:xfrm>
            <a:off x="8665908" y="3179930"/>
            <a:ext cx="832513" cy="668740"/>
          </a:xfrm>
          <a:prstGeom prst="ellipse">
            <a:avLst/>
          </a:prstGeom>
          <a:gradFill>
            <a:gsLst>
              <a:gs pos="0">
                <a:srgbClr val="FF9C9A"/>
              </a:gs>
              <a:gs pos="50000">
                <a:srgbClr val="F78F8D"/>
              </a:gs>
              <a:gs pos="100000">
                <a:srgbClr val="FC7A78"/>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687" name="Google Shape;687;p49"/>
          <p:cNvSpPr/>
          <p:nvPr/>
        </p:nvSpPr>
        <p:spPr>
          <a:xfrm>
            <a:off x="2620370" y="2743199"/>
            <a:ext cx="832513" cy="750627"/>
          </a:xfrm>
          <a:prstGeom prst="ellipse">
            <a:avLst/>
          </a:prstGeom>
          <a:gradFill>
            <a:gsLst>
              <a:gs pos="0">
                <a:srgbClr val="FF9C9A"/>
              </a:gs>
              <a:gs pos="50000">
                <a:srgbClr val="F78F8D"/>
              </a:gs>
              <a:gs pos="100000">
                <a:srgbClr val="FC7A78"/>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688" name="Google Shape;688;p49"/>
          <p:cNvSpPr/>
          <p:nvPr/>
        </p:nvSpPr>
        <p:spPr>
          <a:xfrm>
            <a:off x="2620370" y="4135271"/>
            <a:ext cx="846161" cy="750628"/>
          </a:xfrm>
          <a:prstGeom prst="ellipse">
            <a:avLst/>
          </a:prstGeom>
          <a:gradFill>
            <a:gsLst>
              <a:gs pos="0">
                <a:srgbClr val="FF9C9A"/>
              </a:gs>
              <a:gs pos="50000">
                <a:srgbClr val="F78F8D"/>
              </a:gs>
              <a:gs pos="100000">
                <a:srgbClr val="FC7A78"/>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689" name="Google Shape;689;p49"/>
          <p:cNvSpPr/>
          <p:nvPr/>
        </p:nvSpPr>
        <p:spPr>
          <a:xfrm>
            <a:off x="2647666" y="5513695"/>
            <a:ext cx="832513" cy="750627"/>
          </a:xfrm>
          <a:prstGeom prst="ellipse">
            <a:avLst/>
          </a:prstGeom>
          <a:gradFill>
            <a:gsLst>
              <a:gs pos="0">
                <a:srgbClr val="FF9C9A"/>
              </a:gs>
              <a:gs pos="50000">
                <a:srgbClr val="F78F8D"/>
              </a:gs>
              <a:gs pos="100000">
                <a:srgbClr val="FC7A78"/>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690" name="Google Shape;690;p49"/>
          <p:cNvSpPr/>
          <p:nvPr/>
        </p:nvSpPr>
        <p:spPr>
          <a:xfrm>
            <a:off x="8652681" y="5704764"/>
            <a:ext cx="941695" cy="682387"/>
          </a:xfrm>
          <a:prstGeom prst="ellipse">
            <a:avLst/>
          </a:prstGeom>
          <a:gradFill>
            <a:gsLst>
              <a:gs pos="0">
                <a:srgbClr val="FF9C9A"/>
              </a:gs>
              <a:gs pos="50000">
                <a:srgbClr val="F78F8D"/>
              </a:gs>
              <a:gs pos="100000">
                <a:srgbClr val="FC7A78"/>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691" name="Google Shape;691;p49"/>
          <p:cNvSpPr/>
          <p:nvPr/>
        </p:nvSpPr>
        <p:spPr>
          <a:xfrm>
            <a:off x="7230794" y="3904234"/>
            <a:ext cx="1055077" cy="393895"/>
          </a:xfrm>
          <a:prstGeom prst="roundRect">
            <a:avLst>
              <a:gd name="adj" fmla="val 16667"/>
            </a:avLst>
          </a:prstGeom>
          <a:gradFill>
            <a:gsLst>
              <a:gs pos="0">
                <a:schemeClr val="lt1"/>
              </a:gs>
              <a:gs pos="50000">
                <a:srgbClr val="FAFAFA"/>
              </a:gs>
              <a:gs pos="100000">
                <a:srgbClr val="CECECE"/>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2" name="Google Shape;692;p49"/>
          <p:cNvSpPr/>
          <p:nvPr/>
        </p:nvSpPr>
        <p:spPr>
          <a:xfrm>
            <a:off x="10930597" y="2778818"/>
            <a:ext cx="1261403" cy="393895"/>
          </a:xfrm>
          <a:prstGeom prst="roundRect">
            <a:avLst>
              <a:gd name="adj" fmla="val 16667"/>
            </a:avLst>
          </a:prstGeom>
          <a:gradFill>
            <a:gsLst>
              <a:gs pos="0">
                <a:schemeClr val="lt1"/>
              </a:gs>
              <a:gs pos="50000">
                <a:srgbClr val="FAFAFA"/>
              </a:gs>
              <a:gs pos="100000">
                <a:srgbClr val="CECECE"/>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687"/>
                                        </p:tgtEl>
                                      </p:cBhvr>
                                    </p:animEffect>
                                    <p:set>
                                      <p:cBhvr>
                                        <p:cTn id="7" dur="1" fill="hold">
                                          <p:stCondLst>
                                            <p:cond delay="500"/>
                                          </p:stCondLst>
                                        </p:cTn>
                                        <p:tgtEl>
                                          <p:spTgt spid="68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688"/>
                                        </p:tgtEl>
                                      </p:cBhvr>
                                    </p:animEffect>
                                    <p:set>
                                      <p:cBhvr>
                                        <p:cTn id="12" dur="1" fill="hold">
                                          <p:stCondLst>
                                            <p:cond delay="500"/>
                                          </p:stCondLst>
                                        </p:cTn>
                                        <p:tgtEl>
                                          <p:spTgt spid="68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689"/>
                                        </p:tgtEl>
                                      </p:cBhvr>
                                    </p:animEffect>
                                    <p:set>
                                      <p:cBhvr>
                                        <p:cTn id="17" dur="1" fill="hold">
                                          <p:stCondLst>
                                            <p:cond delay="500"/>
                                          </p:stCondLst>
                                        </p:cTn>
                                        <p:tgtEl>
                                          <p:spTgt spid="68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683"/>
                                        </p:tgtEl>
                                      </p:cBhvr>
                                    </p:animEffect>
                                    <p:set>
                                      <p:cBhvr>
                                        <p:cTn id="22" dur="1" fill="hold">
                                          <p:stCondLst>
                                            <p:cond delay="500"/>
                                          </p:stCondLst>
                                        </p:cTn>
                                        <p:tgtEl>
                                          <p:spTgt spid="68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684"/>
                                        </p:tgtEl>
                                      </p:cBhvr>
                                    </p:animEffect>
                                    <p:set>
                                      <p:cBhvr>
                                        <p:cTn id="27" dur="1" fill="hold">
                                          <p:stCondLst>
                                            <p:cond delay="500"/>
                                          </p:stCondLst>
                                        </p:cTn>
                                        <p:tgtEl>
                                          <p:spTgt spid="684"/>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685"/>
                                        </p:tgtEl>
                                      </p:cBhvr>
                                    </p:animEffect>
                                    <p:set>
                                      <p:cBhvr>
                                        <p:cTn id="32" dur="1" fill="hold">
                                          <p:stCondLst>
                                            <p:cond delay="500"/>
                                          </p:stCondLst>
                                        </p:cTn>
                                        <p:tgtEl>
                                          <p:spTgt spid="685"/>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500"/>
                                        <p:tgtEl>
                                          <p:spTgt spid="686"/>
                                        </p:tgtEl>
                                      </p:cBhvr>
                                    </p:animEffect>
                                    <p:set>
                                      <p:cBhvr>
                                        <p:cTn id="37" dur="1" fill="hold">
                                          <p:stCondLst>
                                            <p:cond delay="500"/>
                                          </p:stCondLst>
                                        </p:cTn>
                                        <p:tgtEl>
                                          <p:spTgt spid="686"/>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500"/>
                                        <p:tgtEl>
                                          <p:spTgt spid="690"/>
                                        </p:tgtEl>
                                      </p:cBhvr>
                                    </p:animEffect>
                                    <p:set>
                                      <p:cBhvr>
                                        <p:cTn id="42" dur="1" fill="hold">
                                          <p:stCondLst>
                                            <p:cond delay="500"/>
                                          </p:stCondLst>
                                        </p:cTn>
                                        <p:tgtEl>
                                          <p:spTgt spid="69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701"/>
        <p:cNvGrpSpPr/>
        <p:nvPr/>
      </p:nvGrpSpPr>
      <p:grpSpPr>
        <a:xfrm>
          <a:off x="0" y="0"/>
          <a:ext cx="0" cy="0"/>
          <a:chOff x="0" y="0"/>
          <a:chExt cx="0" cy="0"/>
        </a:xfrm>
      </p:grpSpPr>
      <p:sp>
        <p:nvSpPr>
          <p:cNvPr id="702" name="Google Shape;702;p51"/>
          <p:cNvSpPr txBox="1">
            <a:spLocks noGrp="1"/>
          </p:cNvSpPr>
          <p:nvPr>
            <p:ph type="title"/>
          </p:nvPr>
        </p:nvSpPr>
        <p:spPr>
          <a:xfrm>
            <a:off x="0" y="177421"/>
            <a:ext cx="12192000" cy="77577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595959"/>
              </a:buClr>
              <a:buSzPts val="4000"/>
              <a:buFont typeface="Arial"/>
              <a:buNone/>
            </a:pPr>
            <a:r>
              <a:rPr lang="fr-FR" sz="4000"/>
              <a:t>Guess the origin of the following words:</a:t>
            </a:r>
            <a:endParaRPr sz="4000"/>
          </a:p>
        </p:txBody>
      </p:sp>
      <p:pic>
        <p:nvPicPr>
          <p:cNvPr id="703" name="Google Shape;703;p51" descr="C:\Users\Lenovo\OneDrive\Desktop\English-Loanwords-1.jpg"/>
          <p:cNvPicPr preferRelativeResize="0"/>
          <p:nvPr/>
        </p:nvPicPr>
        <p:blipFill rotWithShape="1">
          <a:blip r:embed="rId3">
            <a:alphaModFix/>
          </a:blip>
          <a:srcRect t="15941" r="860"/>
          <a:stretch/>
        </p:blipFill>
        <p:spPr>
          <a:xfrm>
            <a:off x="1296536" y="1050878"/>
            <a:ext cx="9444252" cy="5540991"/>
          </a:xfrm>
          <a:prstGeom prst="rect">
            <a:avLst/>
          </a:prstGeom>
          <a:noFill/>
          <a:ln>
            <a:noFill/>
          </a:ln>
        </p:spPr>
      </p:pic>
      <p:sp>
        <p:nvSpPr>
          <p:cNvPr id="704" name="Google Shape;704;p51"/>
          <p:cNvSpPr/>
          <p:nvPr/>
        </p:nvSpPr>
        <p:spPr>
          <a:xfrm>
            <a:off x="1460310" y="2265529"/>
            <a:ext cx="2920621" cy="600501"/>
          </a:xfrm>
          <a:prstGeom prst="flowChartPunchedTape">
            <a:avLst/>
          </a:prstGeom>
          <a:gradFill>
            <a:gsLst>
              <a:gs pos="0">
                <a:srgbClr val="9A9A9A"/>
              </a:gs>
              <a:gs pos="50000">
                <a:srgbClr val="8D8D8D"/>
              </a:gs>
              <a:gs pos="100000">
                <a:srgbClr val="787878"/>
              </a:gs>
            </a:gsLst>
            <a:lin ang="54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05" name="Google Shape;705;p51"/>
          <p:cNvSpPr/>
          <p:nvPr/>
        </p:nvSpPr>
        <p:spPr>
          <a:xfrm>
            <a:off x="4681181" y="2279176"/>
            <a:ext cx="2920621" cy="600501"/>
          </a:xfrm>
          <a:prstGeom prst="flowChartPunchedTape">
            <a:avLst/>
          </a:prstGeom>
          <a:gradFill>
            <a:gsLst>
              <a:gs pos="0">
                <a:srgbClr val="9A9A9A"/>
              </a:gs>
              <a:gs pos="50000">
                <a:srgbClr val="8D8D8D"/>
              </a:gs>
              <a:gs pos="100000">
                <a:srgbClr val="787878"/>
              </a:gs>
            </a:gsLst>
            <a:lin ang="54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4BD97"/>
              </a:solidFill>
              <a:latin typeface="Arial"/>
              <a:ea typeface="Arial"/>
              <a:cs typeface="Arial"/>
              <a:sym typeface="Arial"/>
            </a:endParaRPr>
          </a:p>
        </p:txBody>
      </p:sp>
      <p:sp>
        <p:nvSpPr>
          <p:cNvPr id="706" name="Google Shape;706;p51"/>
          <p:cNvSpPr/>
          <p:nvPr/>
        </p:nvSpPr>
        <p:spPr>
          <a:xfrm>
            <a:off x="7820167" y="2306473"/>
            <a:ext cx="2920621" cy="600501"/>
          </a:xfrm>
          <a:prstGeom prst="flowChartPunchedTape">
            <a:avLst/>
          </a:prstGeom>
          <a:gradFill>
            <a:gsLst>
              <a:gs pos="0">
                <a:srgbClr val="9A9A9A"/>
              </a:gs>
              <a:gs pos="50000">
                <a:srgbClr val="8D8D8D"/>
              </a:gs>
              <a:gs pos="100000">
                <a:srgbClr val="787878"/>
              </a:gs>
            </a:gsLst>
            <a:lin ang="54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4BD97"/>
              </a:solidFill>
              <a:latin typeface="Arial"/>
              <a:ea typeface="Arial"/>
              <a:cs typeface="Arial"/>
              <a:sym typeface="Arial"/>
            </a:endParaRPr>
          </a:p>
        </p:txBody>
      </p:sp>
      <p:sp>
        <p:nvSpPr>
          <p:cNvPr id="707" name="Google Shape;707;p51"/>
          <p:cNvSpPr/>
          <p:nvPr/>
        </p:nvSpPr>
        <p:spPr>
          <a:xfrm>
            <a:off x="1473958" y="4176216"/>
            <a:ext cx="2920621" cy="600501"/>
          </a:xfrm>
          <a:prstGeom prst="flowChartPunchedTape">
            <a:avLst/>
          </a:prstGeom>
          <a:gradFill>
            <a:gsLst>
              <a:gs pos="0">
                <a:srgbClr val="9A9A9A"/>
              </a:gs>
              <a:gs pos="50000">
                <a:srgbClr val="8D8D8D"/>
              </a:gs>
              <a:gs pos="100000">
                <a:srgbClr val="787878"/>
              </a:gs>
            </a:gsLst>
            <a:lin ang="54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4BD97"/>
              </a:solidFill>
              <a:latin typeface="Arial"/>
              <a:ea typeface="Arial"/>
              <a:cs typeface="Arial"/>
              <a:sym typeface="Arial"/>
            </a:endParaRPr>
          </a:p>
        </p:txBody>
      </p:sp>
      <p:sp>
        <p:nvSpPr>
          <p:cNvPr id="708" name="Google Shape;708;p51"/>
          <p:cNvSpPr/>
          <p:nvPr/>
        </p:nvSpPr>
        <p:spPr>
          <a:xfrm>
            <a:off x="4694829" y="4121625"/>
            <a:ext cx="2920621" cy="600501"/>
          </a:xfrm>
          <a:prstGeom prst="flowChartPunchedTape">
            <a:avLst/>
          </a:prstGeom>
          <a:gradFill>
            <a:gsLst>
              <a:gs pos="0">
                <a:srgbClr val="9A9A9A"/>
              </a:gs>
              <a:gs pos="50000">
                <a:srgbClr val="8D8D8D"/>
              </a:gs>
              <a:gs pos="100000">
                <a:srgbClr val="787878"/>
              </a:gs>
            </a:gsLst>
            <a:lin ang="54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4BD97"/>
              </a:solidFill>
              <a:latin typeface="Arial"/>
              <a:ea typeface="Arial"/>
              <a:cs typeface="Arial"/>
              <a:sym typeface="Arial"/>
            </a:endParaRPr>
          </a:p>
        </p:txBody>
      </p:sp>
      <p:sp>
        <p:nvSpPr>
          <p:cNvPr id="709" name="Google Shape;709;p51"/>
          <p:cNvSpPr/>
          <p:nvPr/>
        </p:nvSpPr>
        <p:spPr>
          <a:xfrm>
            <a:off x="7888405" y="4189863"/>
            <a:ext cx="2920621" cy="600501"/>
          </a:xfrm>
          <a:prstGeom prst="flowChartPunchedTape">
            <a:avLst/>
          </a:prstGeom>
          <a:gradFill>
            <a:gsLst>
              <a:gs pos="0">
                <a:srgbClr val="9A9A9A"/>
              </a:gs>
              <a:gs pos="50000">
                <a:srgbClr val="8D8D8D"/>
              </a:gs>
              <a:gs pos="100000">
                <a:srgbClr val="787878"/>
              </a:gs>
            </a:gsLst>
            <a:lin ang="54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4BD97"/>
              </a:solidFill>
              <a:latin typeface="Arial"/>
              <a:ea typeface="Arial"/>
              <a:cs typeface="Arial"/>
              <a:sym typeface="Arial"/>
            </a:endParaRPr>
          </a:p>
        </p:txBody>
      </p:sp>
      <p:sp>
        <p:nvSpPr>
          <p:cNvPr id="710" name="Google Shape;710;p51"/>
          <p:cNvSpPr/>
          <p:nvPr/>
        </p:nvSpPr>
        <p:spPr>
          <a:xfrm>
            <a:off x="7929349" y="5964072"/>
            <a:ext cx="2920621" cy="600501"/>
          </a:xfrm>
          <a:prstGeom prst="flowChartPunchedTape">
            <a:avLst/>
          </a:prstGeom>
          <a:gradFill>
            <a:gsLst>
              <a:gs pos="0">
                <a:srgbClr val="9A9A9A"/>
              </a:gs>
              <a:gs pos="50000">
                <a:srgbClr val="8D8D8D"/>
              </a:gs>
              <a:gs pos="100000">
                <a:srgbClr val="787878"/>
              </a:gs>
            </a:gsLst>
            <a:lin ang="54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4BD97"/>
              </a:solidFill>
              <a:latin typeface="Arial"/>
              <a:ea typeface="Arial"/>
              <a:cs typeface="Arial"/>
              <a:sym typeface="Arial"/>
            </a:endParaRPr>
          </a:p>
        </p:txBody>
      </p:sp>
      <p:sp>
        <p:nvSpPr>
          <p:cNvPr id="711" name="Google Shape;711;p51"/>
          <p:cNvSpPr/>
          <p:nvPr/>
        </p:nvSpPr>
        <p:spPr>
          <a:xfrm>
            <a:off x="4667534" y="5923129"/>
            <a:ext cx="2920621" cy="600501"/>
          </a:xfrm>
          <a:prstGeom prst="flowChartPunchedTape">
            <a:avLst/>
          </a:prstGeom>
          <a:gradFill>
            <a:gsLst>
              <a:gs pos="0">
                <a:srgbClr val="9A9A9A"/>
              </a:gs>
              <a:gs pos="50000">
                <a:srgbClr val="8D8D8D"/>
              </a:gs>
              <a:gs pos="100000">
                <a:srgbClr val="787878"/>
              </a:gs>
            </a:gsLst>
            <a:lin ang="54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4BD97"/>
              </a:solidFill>
              <a:latin typeface="Arial"/>
              <a:ea typeface="Arial"/>
              <a:cs typeface="Arial"/>
              <a:sym typeface="Arial"/>
            </a:endParaRPr>
          </a:p>
        </p:txBody>
      </p:sp>
      <p:sp>
        <p:nvSpPr>
          <p:cNvPr id="712" name="Google Shape;712;p51"/>
          <p:cNvSpPr/>
          <p:nvPr/>
        </p:nvSpPr>
        <p:spPr>
          <a:xfrm>
            <a:off x="1419366" y="5909481"/>
            <a:ext cx="2879679" cy="627797"/>
          </a:xfrm>
          <a:prstGeom prst="flowChartPunchedTape">
            <a:avLst/>
          </a:prstGeom>
          <a:gradFill>
            <a:gsLst>
              <a:gs pos="0">
                <a:srgbClr val="9A9A9A"/>
              </a:gs>
              <a:gs pos="50000">
                <a:srgbClr val="8D8D8D"/>
              </a:gs>
              <a:gs pos="100000">
                <a:srgbClr val="787878"/>
              </a:gs>
            </a:gsLst>
            <a:lin ang="54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4BD97"/>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704"/>
                                        </p:tgtEl>
                                      </p:cBhvr>
                                    </p:animEffect>
                                    <p:set>
                                      <p:cBhvr>
                                        <p:cTn id="7" dur="1" fill="hold">
                                          <p:stCondLst>
                                            <p:cond delay="500"/>
                                          </p:stCondLst>
                                        </p:cTn>
                                        <p:tgtEl>
                                          <p:spTgt spid="70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705"/>
                                        </p:tgtEl>
                                      </p:cBhvr>
                                    </p:animEffect>
                                    <p:set>
                                      <p:cBhvr>
                                        <p:cTn id="12" dur="1" fill="hold">
                                          <p:stCondLst>
                                            <p:cond delay="500"/>
                                          </p:stCondLst>
                                        </p:cTn>
                                        <p:tgtEl>
                                          <p:spTgt spid="70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706"/>
                                        </p:tgtEl>
                                      </p:cBhvr>
                                    </p:animEffect>
                                    <p:set>
                                      <p:cBhvr>
                                        <p:cTn id="17" dur="1" fill="hold">
                                          <p:stCondLst>
                                            <p:cond delay="500"/>
                                          </p:stCondLst>
                                        </p:cTn>
                                        <p:tgtEl>
                                          <p:spTgt spid="70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707"/>
                                        </p:tgtEl>
                                      </p:cBhvr>
                                    </p:animEffect>
                                    <p:set>
                                      <p:cBhvr>
                                        <p:cTn id="22" dur="1" fill="hold">
                                          <p:stCondLst>
                                            <p:cond delay="500"/>
                                          </p:stCondLst>
                                        </p:cTn>
                                        <p:tgtEl>
                                          <p:spTgt spid="70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708"/>
                                        </p:tgtEl>
                                      </p:cBhvr>
                                    </p:animEffect>
                                    <p:set>
                                      <p:cBhvr>
                                        <p:cTn id="27" dur="1" fill="hold">
                                          <p:stCondLst>
                                            <p:cond delay="500"/>
                                          </p:stCondLst>
                                        </p:cTn>
                                        <p:tgtEl>
                                          <p:spTgt spid="708"/>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709"/>
                                        </p:tgtEl>
                                      </p:cBhvr>
                                    </p:animEffect>
                                    <p:set>
                                      <p:cBhvr>
                                        <p:cTn id="32" dur="1" fill="hold">
                                          <p:stCondLst>
                                            <p:cond delay="500"/>
                                          </p:stCondLst>
                                        </p:cTn>
                                        <p:tgtEl>
                                          <p:spTgt spid="70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500"/>
                                        <p:tgtEl>
                                          <p:spTgt spid="712"/>
                                        </p:tgtEl>
                                      </p:cBhvr>
                                    </p:animEffect>
                                    <p:set>
                                      <p:cBhvr>
                                        <p:cTn id="37" dur="1" fill="hold">
                                          <p:stCondLst>
                                            <p:cond delay="500"/>
                                          </p:stCondLst>
                                        </p:cTn>
                                        <p:tgtEl>
                                          <p:spTgt spid="712"/>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500"/>
                                        <p:tgtEl>
                                          <p:spTgt spid="711"/>
                                        </p:tgtEl>
                                      </p:cBhvr>
                                    </p:animEffect>
                                    <p:set>
                                      <p:cBhvr>
                                        <p:cTn id="42" dur="1" fill="hold">
                                          <p:stCondLst>
                                            <p:cond delay="500"/>
                                          </p:stCondLst>
                                        </p:cTn>
                                        <p:tgtEl>
                                          <p:spTgt spid="711"/>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nodeType="clickEffect">
                                  <p:stCondLst>
                                    <p:cond delay="0"/>
                                  </p:stCondLst>
                                  <p:childTnLst>
                                    <p:animEffect transition="out" filter="fade">
                                      <p:cBhvr>
                                        <p:cTn id="46" dur="500"/>
                                        <p:tgtEl>
                                          <p:spTgt spid="710"/>
                                        </p:tgtEl>
                                      </p:cBhvr>
                                    </p:animEffect>
                                    <p:set>
                                      <p:cBhvr>
                                        <p:cTn id="47" dur="1" fill="hold">
                                          <p:stCondLst>
                                            <p:cond delay="500"/>
                                          </p:stCondLst>
                                        </p:cTn>
                                        <p:tgtEl>
                                          <p:spTgt spid="7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696"/>
        <p:cNvGrpSpPr/>
        <p:nvPr/>
      </p:nvGrpSpPr>
      <p:grpSpPr>
        <a:xfrm>
          <a:off x="0" y="0"/>
          <a:ext cx="0" cy="0"/>
          <a:chOff x="0" y="0"/>
          <a:chExt cx="0" cy="0"/>
        </a:xfrm>
      </p:grpSpPr>
      <p:pic>
        <p:nvPicPr>
          <p:cNvPr id="697" name="Google Shape;697;p50" descr="C:\Users\Lenovo\OneDrive\Desktop\Loanwords-Graphic-alt-layout.png"/>
          <p:cNvPicPr preferRelativeResize="0"/>
          <p:nvPr/>
        </p:nvPicPr>
        <p:blipFill rotWithShape="1">
          <a:blip r:embed="rId3">
            <a:alphaModFix/>
          </a:blip>
          <a:srcRect/>
          <a:stretch/>
        </p:blipFill>
        <p:spPr>
          <a:xfrm>
            <a:off x="696035" y="686964"/>
            <a:ext cx="11043672" cy="587052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716"/>
        <p:cNvGrpSpPr/>
        <p:nvPr/>
      </p:nvGrpSpPr>
      <p:grpSpPr>
        <a:xfrm>
          <a:off x="0" y="0"/>
          <a:ext cx="0" cy="0"/>
          <a:chOff x="0" y="0"/>
          <a:chExt cx="0" cy="0"/>
        </a:xfrm>
      </p:grpSpPr>
      <p:sp>
        <p:nvSpPr>
          <p:cNvPr id="717" name="Google Shape;717;p52"/>
          <p:cNvSpPr txBox="1">
            <a:spLocks noGrp="1"/>
          </p:cNvSpPr>
          <p:nvPr>
            <p:ph type="title"/>
          </p:nvPr>
        </p:nvSpPr>
        <p:spPr>
          <a:xfrm>
            <a:off x="0" y="0"/>
            <a:ext cx="12192000" cy="77577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595959"/>
              </a:buClr>
              <a:buSzPts val="4400"/>
              <a:buFont typeface="Arial"/>
              <a:buNone/>
            </a:pPr>
            <a:r>
              <a:rPr lang="fr-FR" sz="4400"/>
              <a:t>To Wrap it  up</a:t>
            </a:r>
            <a:endParaRPr sz="4400"/>
          </a:p>
        </p:txBody>
      </p:sp>
      <p:sp>
        <p:nvSpPr>
          <p:cNvPr id="718" name="Google Shape;718;p52"/>
          <p:cNvSpPr txBox="1">
            <a:spLocks noGrp="1"/>
          </p:cNvSpPr>
          <p:nvPr>
            <p:ph type="body" idx="1"/>
          </p:nvPr>
        </p:nvSpPr>
        <p:spPr>
          <a:xfrm>
            <a:off x="3" y="914401"/>
            <a:ext cx="6485203" cy="528945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595959"/>
              </a:buClr>
              <a:buSzPts val="2400"/>
              <a:buNone/>
            </a:pPr>
            <a:endParaRPr>
              <a:solidFill>
                <a:srgbClr val="C00000"/>
              </a:solidFill>
            </a:endParaRPr>
          </a:p>
          <a:p>
            <a:pPr marL="0" lvl="0" indent="0" algn="l" rtl="0">
              <a:lnSpc>
                <a:spcPct val="90000"/>
              </a:lnSpc>
              <a:spcBef>
                <a:spcPts val="1000"/>
              </a:spcBef>
              <a:spcAft>
                <a:spcPts val="0"/>
              </a:spcAft>
              <a:buClr>
                <a:srgbClr val="C00000"/>
              </a:buClr>
              <a:buSzPts val="2400"/>
              <a:buNone/>
            </a:pPr>
            <a:r>
              <a:rPr lang="fr-FR">
                <a:solidFill>
                  <a:srgbClr val="C00000"/>
                </a:solidFill>
              </a:rPr>
              <a:t>The U.K and U.S.A share the same language </a:t>
            </a:r>
            <a:endParaRPr/>
          </a:p>
          <a:p>
            <a:pPr marL="0" lvl="0" indent="0" algn="l" rtl="0">
              <a:lnSpc>
                <a:spcPct val="90000"/>
              </a:lnSpc>
              <a:spcBef>
                <a:spcPts val="1000"/>
              </a:spcBef>
              <a:spcAft>
                <a:spcPts val="0"/>
              </a:spcAft>
              <a:buClr>
                <a:srgbClr val="C00000"/>
              </a:buClr>
              <a:buSzPts val="2400"/>
              <a:buNone/>
            </a:pPr>
            <a:r>
              <a:rPr lang="fr-FR">
                <a:solidFill>
                  <a:srgbClr val="C00000"/>
                </a:solidFill>
              </a:rPr>
              <a:t>yet with some considerable differences in :</a:t>
            </a:r>
            <a:endParaRPr/>
          </a:p>
          <a:p>
            <a:pPr marL="0" lvl="0" indent="0" algn="l" rtl="0">
              <a:lnSpc>
                <a:spcPct val="90000"/>
              </a:lnSpc>
              <a:spcBef>
                <a:spcPts val="1000"/>
              </a:spcBef>
              <a:spcAft>
                <a:spcPts val="0"/>
              </a:spcAft>
              <a:buClr>
                <a:srgbClr val="595959"/>
              </a:buClr>
              <a:buSzPts val="2400"/>
              <a:buNone/>
            </a:pPr>
            <a:endParaRPr/>
          </a:p>
          <a:p>
            <a:pPr marL="0" lvl="0" indent="-152400" algn="l" rtl="0">
              <a:lnSpc>
                <a:spcPct val="90000"/>
              </a:lnSpc>
              <a:spcBef>
                <a:spcPts val="1000"/>
              </a:spcBef>
              <a:spcAft>
                <a:spcPts val="0"/>
              </a:spcAft>
              <a:buClr>
                <a:srgbClr val="595959"/>
              </a:buClr>
              <a:buSzPts val="2400"/>
              <a:buFont typeface="Noto Sans Symbols"/>
              <a:buChar char="❖"/>
            </a:pPr>
            <a:r>
              <a:rPr lang="fr-FR"/>
              <a:t>Spelling</a:t>
            </a:r>
            <a:endParaRPr/>
          </a:p>
          <a:p>
            <a:pPr marL="0" lvl="0" indent="0" algn="l" rtl="0">
              <a:lnSpc>
                <a:spcPct val="90000"/>
              </a:lnSpc>
              <a:spcBef>
                <a:spcPts val="1000"/>
              </a:spcBef>
              <a:spcAft>
                <a:spcPts val="0"/>
              </a:spcAft>
              <a:buClr>
                <a:srgbClr val="595959"/>
              </a:buClr>
              <a:buSzPts val="2400"/>
              <a:buFont typeface="Noto Sans Symbols"/>
              <a:buNone/>
            </a:pPr>
            <a:endParaRPr/>
          </a:p>
          <a:p>
            <a:pPr marL="0" lvl="0" indent="0" algn="l" rtl="0">
              <a:lnSpc>
                <a:spcPct val="90000"/>
              </a:lnSpc>
              <a:spcBef>
                <a:spcPts val="1000"/>
              </a:spcBef>
              <a:spcAft>
                <a:spcPts val="0"/>
              </a:spcAft>
              <a:buClr>
                <a:srgbClr val="595959"/>
              </a:buClr>
              <a:buSzPts val="2400"/>
              <a:buFont typeface="Noto Sans Symbols"/>
              <a:buNone/>
            </a:pPr>
            <a:endParaRPr/>
          </a:p>
          <a:p>
            <a:pPr marL="0" lvl="0" indent="-152400" algn="l" rtl="0">
              <a:lnSpc>
                <a:spcPct val="90000"/>
              </a:lnSpc>
              <a:spcBef>
                <a:spcPts val="1000"/>
              </a:spcBef>
              <a:spcAft>
                <a:spcPts val="0"/>
              </a:spcAft>
              <a:buClr>
                <a:srgbClr val="595959"/>
              </a:buClr>
              <a:buSzPts val="2400"/>
              <a:buFont typeface="Noto Sans Symbols"/>
              <a:buChar char="❖"/>
            </a:pPr>
            <a:r>
              <a:rPr lang="fr-FR"/>
              <a:t>Pronunciation</a:t>
            </a:r>
            <a:endParaRPr/>
          </a:p>
          <a:p>
            <a:pPr marL="0" lvl="0" indent="0" algn="l" rtl="0">
              <a:lnSpc>
                <a:spcPct val="90000"/>
              </a:lnSpc>
              <a:spcBef>
                <a:spcPts val="1000"/>
              </a:spcBef>
              <a:spcAft>
                <a:spcPts val="0"/>
              </a:spcAft>
              <a:buClr>
                <a:srgbClr val="595959"/>
              </a:buClr>
              <a:buSzPts val="2400"/>
              <a:buFont typeface="Noto Sans Symbols"/>
              <a:buNone/>
            </a:pPr>
            <a:endParaRPr/>
          </a:p>
          <a:p>
            <a:pPr marL="0" lvl="0" indent="0" algn="l" rtl="0">
              <a:lnSpc>
                <a:spcPct val="90000"/>
              </a:lnSpc>
              <a:spcBef>
                <a:spcPts val="1000"/>
              </a:spcBef>
              <a:spcAft>
                <a:spcPts val="0"/>
              </a:spcAft>
              <a:buClr>
                <a:srgbClr val="595959"/>
              </a:buClr>
              <a:buSzPts val="2400"/>
              <a:buFont typeface="Noto Sans Symbols"/>
              <a:buNone/>
            </a:pPr>
            <a:endParaRPr/>
          </a:p>
          <a:p>
            <a:pPr marL="0" lvl="0" indent="-152400" algn="l" rtl="0">
              <a:lnSpc>
                <a:spcPct val="90000"/>
              </a:lnSpc>
              <a:spcBef>
                <a:spcPts val="1000"/>
              </a:spcBef>
              <a:spcAft>
                <a:spcPts val="0"/>
              </a:spcAft>
              <a:buClr>
                <a:srgbClr val="595959"/>
              </a:buClr>
              <a:buSzPts val="2400"/>
              <a:buFont typeface="Noto Sans Symbols"/>
              <a:buChar char="❖"/>
            </a:pPr>
            <a:r>
              <a:rPr lang="fr-FR"/>
              <a:t>Grammar</a:t>
            </a:r>
            <a:endParaRPr/>
          </a:p>
          <a:p>
            <a:pPr marL="0" lvl="0" indent="0" algn="l" rtl="0">
              <a:lnSpc>
                <a:spcPct val="90000"/>
              </a:lnSpc>
              <a:spcBef>
                <a:spcPts val="1000"/>
              </a:spcBef>
              <a:spcAft>
                <a:spcPts val="0"/>
              </a:spcAft>
              <a:buClr>
                <a:srgbClr val="595959"/>
              </a:buClr>
              <a:buSzPts val="2400"/>
              <a:buFont typeface="Noto Sans Symbols"/>
              <a:buNone/>
            </a:pPr>
            <a:endParaRPr/>
          </a:p>
          <a:p>
            <a:pPr marL="0" lvl="0" indent="0" algn="l" rtl="0">
              <a:lnSpc>
                <a:spcPct val="90000"/>
              </a:lnSpc>
              <a:spcBef>
                <a:spcPts val="1000"/>
              </a:spcBef>
              <a:spcAft>
                <a:spcPts val="0"/>
              </a:spcAft>
              <a:buClr>
                <a:srgbClr val="595959"/>
              </a:buClr>
              <a:buSzPts val="2400"/>
              <a:buFont typeface="Noto Sans Symbols"/>
              <a:buNone/>
            </a:pPr>
            <a:endParaRPr/>
          </a:p>
          <a:p>
            <a:pPr marL="0" lvl="0" indent="-152400" algn="l" rtl="0">
              <a:lnSpc>
                <a:spcPct val="90000"/>
              </a:lnSpc>
              <a:spcBef>
                <a:spcPts val="1000"/>
              </a:spcBef>
              <a:spcAft>
                <a:spcPts val="0"/>
              </a:spcAft>
              <a:buClr>
                <a:srgbClr val="595959"/>
              </a:buClr>
              <a:buSzPts val="2400"/>
              <a:buFont typeface="Noto Sans Symbols"/>
              <a:buChar char="❖"/>
            </a:pPr>
            <a:r>
              <a:rPr lang="fr-FR"/>
              <a:t>Vocabulary</a:t>
            </a:r>
            <a:endParaRPr/>
          </a:p>
        </p:txBody>
      </p:sp>
      <p:pic>
        <p:nvPicPr>
          <p:cNvPr id="720" name="Google Shape;720;p52" descr="C:\Users\Lenovo\OneDrive\Desktop\images.jpg"/>
          <p:cNvPicPr preferRelativeResize="0"/>
          <p:nvPr/>
        </p:nvPicPr>
        <p:blipFill rotWithShape="1">
          <a:blip r:embed="rId3">
            <a:alphaModFix/>
          </a:blip>
          <a:srcRect/>
          <a:stretch/>
        </p:blipFill>
        <p:spPr>
          <a:xfrm>
            <a:off x="2693558" y="1716506"/>
            <a:ext cx="3249423" cy="1283032"/>
          </a:xfrm>
          <a:prstGeom prst="rect">
            <a:avLst/>
          </a:prstGeom>
          <a:noFill/>
          <a:ln>
            <a:noFill/>
          </a:ln>
        </p:spPr>
      </p:pic>
      <p:pic>
        <p:nvPicPr>
          <p:cNvPr id="721" name="Google Shape;721;p52" descr="C:\Users\Lenovo\OneDrive\Desktop\images (1).jpg"/>
          <p:cNvPicPr preferRelativeResize="0"/>
          <p:nvPr/>
        </p:nvPicPr>
        <p:blipFill rotWithShape="1">
          <a:blip r:embed="rId4">
            <a:alphaModFix/>
          </a:blip>
          <a:srcRect/>
          <a:stretch/>
        </p:blipFill>
        <p:spPr>
          <a:xfrm>
            <a:off x="3087237" y="3559127"/>
            <a:ext cx="2855744" cy="1035085"/>
          </a:xfrm>
          <a:prstGeom prst="rect">
            <a:avLst/>
          </a:prstGeom>
          <a:noFill/>
          <a:ln>
            <a:noFill/>
          </a:ln>
        </p:spPr>
      </p:pic>
      <p:sp>
        <p:nvSpPr>
          <p:cNvPr id="722" name="Google Shape;722;p52"/>
          <p:cNvSpPr txBox="1"/>
          <p:nvPr/>
        </p:nvSpPr>
        <p:spPr>
          <a:xfrm>
            <a:off x="6710289" y="956354"/>
            <a:ext cx="5481711" cy="42473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700">
                <a:solidFill>
                  <a:schemeClr val="dk1"/>
                </a:solidFill>
                <a:latin typeface="Arial"/>
                <a:ea typeface="Arial"/>
                <a:cs typeface="Arial"/>
                <a:sym typeface="Arial"/>
              </a:rPr>
              <a:t>Along the word formation through colloquialism and slangs, English language </a:t>
            </a:r>
            <a:r>
              <a:rPr lang="fr-FR" sz="2700">
                <a:solidFill>
                  <a:srgbClr val="538CD5"/>
                </a:solidFill>
                <a:latin typeface="Arial"/>
                <a:ea typeface="Arial"/>
                <a:cs typeface="Arial"/>
                <a:sym typeface="Arial"/>
              </a:rPr>
              <a:t>had taken</a:t>
            </a:r>
            <a:r>
              <a:rPr lang="fr-FR" sz="2700">
                <a:solidFill>
                  <a:schemeClr val="dk1"/>
                </a:solidFill>
                <a:latin typeface="Arial"/>
                <a:ea typeface="Arial"/>
                <a:cs typeface="Arial"/>
                <a:sym typeface="Arial"/>
              </a:rPr>
              <a:t> over thousands of words from other languages and adopted them to its vocabulary range. </a:t>
            </a:r>
            <a:endParaRPr/>
          </a:p>
          <a:p>
            <a:pPr marL="0" marR="0" lvl="0" indent="0" algn="l" rtl="0">
              <a:spcBef>
                <a:spcPts val="0"/>
              </a:spcBef>
              <a:spcAft>
                <a:spcPts val="0"/>
              </a:spcAft>
              <a:buNone/>
            </a:pPr>
            <a:endParaRPr sz="2700">
              <a:solidFill>
                <a:schemeClr val="dk1"/>
              </a:solidFill>
              <a:latin typeface="Arial"/>
              <a:ea typeface="Arial"/>
              <a:cs typeface="Arial"/>
              <a:sym typeface="Arial"/>
            </a:endParaRPr>
          </a:p>
          <a:p>
            <a:pPr marL="0" marR="0" lvl="0" indent="0" algn="l" rtl="0">
              <a:spcBef>
                <a:spcPts val="0"/>
              </a:spcBef>
              <a:spcAft>
                <a:spcPts val="0"/>
              </a:spcAft>
              <a:buNone/>
            </a:pPr>
            <a:r>
              <a:rPr lang="fr-FR" sz="2700">
                <a:solidFill>
                  <a:schemeClr val="dk1"/>
                </a:solidFill>
                <a:latin typeface="Arial"/>
                <a:ea typeface="Arial"/>
                <a:cs typeface="Arial"/>
                <a:sym typeface="Arial"/>
              </a:rPr>
              <a:t>This process is called </a:t>
            </a:r>
            <a:r>
              <a:rPr lang="fr-FR" sz="2700">
                <a:solidFill>
                  <a:srgbClr val="C00000"/>
                </a:solidFill>
                <a:latin typeface="Arial"/>
                <a:ea typeface="Arial"/>
                <a:cs typeface="Arial"/>
                <a:sym typeface="Arial"/>
              </a:rPr>
              <a:t>Borrowing</a:t>
            </a:r>
            <a:r>
              <a:rPr lang="fr-FR" sz="2700">
                <a:solidFill>
                  <a:schemeClr val="dk1"/>
                </a:solidFill>
                <a:latin typeface="Arial"/>
                <a:ea typeface="Arial"/>
                <a:cs typeface="Arial"/>
                <a:sym typeface="Arial"/>
              </a:rPr>
              <a:t> and it definitely enriched the English language.</a:t>
            </a:r>
            <a:endParaRPr sz="2700">
              <a:solidFill>
                <a:schemeClr val="dk1"/>
              </a:solidFill>
              <a:latin typeface="Arial"/>
              <a:ea typeface="Arial"/>
              <a:cs typeface="Arial"/>
              <a:sym typeface="Arial"/>
            </a:endParaRPr>
          </a:p>
        </p:txBody>
      </p:sp>
      <p:pic>
        <p:nvPicPr>
          <p:cNvPr id="724" name="Google Shape;724;p52" descr="C:\Users\Lenovo\OneDrive\Desktop\téléchargement (6).jpg"/>
          <p:cNvPicPr preferRelativeResize="0"/>
          <p:nvPr/>
        </p:nvPicPr>
        <p:blipFill rotWithShape="1">
          <a:blip r:embed="rId5">
            <a:alphaModFix/>
          </a:blip>
          <a:srcRect/>
          <a:stretch/>
        </p:blipFill>
        <p:spPr>
          <a:xfrm>
            <a:off x="6668086" y="5345722"/>
            <a:ext cx="5026609" cy="151227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0"/>
                                        </p:tgtEl>
                                        <p:attrNameLst>
                                          <p:attrName>style.visibility</p:attrName>
                                        </p:attrNameLst>
                                      </p:cBhvr>
                                      <p:to>
                                        <p:strVal val="visible"/>
                                      </p:to>
                                    </p:set>
                                    <p:animEffect transition="in" filter="fade">
                                      <p:cBhvr>
                                        <p:cTn id="7" dur="500"/>
                                        <p:tgtEl>
                                          <p:spTgt spid="7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1"/>
                                        </p:tgtEl>
                                        <p:attrNameLst>
                                          <p:attrName>style.visibility</p:attrName>
                                        </p:attrNameLst>
                                      </p:cBhvr>
                                      <p:to>
                                        <p:strVal val="visible"/>
                                      </p:to>
                                    </p:set>
                                    <p:animEffect transition="in" filter="fade">
                                      <p:cBhvr>
                                        <p:cTn id="12" dur="500"/>
                                        <p:tgtEl>
                                          <p:spTgt spid="7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22">
                                            <p:txEl>
                                              <p:pRg st="0" end="0"/>
                                            </p:txEl>
                                          </p:spTgt>
                                        </p:tgtEl>
                                        <p:attrNameLst>
                                          <p:attrName>style.visibility</p:attrName>
                                        </p:attrNameLst>
                                      </p:cBhvr>
                                      <p:to>
                                        <p:strVal val="visible"/>
                                      </p:to>
                                    </p:set>
                                    <p:animEffect transition="in" filter="fade">
                                      <p:cBhvr>
                                        <p:cTn id="17" dur="500"/>
                                        <p:tgtEl>
                                          <p:spTgt spid="72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22">
                                            <p:txEl>
                                              <p:pRg st="1" end="1"/>
                                            </p:txEl>
                                          </p:spTgt>
                                        </p:tgtEl>
                                        <p:attrNameLst>
                                          <p:attrName>style.visibility</p:attrName>
                                        </p:attrNameLst>
                                      </p:cBhvr>
                                      <p:to>
                                        <p:strVal val="visible"/>
                                      </p:to>
                                    </p:set>
                                    <p:animEffect transition="in" filter="fade">
                                      <p:cBhvr>
                                        <p:cTn id="22" dur="500"/>
                                        <p:tgtEl>
                                          <p:spTgt spid="72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22">
                                            <p:txEl>
                                              <p:pRg st="2" end="2"/>
                                            </p:txEl>
                                          </p:spTgt>
                                        </p:tgtEl>
                                        <p:attrNameLst>
                                          <p:attrName>style.visibility</p:attrName>
                                        </p:attrNameLst>
                                      </p:cBhvr>
                                      <p:to>
                                        <p:strVal val="visible"/>
                                      </p:to>
                                    </p:set>
                                    <p:animEffect transition="in" filter="fade">
                                      <p:cBhvr>
                                        <p:cTn id="27" dur="500"/>
                                        <p:tgtEl>
                                          <p:spTgt spid="722">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24"/>
                                        </p:tgtEl>
                                        <p:attrNameLst>
                                          <p:attrName>style.visibility</p:attrName>
                                        </p:attrNameLst>
                                      </p:cBhvr>
                                      <p:to>
                                        <p:strVal val="visible"/>
                                      </p:to>
                                    </p:set>
                                    <p:animEffect transition="in" filter="fade">
                                      <p:cBhvr>
                                        <p:cTn id="32" dur="500"/>
                                        <p:tgtEl>
                                          <p:spTgt spid="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53"/>
          <p:cNvSpPr txBox="1">
            <a:spLocks noGrp="1"/>
          </p:cNvSpPr>
          <p:nvPr>
            <p:ph type="title"/>
          </p:nvPr>
        </p:nvSpPr>
        <p:spPr>
          <a:xfrm>
            <a:off x="483359" y="1839084"/>
            <a:ext cx="10953466"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Arial"/>
              <a:buNone/>
            </a:pPr>
            <a:r>
              <a:rPr lang="fr-FR"/>
              <a:t>English language </a:t>
            </a:r>
            <a:r>
              <a:rPr lang="fr-FR">
                <a:solidFill>
                  <a:schemeClr val="accent1"/>
                </a:solidFill>
              </a:rPr>
              <a:t>had taken over </a:t>
            </a:r>
            <a:r>
              <a:rPr lang="fr-FR"/>
              <a:t>thousands of words from other languages and </a:t>
            </a:r>
            <a:r>
              <a:rPr lang="fr-FR">
                <a:solidFill>
                  <a:schemeClr val="accent1"/>
                </a:solidFill>
              </a:rPr>
              <a:t>adopted</a:t>
            </a:r>
            <a:r>
              <a:rPr lang="fr-FR"/>
              <a:t> them to enrich its vocabulary range.</a:t>
            </a:r>
            <a:endParaRPr/>
          </a:p>
        </p:txBody>
      </p:sp>
      <p:sp>
        <p:nvSpPr>
          <p:cNvPr id="730" name="Google Shape;730;p5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52</a:t>
            </a:fld>
            <a:endParaRPr/>
          </a:p>
        </p:txBody>
      </p:sp>
      <p:sp>
        <p:nvSpPr>
          <p:cNvPr id="731" name="Google Shape;731;p53"/>
          <p:cNvSpPr txBox="1"/>
          <p:nvPr/>
        </p:nvSpPr>
        <p:spPr>
          <a:xfrm>
            <a:off x="510653" y="5046309"/>
            <a:ext cx="10953466" cy="1325563"/>
          </a:xfrm>
          <a:prstGeom prst="rect">
            <a:avLst/>
          </a:prstGeom>
          <a:noFill/>
          <a:ln>
            <a:noFill/>
          </a:ln>
        </p:spPr>
        <p:txBody>
          <a:bodyPr spcFirstLastPara="1" wrap="square" lIns="91425" tIns="45700" rIns="91425" bIns="45700" anchor="ctr" anchorCtr="0">
            <a:normAutofit fontScale="97500"/>
          </a:bodyPr>
          <a:lstStyle/>
          <a:p>
            <a:pPr marL="0" marR="0" lvl="0" indent="0" algn="l" rtl="0">
              <a:lnSpc>
                <a:spcPct val="90000"/>
              </a:lnSpc>
              <a:spcBef>
                <a:spcPts val="0"/>
              </a:spcBef>
              <a:spcAft>
                <a:spcPts val="0"/>
              </a:spcAft>
              <a:buClr>
                <a:srgbClr val="023F61"/>
              </a:buClr>
              <a:buSzPct val="100000"/>
              <a:buFont typeface="Arial"/>
              <a:buNone/>
            </a:pPr>
            <a:r>
              <a:rPr lang="fr-FR" sz="4000" b="0" i="0" u="none" strike="noStrike" cap="none">
                <a:solidFill>
                  <a:srgbClr val="023F61"/>
                </a:solidFill>
                <a:latin typeface="Arial"/>
                <a:ea typeface="Arial"/>
                <a:cs typeface="Arial"/>
                <a:sym typeface="Arial"/>
              </a:rPr>
              <a:t>Which action happened first? </a:t>
            </a:r>
            <a:endParaRPr sz="4000" b="0" i="0" u="none" strike="noStrike" cap="none">
              <a:solidFill>
                <a:srgbClr val="023F61"/>
              </a:solidFill>
              <a:latin typeface="Arial"/>
              <a:ea typeface="Arial"/>
              <a:cs typeface="Arial"/>
              <a:sym typeface="Arial"/>
            </a:endParaRPr>
          </a:p>
        </p:txBody>
      </p:sp>
      <p:sp>
        <p:nvSpPr>
          <p:cNvPr id="732" name="Google Shape;732;p53"/>
          <p:cNvSpPr/>
          <p:nvPr/>
        </p:nvSpPr>
        <p:spPr>
          <a:xfrm>
            <a:off x="5145206" y="518616"/>
            <a:ext cx="1978925" cy="1146412"/>
          </a:xfrm>
          <a:prstGeom prst="downArrowCallout">
            <a:avLst>
              <a:gd name="adj1" fmla="val 25000"/>
              <a:gd name="adj2" fmla="val 25000"/>
              <a:gd name="adj3" fmla="val 25000"/>
              <a:gd name="adj4" fmla="val 64977"/>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a:solidFill>
                  <a:schemeClr val="lt1"/>
                </a:solidFill>
                <a:latin typeface="Arial"/>
                <a:ea typeface="Arial"/>
                <a:cs typeface="Arial"/>
                <a:sym typeface="Arial"/>
              </a:rPr>
              <a:t>Past Perfect</a:t>
            </a:r>
            <a:endParaRPr sz="1800">
              <a:solidFill>
                <a:schemeClr val="lt1"/>
              </a:solidFill>
              <a:latin typeface="Arial"/>
              <a:ea typeface="Arial"/>
              <a:cs typeface="Arial"/>
              <a:sym typeface="Arial"/>
            </a:endParaRPr>
          </a:p>
        </p:txBody>
      </p:sp>
      <p:sp>
        <p:nvSpPr>
          <p:cNvPr id="733" name="Google Shape;733;p53"/>
          <p:cNvSpPr/>
          <p:nvPr/>
        </p:nvSpPr>
        <p:spPr>
          <a:xfrm>
            <a:off x="8352430" y="2797791"/>
            <a:ext cx="1555845" cy="928048"/>
          </a:xfrm>
          <a:prstGeom prst="upArrowCallout">
            <a:avLst>
              <a:gd name="adj1" fmla="val 25000"/>
              <a:gd name="adj2" fmla="val 25000"/>
              <a:gd name="adj3" fmla="val 25000"/>
              <a:gd name="adj4" fmla="val 64977"/>
            </a:avLst>
          </a:prstGeom>
          <a:solidFill>
            <a:schemeClr val="accent1"/>
          </a:solidFill>
          <a:ln w="12700" cap="flat" cmpd="sng">
            <a:solidFill>
              <a:srgbClr val="045D8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800">
                <a:solidFill>
                  <a:schemeClr val="lt1"/>
                </a:solidFill>
                <a:latin typeface="Arial"/>
                <a:ea typeface="Arial"/>
                <a:cs typeface="Arial"/>
                <a:sym typeface="Arial"/>
              </a:rPr>
              <a:t>Past Simpe</a:t>
            </a:r>
            <a:endParaRPr sz="1800">
              <a:solidFill>
                <a:schemeClr val="lt1"/>
              </a:solidFill>
              <a:latin typeface="Arial"/>
              <a:ea typeface="Arial"/>
              <a:cs typeface="Arial"/>
              <a:sym typeface="Arial"/>
            </a:endParaRPr>
          </a:p>
        </p:txBody>
      </p:sp>
      <p:sp>
        <p:nvSpPr>
          <p:cNvPr id="734" name="Google Shape;734;p53"/>
          <p:cNvSpPr txBox="1"/>
          <p:nvPr/>
        </p:nvSpPr>
        <p:spPr>
          <a:xfrm>
            <a:off x="333233" y="3667884"/>
            <a:ext cx="10953466" cy="1325563"/>
          </a:xfrm>
          <a:prstGeom prst="rect">
            <a:avLst/>
          </a:prstGeom>
          <a:noFill/>
          <a:ln>
            <a:noFill/>
          </a:ln>
        </p:spPr>
        <p:txBody>
          <a:bodyPr spcFirstLastPara="1" wrap="square" lIns="91425" tIns="45700" rIns="91425" bIns="45700" anchor="ctr" anchorCtr="0">
            <a:normAutofit fontScale="97500"/>
          </a:bodyPr>
          <a:lstStyle/>
          <a:p>
            <a:pPr marL="0" marR="0" lvl="0" indent="0" algn="l" rtl="0">
              <a:lnSpc>
                <a:spcPct val="90000"/>
              </a:lnSpc>
              <a:spcBef>
                <a:spcPts val="0"/>
              </a:spcBef>
              <a:spcAft>
                <a:spcPts val="0"/>
              </a:spcAft>
              <a:buClr>
                <a:srgbClr val="C00000"/>
              </a:buClr>
              <a:buSzPct val="100000"/>
              <a:buFont typeface="Arial"/>
              <a:buNone/>
            </a:pPr>
            <a:r>
              <a:rPr lang="fr-FR" sz="4000" b="0" i="0" u="none" strike="noStrike" cap="none">
                <a:solidFill>
                  <a:srgbClr val="C00000"/>
                </a:solidFill>
                <a:latin typeface="Arial"/>
                <a:ea typeface="Arial"/>
                <a:cs typeface="Arial"/>
                <a:sym typeface="Arial"/>
              </a:rPr>
              <a:t>What are the verb tenses used in this sentence?</a:t>
            </a:r>
            <a:endParaRPr sz="4000" b="0" i="0" u="none" strike="noStrike" cap="none">
              <a:solidFill>
                <a:srgbClr val="C00000"/>
              </a:solidFill>
              <a:latin typeface="Arial"/>
              <a:ea typeface="Arial"/>
              <a:cs typeface="Arial"/>
              <a:sym typeface="Arial"/>
            </a:endParaRPr>
          </a:p>
        </p:txBody>
      </p:sp>
      <p:sp>
        <p:nvSpPr>
          <p:cNvPr id="735" name="Google Shape;735;p53"/>
          <p:cNvSpPr/>
          <p:nvPr/>
        </p:nvSpPr>
        <p:spPr>
          <a:xfrm>
            <a:off x="7383440" y="4954138"/>
            <a:ext cx="3220871" cy="1392071"/>
          </a:xfrm>
          <a:prstGeom prst="flowChartMagneticTape">
            <a:avLst/>
          </a:prstGeom>
          <a:gradFill>
            <a:gsLst>
              <a:gs pos="0">
                <a:srgbClr val="FF9C9A"/>
              </a:gs>
              <a:gs pos="50000">
                <a:srgbClr val="F78F8D"/>
              </a:gs>
              <a:gs pos="100000">
                <a:srgbClr val="FC7A78"/>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dk1"/>
                </a:solidFill>
                <a:latin typeface="Arial"/>
                <a:ea typeface="Arial"/>
                <a:cs typeface="Arial"/>
                <a:sym typeface="Arial"/>
              </a:rPr>
              <a:t>Had taken over</a:t>
            </a:r>
            <a:endParaRPr sz="2000" b="1">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9"/>
                                        </p:tgtEl>
                                        <p:attrNameLst>
                                          <p:attrName>style.visibility</p:attrName>
                                        </p:attrNameLst>
                                      </p:cBhvr>
                                      <p:to>
                                        <p:strVal val="visible"/>
                                      </p:to>
                                    </p:set>
                                    <p:animEffect transition="in" filter="fade">
                                      <p:cBhvr>
                                        <p:cTn id="7" dur="2000"/>
                                        <p:tgtEl>
                                          <p:spTgt spid="72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34"/>
                                        </p:tgtEl>
                                        <p:attrNameLst>
                                          <p:attrName>style.visibility</p:attrName>
                                        </p:attrNameLst>
                                      </p:cBhvr>
                                      <p:to>
                                        <p:strVal val="visible"/>
                                      </p:to>
                                    </p:set>
                                    <p:anim calcmode="lin" valueType="num">
                                      <p:cBhvr additive="base">
                                        <p:cTn id="12" dur="500"/>
                                        <p:tgtEl>
                                          <p:spTgt spid="73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32"/>
                                        </p:tgtEl>
                                        <p:attrNameLst>
                                          <p:attrName>style.visibility</p:attrName>
                                        </p:attrNameLst>
                                      </p:cBhvr>
                                      <p:to>
                                        <p:strVal val="visible"/>
                                      </p:to>
                                    </p:set>
                                    <p:animEffect transition="in" filter="fade">
                                      <p:cBhvr>
                                        <p:cTn id="17" dur="500"/>
                                        <p:tgtEl>
                                          <p:spTgt spid="73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33"/>
                                        </p:tgtEl>
                                        <p:attrNameLst>
                                          <p:attrName>style.visibility</p:attrName>
                                        </p:attrNameLst>
                                      </p:cBhvr>
                                      <p:to>
                                        <p:strVal val="visible"/>
                                      </p:to>
                                    </p:set>
                                    <p:animEffect transition="in" filter="fade">
                                      <p:cBhvr>
                                        <p:cTn id="22" dur="500"/>
                                        <p:tgtEl>
                                          <p:spTgt spid="73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31"/>
                                        </p:tgtEl>
                                        <p:attrNameLst>
                                          <p:attrName>style.visibility</p:attrName>
                                        </p:attrNameLst>
                                      </p:cBhvr>
                                      <p:to>
                                        <p:strVal val="visible"/>
                                      </p:to>
                                    </p:set>
                                    <p:animEffect transition="in" filter="fade">
                                      <p:cBhvr>
                                        <p:cTn id="27" dur="2000"/>
                                        <p:tgtEl>
                                          <p:spTgt spid="731"/>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nodeType="clickEffect">
                                  <p:stCondLst>
                                    <p:cond delay="0"/>
                                  </p:stCondLst>
                                  <p:childTnLst>
                                    <p:set>
                                      <p:cBhvr>
                                        <p:cTn id="31" dur="1" fill="hold">
                                          <p:stCondLst>
                                            <p:cond delay="0"/>
                                          </p:stCondLst>
                                        </p:cTn>
                                        <p:tgtEl>
                                          <p:spTgt spid="735"/>
                                        </p:tgtEl>
                                        <p:attrNameLst>
                                          <p:attrName>style.visibility</p:attrName>
                                        </p:attrNameLst>
                                      </p:cBhvr>
                                      <p:to>
                                        <p:strVal val="visible"/>
                                      </p:to>
                                    </p:set>
                                    <p:anim calcmode="lin" valueType="num">
                                      <p:cBhvr additive="base">
                                        <p:cTn id="32" dur="500"/>
                                        <p:tgtEl>
                                          <p:spTgt spid="735"/>
                                        </p:tgtEl>
                                        <p:attrNameLst>
                                          <p:attrName>ppt_w</p:attrName>
                                        </p:attrNameLst>
                                      </p:cBhvr>
                                      <p:tavLst>
                                        <p:tav tm="0">
                                          <p:val>
                                            <p:strVal val="0"/>
                                          </p:val>
                                        </p:tav>
                                        <p:tav tm="100000">
                                          <p:val>
                                            <p:strVal val="#ppt_w"/>
                                          </p:val>
                                        </p:tav>
                                      </p:tavLst>
                                    </p:anim>
                                    <p:anim calcmode="lin" valueType="num">
                                      <p:cBhvr additive="base">
                                        <p:cTn id="33" dur="500"/>
                                        <p:tgtEl>
                                          <p:spTgt spid="73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p5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fr-FR"/>
              <a:t>53</a:t>
            </a:fld>
            <a:endParaRPr/>
          </a:p>
        </p:txBody>
      </p:sp>
      <p:pic>
        <p:nvPicPr>
          <p:cNvPr id="741" name="Google Shape;741;p54" descr="C:\Users\Lenovo\OneDrive\Desktop\maxresdefault.jpg"/>
          <p:cNvPicPr preferRelativeResize="0">
            <a:picLocks noGrp="1"/>
          </p:cNvPicPr>
          <p:nvPr>
            <p:ph type="body" idx="1"/>
          </p:nvPr>
        </p:nvPicPr>
        <p:blipFill rotWithShape="1">
          <a:blip r:embed="rId3">
            <a:alphaModFix/>
          </a:blip>
          <a:srcRect/>
          <a:stretch/>
        </p:blipFill>
        <p:spPr>
          <a:xfrm>
            <a:off x="1064525" y="578336"/>
            <a:ext cx="10235821" cy="575764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745"/>
        <p:cNvGrpSpPr/>
        <p:nvPr/>
      </p:nvGrpSpPr>
      <p:grpSpPr>
        <a:xfrm>
          <a:off x="0" y="0"/>
          <a:ext cx="0" cy="0"/>
          <a:chOff x="0" y="0"/>
          <a:chExt cx="0" cy="0"/>
        </a:xfrm>
      </p:grpSpPr>
      <p:sp>
        <p:nvSpPr>
          <p:cNvPr id="746" name="Google Shape;746;p55"/>
          <p:cNvSpPr/>
          <p:nvPr/>
        </p:nvSpPr>
        <p:spPr>
          <a:xfrm>
            <a:off x="7089104" y="0"/>
            <a:ext cx="52" cy="260"/>
          </a:xfrm>
          <a:custGeom>
            <a:avLst/>
            <a:gdLst/>
            <a:ahLst/>
            <a:cxnLst/>
            <a:rect l="l" t="t" r="r" b="b"/>
            <a:pathLst>
              <a:path w="1" h="5" extrusionOk="0">
                <a:moveTo>
                  <a:pt x="1" y="0"/>
                </a:moveTo>
                <a:lnTo>
                  <a:pt x="1" y="4"/>
                </a:lnTo>
                <a:lnTo>
                  <a:pt x="1" y="4"/>
                </a:lnTo>
                <a:close/>
              </a:path>
            </a:pathLst>
          </a:custGeom>
          <a:solidFill>
            <a:srgbClr val="9FA3BB"/>
          </a:solidFill>
          <a:ln>
            <a:noFill/>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7" name="Google Shape;747;p55"/>
          <p:cNvSpPr/>
          <p:nvPr/>
        </p:nvSpPr>
        <p:spPr>
          <a:xfrm>
            <a:off x="781379" y="3334570"/>
            <a:ext cx="3418400" cy="2310400"/>
          </a:xfrm>
          <a:prstGeom prst="roundRect">
            <a:avLst>
              <a:gd name="adj" fmla="val 16667"/>
            </a:avLst>
          </a:prstGeom>
          <a:noFill/>
          <a:ln w="28575" cap="flat" cmpd="sng">
            <a:solidFill>
              <a:schemeClr val="hlink"/>
            </a:solidFill>
            <a:prstDash val="solid"/>
            <a:round/>
            <a:headEnd type="none" w="sm" len="sm"/>
            <a:tailEnd type="none" w="sm" len="sm"/>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8" name="Google Shape;748;p55"/>
          <p:cNvSpPr/>
          <p:nvPr/>
        </p:nvSpPr>
        <p:spPr>
          <a:xfrm>
            <a:off x="7911112" y="3334570"/>
            <a:ext cx="3418400" cy="2310400"/>
          </a:xfrm>
          <a:prstGeom prst="roundRect">
            <a:avLst>
              <a:gd name="adj" fmla="val 16667"/>
            </a:avLst>
          </a:prstGeom>
          <a:noFill/>
          <a:ln w="28575" cap="flat" cmpd="sng">
            <a:solidFill>
              <a:schemeClr val="hlink"/>
            </a:solidFill>
            <a:prstDash val="solid"/>
            <a:round/>
            <a:headEnd type="none" w="sm" len="sm"/>
            <a:tailEnd type="none" w="sm" len="sm"/>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9" name="Google Shape;749;p55"/>
          <p:cNvSpPr/>
          <p:nvPr/>
        </p:nvSpPr>
        <p:spPr>
          <a:xfrm>
            <a:off x="8065912" y="3464570"/>
            <a:ext cx="3108800" cy="2050400"/>
          </a:xfrm>
          <a:prstGeom prst="roundRect">
            <a:avLst>
              <a:gd name="adj" fmla="val 16667"/>
            </a:avLst>
          </a:prstGeom>
          <a:solidFill>
            <a:schemeClr val="hlink"/>
          </a:solidFill>
          <a:ln>
            <a:noFill/>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0" name="Google Shape;750;p55"/>
          <p:cNvSpPr/>
          <p:nvPr/>
        </p:nvSpPr>
        <p:spPr>
          <a:xfrm>
            <a:off x="936179" y="3464570"/>
            <a:ext cx="3108800" cy="2050400"/>
          </a:xfrm>
          <a:prstGeom prst="roundRect">
            <a:avLst>
              <a:gd name="adj" fmla="val 16667"/>
            </a:avLst>
          </a:prstGeom>
          <a:solidFill>
            <a:schemeClr val="hlink"/>
          </a:solidFill>
          <a:ln>
            <a:noFill/>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751" name="Google Shape;751;p55"/>
          <p:cNvGrpSpPr/>
          <p:nvPr/>
        </p:nvGrpSpPr>
        <p:grpSpPr>
          <a:xfrm flipH="1">
            <a:off x="9993835" y="768148"/>
            <a:ext cx="2198165" cy="1071760"/>
            <a:chOff x="0" y="815299"/>
            <a:chExt cx="1648624" cy="803820"/>
          </a:xfrm>
        </p:grpSpPr>
        <p:sp>
          <p:nvSpPr>
            <p:cNvPr id="752" name="Google Shape;752;p55"/>
            <p:cNvSpPr/>
            <p:nvPr/>
          </p:nvSpPr>
          <p:spPr>
            <a:xfrm>
              <a:off x="0" y="815299"/>
              <a:ext cx="1648624" cy="803820"/>
            </a:xfrm>
            <a:custGeom>
              <a:avLst/>
              <a:gdLst/>
              <a:ahLst/>
              <a:cxnLst/>
              <a:rect l="l" t="t" r="r" b="b"/>
              <a:pathLst>
                <a:path w="38657" h="18848" extrusionOk="0">
                  <a:moveTo>
                    <a:pt x="35352" y="196"/>
                  </a:moveTo>
                  <a:cubicBezTo>
                    <a:pt x="36332" y="196"/>
                    <a:pt x="37312" y="222"/>
                    <a:pt x="38290" y="270"/>
                  </a:cubicBezTo>
                  <a:lnTo>
                    <a:pt x="38290" y="270"/>
                  </a:lnTo>
                  <a:cubicBezTo>
                    <a:pt x="36921" y="3542"/>
                    <a:pt x="34704" y="6500"/>
                    <a:pt x="32104" y="9047"/>
                  </a:cubicBezTo>
                  <a:cubicBezTo>
                    <a:pt x="29443" y="11632"/>
                    <a:pt x="26249" y="13731"/>
                    <a:pt x="22771" y="15279"/>
                  </a:cubicBezTo>
                  <a:cubicBezTo>
                    <a:pt x="19272" y="16792"/>
                    <a:pt x="15508" y="17785"/>
                    <a:pt x="11661" y="18246"/>
                  </a:cubicBezTo>
                  <a:cubicBezTo>
                    <a:pt x="9543" y="18510"/>
                    <a:pt x="7395" y="18623"/>
                    <a:pt x="5249" y="18623"/>
                  </a:cubicBezTo>
                  <a:cubicBezTo>
                    <a:pt x="3506" y="18623"/>
                    <a:pt x="1765" y="18548"/>
                    <a:pt x="44" y="18420"/>
                  </a:cubicBezTo>
                  <a:cubicBezTo>
                    <a:pt x="860" y="16867"/>
                    <a:pt x="1936" y="15377"/>
                    <a:pt x="3079" y="13985"/>
                  </a:cubicBezTo>
                  <a:cubicBezTo>
                    <a:pt x="4235" y="12593"/>
                    <a:pt x="5519" y="11291"/>
                    <a:pt x="6897" y="10084"/>
                  </a:cubicBezTo>
                  <a:cubicBezTo>
                    <a:pt x="9649" y="7665"/>
                    <a:pt x="12825" y="5674"/>
                    <a:pt x="16234" y="4118"/>
                  </a:cubicBezTo>
                  <a:cubicBezTo>
                    <a:pt x="19645" y="2582"/>
                    <a:pt x="23297" y="1447"/>
                    <a:pt x="27061" y="855"/>
                  </a:cubicBezTo>
                  <a:cubicBezTo>
                    <a:pt x="29794" y="399"/>
                    <a:pt x="32573" y="196"/>
                    <a:pt x="35352" y="196"/>
                  </a:cubicBezTo>
                  <a:close/>
                  <a:moveTo>
                    <a:pt x="36335" y="1"/>
                  </a:moveTo>
                  <a:cubicBezTo>
                    <a:pt x="33218" y="1"/>
                    <a:pt x="30105" y="227"/>
                    <a:pt x="27032" y="696"/>
                  </a:cubicBezTo>
                  <a:cubicBezTo>
                    <a:pt x="23253" y="1268"/>
                    <a:pt x="19533" y="2269"/>
                    <a:pt x="16052" y="3778"/>
                  </a:cubicBezTo>
                  <a:cubicBezTo>
                    <a:pt x="12579" y="5305"/>
                    <a:pt x="9388" y="7364"/>
                    <a:pt x="6632" y="9833"/>
                  </a:cubicBezTo>
                  <a:cubicBezTo>
                    <a:pt x="3906" y="12325"/>
                    <a:pt x="1538" y="15163"/>
                    <a:pt x="0" y="18441"/>
                  </a:cubicBezTo>
                  <a:cubicBezTo>
                    <a:pt x="2153" y="18711"/>
                    <a:pt x="4307" y="18848"/>
                    <a:pt x="6461" y="18848"/>
                  </a:cubicBezTo>
                  <a:cubicBezTo>
                    <a:pt x="8210" y="18848"/>
                    <a:pt x="9959" y="18758"/>
                    <a:pt x="11705" y="18575"/>
                  </a:cubicBezTo>
                  <a:cubicBezTo>
                    <a:pt x="13656" y="18398"/>
                    <a:pt x="15577" y="18025"/>
                    <a:pt x="17478" y="17582"/>
                  </a:cubicBezTo>
                  <a:cubicBezTo>
                    <a:pt x="19370" y="17107"/>
                    <a:pt x="21208" y="16462"/>
                    <a:pt x="22992" y="15704"/>
                  </a:cubicBezTo>
                  <a:cubicBezTo>
                    <a:pt x="26542" y="14156"/>
                    <a:pt x="29770" y="11984"/>
                    <a:pt x="32442" y="9336"/>
                  </a:cubicBezTo>
                  <a:cubicBezTo>
                    <a:pt x="33783" y="8017"/>
                    <a:pt x="34976" y="6573"/>
                    <a:pt x="36020" y="5047"/>
                  </a:cubicBezTo>
                  <a:cubicBezTo>
                    <a:pt x="37046" y="3514"/>
                    <a:pt x="37964" y="1911"/>
                    <a:pt x="38602" y="192"/>
                  </a:cubicBezTo>
                  <a:lnTo>
                    <a:pt x="38656" y="43"/>
                  </a:lnTo>
                  <a:lnTo>
                    <a:pt x="38482" y="36"/>
                  </a:lnTo>
                  <a:cubicBezTo>
                    <a:pt x="37767" y="13"/>
                    <a:pt x="37051" y="1"/>
                    <a:pt x="36335" y="1"/>
                  </a:cubicBezTo>
                  <a:close/>
                </a:path>
              </a:pathLst>
            </a:custGeom>
            <a:solidFill>
              <a:schemeClr val="hlink"/>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rgbClr val="023F61"/>
                </a:solidFill>
                <a:latin typeface="Arial"/>
                <a:ea typeface="Arial"/>
                <a:cs typeface="Arial"/>
                <a:sym typeface="Arial"/>
              </a:endParaRPr>
            </a:p>
          </p:txBody>
        </p:sp>
        <p:sp>
          <p:nvSpPr>
            <p:cNvPr id="753" name="Google Shape;753;p55"/>
            <p:cNvSpPr/>
            <p:nvPr/>
          </p:nvSpPr>
          <p:spPr>
            <a:xfrm>
              <a:off x="896" y="821909"/>
              <a:ext cx="1640010" cy="779426"/>
            </a:xfrm>
            <a:custGeom>
              <a:avLst/>
              <a:gdLst/>
              <a:ahLst/>
              <a:cxnLst/>
              <a:rect l="l" t="t" r="r" b="b"/>
              <a:pathLst>
                <a:path w="38455" h="18276" extrusionOk="0">
                  <a:moveTo>
                    <a:pt x="38454" y="0"/>
                  </a:moveTo>
                  <a:cubicBezTo>
                    <a:pt x="34984" y="947"/>
                    <a:pt x="31598" y="2144"/>
                    <a:pt x="28269" y="3456"/>
                  </a:cubicBezTo>
                  <a:cubicBezTo>
                    <a:pt x="24954" y="4801"/>
                    <a:pt x="21706" y="6281"/>
                    <a:pt x="18497" y="7822"/>
                  </a:cubicBezTo>
                  <a:cubicBezTo>
                    <a:pt x="15317" y="9414"/>
                    <a:pt x="12162" y="11052"/>
                    <a:pt x="9077" y="12793"/>
                  </a:cubicBezTo>
                  <a:cubicBezTo>
                    <a:pt x="5991" y="14537"/>
                    <a:pt x="2946" y="16339"/>
                    <a:pt x="1" y="18275"/>
                  </a:cubicBezTo>
                  <a:cubicBezTo>
                    <a:pt x="1532" y="17387"/>
                    <a:pt x="3061" y="16503"/>
                    <a:pt x="4613" y="15651"/>
                  </a:cubicBezTo>
                  <a:cubicBezTo>
                    <a:pt x="6154" y="14780"/>
                    <a:pt x="7710" y="13928"/>
                    <a:pt x="9273" y="13094"/>
                  </a:cubicBezTo>
                  <a:cubicBezTo>
                    <a:pt x="12395" y="11419"/>
                    <a:pt x="15534" y="9780"/>
                    <a:pt x="18729" y="8224"/>
                  </a:cubicBezTo>
                  <a:cubicBezTo>
                    <a:pt x="21913" y="6654"/>
                    <a:pt x="25155" y="5186"/>
                    <a:pt x="28425" y="3775"/>
                  </a:cubicBezTo>
                  <a:cubicBezTo>
                    <a:pt x="30078" y="3108"/>
                    <a:pt x="31713" y="2401"/>
                    <a:pt x="33396" y="1799"/>
                  </a:cubicBezTo>
                  <a:cubicBezTo>
                    <a:pt x="35053" y="1132"/>
                    <a:pt x="36764" y="596"/>
                    <a:pt x="38454" y="0"/>
                  </a:cubicBezTo>
                  <a:close/>
                </a:path>
              </a:pathLst>
            </a:custGeom>
            <a:solidFill>
              <a:schemeClr val="hlink"/>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rgbClr val="023F61"/>
                </a:solidFill>
                <a:latin typeface="Arial"/>
                <a:ea typeface="Arial"/>
                <a:cs typeface="Arial"/>
                <a:sym typeface="Arial"/>
              </a:endParaRPr>
            </a:p>
          </p:txBody>
        </p:sp>
        <p:sp>
          <p:nvSpPr>
            <p:cNvPr id="754" name="Google Shape;754;p55"/>
            <p:cNvSpPr/>
            <p:nvPr/>
          </p:nvSpPr>
          <p:spPr>
            <a:xfrm>
              <a:off x="327194" y="1201859"/>
              <a:ext cx="27764" cy="195837"/>
            </a:xfrm>
            <a:custGeom>
              <a:avLst/>
              <a:gdLst/>
              <a:ahLst/>
              <a:cxnLst/>
              <a:rect l="l" t="t" r="r" b="b"/>
              <a:pathLst>
                <a:path w="651" h="4592" extrusionOk="0">
                  <a:moveTo>
                    <a:pt x="247" y="1"/>
                  </a:moveTo>
                  <a:lnTo>
                    <a:pt x="1" y="19"/>
                  </a:lnTo>
                  <a:lnTo>
                    <a:pt x="404" y="4591"/>
                  </a:lnTo>
                  <a:lnTo>
                    <a:pt x="650" y="4573"/>
                  </a:lnTo>
                  <a:lnTo>
                    <a:pt x="247" y="1"/>
                  </a:lnTo>
                  <a:close/>
                </a:path>
              </a:pathLst>
            </a:custGeom>
            <a:solidFill>
              <a:schemeClr val="hlink"/>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rgbClr val="023F61"/>
                </a:solidFill>
                <a:latin typeface="Arial"/>
                <a:ea typeface="Arial"/>
                <a:cs typeface="Arial"/>
                <a:sym typeface="Arial"/>
              </a:endParaRPr>
            </a:p>
          </p:txBody>
        </p:sp>
        <p:sp>
          <p:nvSpPr>
            <p:cNvPr id="755" name="Google Shape;755;p55"/>
            <p:cNvSpPr/>
            <p:nvPr/>
          </p:nvSpPr>
          <p:spPr>
            <a:xfrm>
              <a:off x="494843" y="1312573"/>
              <a:ext cx="532454" cy="145087"/>
            </a:xfrm>
            <a:custGeom>
              <a:avLst/>
              <a:gdLst/>
              <a:ahLst/>
              <a:cxnLst/>
              <a:rect l="l" t="t" r="r" b="b"/>
              <a:pathLst>
                <a:path w="12485" h="3402" extrusionOk="0">
                  <a:moveTo>
                    <a:pt x="66" y="1"/>
                  </a:moveTo>
                  <a:lnTo>
                    <a:pt x="1" y="218"/>
                  </a:lnTo>
                  <a:lnTo>
                    <a:pt x="12420" y="3402"/>
                  </a:lnTo>
                  <a:lnTo>
                    <a:pt x="12485" y="3180"/>
                  </a:lnTo>
                  <a:lnTo>
                    <a:pt x="66" y="1"/>
                  </a:lnTo>
                  <a:close/>
                </a:path>
              </a:pathLst>
            </a:custGeom>
            <a:solidFill>
              <a:schemeClr val="hlink"/>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rgbClr val="023F61"/>
                </a:solidFill>
                <a:latin typeface="Arial"/>
                <a:ea typeface="Arial"/>
                <a:cs typeface="Arial"/>
                <a:sym typeface="Arial"/>
              </a:endParaRPr>
            </a:p>
          </p:txBody>
        </p:sp>
        <p:sp>
          <p:nvSpPr>
            <p:cNvPr id="756" name="Google Shape;756;p55"/>
            <p:cNvSpPr/>
            <p:nvPr/>
          </p:nvSpPr>
          <p:spPr>
            <a:xfrm>
              <a:off x="675926" y="1212222"/>
              <a:ext cx="538041" cy="135960"/>
            </a:xfrm>
            <a:custGeom>
              <a:avLst/>
              <a:gdLst/>
              <a:ahLst/>
              <a:cxnLst/>
              <a:rect l="l" t="t" r="r" b="b"/>
              <a:pathLst>
                <a:path w="12616" h="3188" extrusionOk="0">
                  <a:moveTo>
                    <a:pt x="62" y="1"/>
                  </a:moveTo>
                  <a:lnTo>
                    <a:pt x="0" y="222"/>
                  </a:lnTo>
                  <a:lnTo>
                    <a:pt x="12553" y="3187"/>
                  </a:lnTo>
                  <a:lnTo>
                    <a:pt x="12615" y="2966"/>
                  </a:lnTo>
                  <a:lnTo>
                    <a:pt x="62" y="1"/>
                  </a:lnTo>
                  <a:close/>
                </a:path>
              </a:pathLst>
            </a:custGeom>
            <a:solidFill>
              <a:schemeClr val="hlink"/>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rgbClr val="023F61"/>
                </a:solidFill>
                <a:latin typeface="Arial"/>
                <a:ea typeface="Arial"/>
                <a:cs typeface="Arial"/>
                <a:sym typeface="Arial"/>
              </a:endParaRPr>
            </a:p>
          </p:txBody>
        </p:sp>
        <p:sp>
          <p:nvSpPr>
            <p:cNvPr id="757" name="Google Shape;757;p55"/>
            <p:cNvSpPr/>
            <p:nvPr/>
          </p:nvSpPr>
          <p:spPr>
            <a:xfrm>
              <a:off x="915308" y="879271"/>
              <a:ext cx="79964" cy="225989"/>
            </a:xfrm>
            <a:custGeom>
              <a:avLst/>
              <a:gdLst/>
              <a:ahLst/>
              <a:cxnLst/>
              <a:rect l="l" t="t" r="r" b="b"/>
              <a:pathLst>
                <a:path w="1875" h="5299" extrusionOk="0">
                  <a:moveTo>
                    <a:pt x="1636" y="1"/>
                  </a:moveTo>
                  <a:lnTo>
                    <a:pt x="0" y="5237"/>
                  </a:lnTo>
                  <a:lnTo>
                    <a:pt x="240" y="5299"/>
                  </a:lnTo>
                  <a:lnTo>
                    <a:pt x="1875" y="66"/>
                  </a:lnTo>
                  <a:lnTo>
                    <a:pt x="1636" y="1"/>
                  </a:lnTo>
                  <a:close/>
                </a:path>
              </a:pathLst>
            </a:custGeom>
            <a:solidFill>
              <a:schemeClr val="hlink"/>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rgbClr val="023F61"/>
                </a:solidFill>
                <a:latin typeface="Arial"/>
                <a:ea typeface="Arial"/>
                <a:cs typeface="Arial"/>
                <a:sym typeface="Arial"/>
              </a:endParaRPr>
            </a:p>
          </p:txBody>
        </p:sp>
      </p:grpSp>
      <p:sp>
        <p:nvSpPr>
          <p:cNvPr id="758" name="Google Shape;758;p55"/>
          <p:cNvSpPr txBox="1">
            <a:spLocks noGrp="1"/>
          </p:cNvSpPr>
          <p:nvPr>
            <p:ph type="subTitle" idx="1"/>
          </p:nvPr>
        </p:nvSpPr>
        <p:spPr>
          <a:xfrm>
            <a:off x="8116912" y="3536133"/>
            <a:ext cx="3006800" cy="1034400"/>
          </a:xfrm>
          <a:prstGeom prst="rect">
            <a:avLst/>
          </a:prstGeom>
          <a:noFill/>
          <a:ln>
            <a:noFill/>
          </a:ln>
        </p:spPr>
        <p:txBody>
          <a:bodyPr spcFirstLastPara="1" wrap="square" lIns="121875" tIns="121875" rIns="121875" bIns="121875" anchor="b" anchorCtr="0">
            <a:noAutofit/>
          </a:bodyPr>
          <a:lstStyle/>
          <a:p>
            <a:pPr marL="0" lvl="0" indent="0" algn="ctr" rtl="0">
              <a:lnSpc>
                <a:spcPct val="100000"/>
              </a:lnSpc>
              <a:spcBef>
                <a:spcPts val="0"/>
              </a:spcBef>
              <a:spcAft>
                <a:spcPts val="2133"/>
              </a:spcAft>
              <a:buClr>
                <a:schemeClr val="dk1"/>
              </a:buClr>
              <a:buSzPts val="2800"/>
              <a:buNone/>
            </a:pPr>
            <a:r>
              <a:rPr lang="fr-FR" sz="2800"/>
              <a:t>Negative sentences</a:t>
            </a:r>
            <a:endParaRPr sz="2800"/>
          </a:p>
        </p:txBody>
      </p:sp>
      <p:sp>
        <p:nvSpPr>
          <p:cNvPr id="759" name="Google Shape;759;p55"/>
          <p:cNvSpPr txBox="1">
            <a:spLocks noGrp="1"/>
          </p:cNvSpPr>
          <p:nvPr>
            <p:ph type="subTitle" idx="3"/>
          </p:nvPr>
        </p:nvSpPr>
        <p:spPr>
          <a:xfrm>
            <a:off x="942644" y="3366529"/>
            <a:ext cx="3006800" cy="1227972"/>
          </a:xfrm>
          <a:prstGeom prst="rect">
            <a:avLst/>
          </a:prstGeom>
          <a:noFill/>
          <a:ln>
            <a:noFill/>
          </a:ln>
        </p:spPr>
        <p:txBody>
          <a:bodyPr spcFirstLastPara="1" wrap="square" lIns="121875" tIns="121875" rIns="121875" bIns="121875" anchor="b" anchorCtr="0">
            <a:noAutofit/>
          </a:bodyPr>
          <a:lstStyle/>
          <a:p>
            <a:pPr marL="0" lvl="0" indent="0" algn="ctr" rtl="0">
              <a:lnSpc>
                <a:spcPct val="100000"/>
              </a:lnSpc>
              <a:spcBef>
                <a:spcPts val="0"/>
              </a:spcBef>
              <a:spcAft>
                <a:spcPts val="2133"/>
              </a:spcAft>
              <a:buClr>
                <a:schemeClr val="dk1"/>
              </a:buClr>
              <a:buSzPts val="2400"/>
              <a:buNone/>
            </a:pPr>
            <a:r>
              <a:rPr lang="fr-FR" sz="2400"/>
              <a:t>Positive sentences</a:t>
            </a:r>
            <a:endParaRPr sz="2400"/>
          </a:p>
        </p:txBody>
      </p:sp>
      <p:sp>
        <p:nvSpPr>
          <p:cNvPr id="760" name="Google Shape;760;p55"/>
          <p:cNvSpPr txBox="1">
            <a:spLocks noGrp="1"/>
          </p:cNvSpPr>
          <p:nvPr>
            <p:ph type="subTitle" idx="4"/>
          </p:nvPr>
        </p:nvSpPr>
        <p:spPr>
          <a:xfrm>
            <a:off x="8116918" y="4133000"/>
            <a:ext cx="3006800" cy="1281600"/>
          </a:xfrm>
          <a:prstGeom prst="rect">
            <a:avLst/>
          </a:prstGeom>
          <a:noFill/>
          <a:ln>
            <a:noFill/>
          </a:ln>
        </p:spPr>
        <p:txBody>
          <a:bodyPr spcFirstLastPara="1" wrap="square" lIns="121875" tIns="121875" rIns="121875" bIns="0" anchor="ctr" anchorCtr="0">
            <a:noAutofit/>
          </a:bodyPr>
          <a:lstStyle/>
          <a:p>
            <a:pPr marL="0" lvl="0" indent="0" algn="ctr" rtl="0">
              <a:lnSpc>
                <a:spcPct val="100000"/>
              </a:lnSpc>
              <a:spcBef>
                <a:spcPts val="0"/>
              </a:spcBef>
              <a:spcAft>
                <a:spcPts val="0"/>
              </a:spcAft>
              <a:buClr>
                <a:schemeClr val="dk1"/>
              </a:buClr>
              <a:buSzPts val="1900"/>
              <a:buNone/>
            </a:pPr>
            <a:r>
              <a:rPr lang="fr-FR"/>
              <a:t>S + hadn’t + Past Participle</a:t>
            </a:r>
            <a:endParaRPr/>
          </a:p>
          <a:p>
            <a:pPr marL="0" lvl="0" indent="0" algn="ctr" rtl="0">
              <a:lnSpc>
                <a:spcPct val="100000"/>
              </a:lnSpc>
              <a:spcBef>
                <a:spcPts val="0"/>
              </a:spcBef>
              <a:spcAft>
                <a:spcPts val="0"/>
              </a:spcAft>
              <a:buClr>
                <a:schemeClr val="dk1"/>
              </a:buClr>
              <a:buSzPts val="1900"/>
              <a:buNone/>
            </a:pPr>
            <a:r>
              <a:rPr lang="fr-FR"/>
              <a:t>It </a:t>
            </a:r>
            <a:r>
              <a:rPr lang="fr-FR" b="1"/>
              <a:t>hadn’t rained</a:t>
            </a:r>
            <a:r>
              <a:rPr lang="fr-FR"/>
              <a:t>.</a:t>
            </a:r>
            <a:endParaRPr/>
          </a:p>
        </p:txBody>
      </p:sp>
      <p:sp>
        <p:nvSpPr>
          <p:cNvPr id="761" name="Google Shape;761;p55"/>
          <p:cNvSpPr txBox="1">
            <a:spLocks noGrp="1"/>
          </p:cNvSpPr>
          <p:nvPr>
            <p:ph type="subTitle" idx="6"/>
          </p:nvPr>
        </p:nvSpPr>
        <p:spPr>
          <a:xfrm>
            <a:off x="885184" y="4342566"/>
            <a:ext cx="3314400" cy="1071600"/>
          </a:xfrm>
          <a:prstGeom prst="rect">
            <a:avLst/>
          </a:prstGeom>
          <a:noFill/>
          <a:ln>
            <a:noFill/>
          </a:ln>
        </p:spPr>
        <p:txBody>
          <a:bodyPr spcFirstLastPara="1" wrap="square" lIns="121875" tIns="121875" rIns="121875" bIns="0" anchor="ctr" anchorCtr="0">
            <a:noAutofit/>
          </a:bodyPr>
          <a:lstStyle/>
          <a:p>
            <a:pPr marL="0" lvl="0" indent="0" algn="l" rtl="0">
              <a:lnSpc>
                <a:spcPct val="100000"/>
              </a:lnSpc>
              <a:spcBef>
                <a:spcPts val="0"/>
              </a:spcBef>
              <a:spcAft>
                <a:spcPts val="0"/>
              </a:spcAft>
              <a:buClr>
                <a:schemeClr val="dk1"/>
              </a:buClr>
              <a:buSzPts val="1900"/>
              <a:buNone/>
            </a:pPr>
            <a:r>
              <a:rPr lang="fr-FR"/>
              <a:t>S +  had + Past Participle</a:t>
            </a:r>
            <a:endParaRPr/>
          </a:p>
          <a:p>
            <a:pPr marL="0" lvl="0" indent="0" algn="l" rtl="0">
              <a:lnSpc>
                <a:spcPct val="100000"/>
              </a:lnSpc>
              <a:spcBef>
                <a:spcPts val="2133"/>
              </a:spcBef>
              <a:spcAft>
                <a:spcPts val="2133"/>
              </a:spcAft>
              <a:buClr>
                <a:schemeClr val="dk1"/>
              </a:buClr>
              <a:buSzPts val="1900"/>
              <a:buNone/>
            </a:pPr>
            <a:r>
              <a:rPr lang="fr-FR"/>
              <a:t>She </a:t>
            </a:r>
            <a:r>
              <a:rPr lang="fr-FR" b="1"/>
              <a:t>had been </a:t>
            </a:r>
            <a:r>
              <a:rPr lang="fr-FR"/>
              <a:t>to Rome</a:t>
            </a:r>
            <a:r>
              <a:rPr lang="fr-FR" b="1"/>
              <a:t>.</a:t>
            </a:r>
            <a:endParaRPr/>
          </a:p>
        </p:txBody>
      </p:sp>
      <p:grpSp>
        <p:nvGrpSpPr>
          <p:cNvPr id="762" name="Google Shape;762;p55"/>
          <p:cNvGrpSpPr/>
          <p:nvPr/>
        </p:nvGrpSpPr>
        <p:grpSpPr>
          <a:xfrm>
            <a:off x="2034952" y="2460751"/>
            <a:ext cx="911255" cy="738689"/>
            <a:chOff x="1608418" y="2694788"/>
            <a:chExt cx="683441" cy="554017"/>
          </a:xfrm>
        </p:grpSpPr>
        <p:sp>
          <p:nvSpPr>
            <p:cNvPr id="763" name="Google Shape;763;p55"/>
            <p:cNvSpPr/>
            <p:nvPr/>
          </p:nvSpPr>
          <p:spPr>
            <a:xfrm rot="-1324817">
              <a:off x="1653885" y="2793041"/>
              <a:ext cx="592506" cy="357511"/>
            </a:xfrm>
            <a:custGeom>
              <a:avLst/>
              <a:gdLst/>
              <a:ahLst/>
              <a:cxnLst/>
              <a:rect l="l" t="t" r="r" b="b"/>
              <a:pathLst>
                <a:path w="25564" h="15425" extrusionOk="0">
                  <a:moveTo>
                    <a:pt x="12212" y="1"/>
                  </a:moveTo>
                  <a:cubicBezTo>
                    <a:pt x="8973" y="1"/>
                    <a:pt x="8333" y="13785"/>
                    <a:pt x="8333" y="13785"/>
                  </a:cubicBezTo>
                  <a:cubicBezTo>
                    <a:pt x="8333" y="13785"/>
                    <a:pt x="6052" y="373"/>
                    <a:pt x="3330" y="373"/>
                  </a:cubicBezTo>
                  <a:cubicBezTo>
                    <a:pt x="3190" y="373"/>
                    <a:pt x="3050" y="408"/>
                    <a:pt x="2909" y="481"/>
                  </a:cubicBezTo>
                  <a:cubicBezTo>
                    <a:pt x="1" y="2001"/>
                    <a:pt x="8333" y="15062"/>
                    <a:pt x="8333" y="15062"/>
                  </a:cubicBezTo>
                  <a:lnTo>
                    <a:pt x="10328" y="15424"/>
                  </a:lnTo>
                  <a:cubicBezTo>
                    <a:pt x="10328" y="15424"/>
                    <a:pt x="25563" y="7716"/>
                    <a:pt x="23609" y="6037"/>
                  </a:cubicBezTo>
                  <a:cubicBezTo>
                    <a:pt x="23455" y="5905"/>
                    <a:pt x="23250" y="5844"/>
                    <a:pt x="23001" y="5844"/>
                  </a:cubicBezTo>
                  <a:cubicBezTo>
                    <a:pt x="20095" y="5844"/>
                    <a:pt x="11339" y="14184"/>
                    <a:pt x="11339" y="14184"/>
                  </a:cubicBezTo>
                  <a:cubicBezTo>
                    <a:pt x="11339" y="14184"/>
                    <a:pt x="21786" y="2759"/>
                    <a:pt x="19269" y="2081"/>
                  </a:cubicBezTo>
                  <a:cubicBezTo>
                    <a:pt x="19202" y="2063"/>
                    <a:pt x="19132" y="2054"/>
                    <a:pt x="19060" y="2054"/>
                  </a:cubicBezTo>
                  <a:cubicBezTo>
                    <a:pt x="16395" y="2054"/>
                    <a:pt x="9939" y="13826"/>
                    <a:pt x="9939" y="13826"/>
                  </a:cubicBezTo>
                  <a:cubicBezTo>
                    <a:pt x="9939" y="13826"/>
                    <a:pt x="15581" y="203"/>
                    <a:pt x="12282" y="3"/>
                  </a:cubicBezTo>
                  <a:cubicBezTo>
                    <a:pt x="12259" y="1"/>
                    <a:pt x="12236" y="1"/>
                    <a:pt x="1221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4" name="Google Shape;764;p55"/>
            <p:cNvSpPr/>
            <p:nvPr/>
          </p:nvSpPr>
          <p:spPr>
            <a:xfrm rot="-1324817">
              <a:off x="1756988" y="2847999"/>
              <a:ext cx="31035" cy="22111"/>
            </a:xfrm>
            <a:custGeom>
              <a:avLst/>
              <a:gdLst/>
              <a:ahLst/>
              <a:cxnLst/>
              <a:rect l="l" t="t" r="r" b="b"/>
              <a:pathLst>
                <a:path w="1339" h="954" extrusionOk="0">
                  <a:moveTo>
                    <a:pt x="667" y="0"/>
                  </a:moveTo>
                  <a:cubicBezTo>
                    <a:pt x="1" y="0"/>
                    <a:pt x="1" y="954"/>
                    <a:pt x="667" y="954"/>
                  </a:cubicBezTo>
                  <a:cubicBezTo>
                    <a:pt x="1338" y="954"/>
                    <a:pt x="1338" y="0"/>
                    <a:pt x="667"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5" name="Google Shape;765;p55"/>
            <p:cNvSpPr/>
            <p:nvPr/>
          </p:nvSpPr>
          <p:spPr>
            <a:xfrm rot="-1324817">
              <a:off x="1913360" y="2794216"/>
              <a:ext cx="33491" cy="23873"/>
            </a:xfrm>
            <a:custGeom>
              <a:avLst/>
              <a:gdLst/>
              <a:ahLst/>
              <a:cxnLst/>
              <a:rect l="l" t="t" r="r" b="b"/>
              <a:pathLst>
                <a:path w="1445" h="1030" extrusionOk="0">
                  <a:moveTo>
                    <a:pt x="722" y="0"/>
                  </a:moveTo>
                  <a:cubicBezTo>
                    <a:pt x="4" y="0"/>
                    <a:pt x="1" y="1029"/>
                    <a:pt x="722" y="1029"/>
                  </a:cubicBezTo>
                  <a:cubicBezTo>
                    <a:pt x="1445" y="1029"/>
                    <a:pt x="1445" y="0"/>
                    <a:pt x="722"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6" name="Google Shape;766;p55"/>
            <p:cNvSpPr/>
            <p:nvPr/>
          </p:nvSpPr>
          <p:spPr>
            <a:xfrm rot="-1324817">
              <a:off x="2122320" y="2801389"/>
              <a:ext cx="18936" cy="13651"/>
            </a:xfrm>
            <a:custGeom>
              <a:avLst/>
              <a:gdLst/>
              <a:ahLst/>
              <a:cxnLst/>
              <a:rect l="l" t="t" r="r" b="b"/>
              <a:pathLst>
                <a:path w="817" h="589" extrusionOk="0">
                  <a:moveTo>
                    <a:pt x="411" y="1"/>
                  </a:moveTo>
                  <a:cubicBezTo>
                    <a:pt x="1" y="1"/>
                    <a:pt x="1" y="588"/>
                    <a:pt x="411" y="588"/>
                  </a:cubicBezTo>
                  <a:cubicBezTo>
                    <a:pt x="816" y="588"/>
                    <a:pt x="816" y="1"/>
                    <a:pt x="411"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7" name="Google Shape;767;p55"/>
            <p:cNvSpPr/>
            <p:nvPr/>
          </p:nvSpPr>
          <p:spPr>
            <a:xfrm rot="-1324817">
              <a:off x="1914438" y="3147736"/>
              <a:ext cx="67006" cy="53772"/>
            </a:xfrm>
            <a:custGeom>
              <a:avLst/>
              <a:gdLst/>
              <a:ahLst/>
              <a:cxnLst/>
              <a:rect l="l" t="t" r="r" b="b"/>
              <a:pathLst>
                <a:path w="2891" h="2320" extrusionOk="0">
                  <a:moveTo>
                    <a:pt x="146" y="1"/>
                  </a:moveTo>
                  <a:cubicBezTo>
                    <a:pt x="146" y="1"/>
                    <a:pt x="1" y="1929"/>
                    <a:pt x="1187" y="2281"/>
                  </a:cubicBezTo>
                  <a:cubicBezTo>
                    <a:pt x="1275" y="2308"/>
                    <a:pt x="1360" y="2320"/>
                    <a:pt x="1441" y="2320"/>
                  </a:cubicBezTo>
                  <a:cubicBezTo>
                    <a:pt x="2444" y="2320"/>
                    <a:pt x="2891" y="436"/>
                    <a:pt x="2891" y="436"/>
                  </a:cubicBezTo>
                  <a:lnTo>
                    <a:pt x="146"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768" name="Google Shape;768;p55"/>
          <p:cNvGrpSpPr/>
          <p:nvPr/>
        </p:nvGrpSpPr>
        <p:grpSpPr>
          <a:xfrm>
            <a:off x="5324154" y="2460751"/>
            <a:ext cx="911255" cy="738689"/>
            <a:chOff x="4219705" y="1821913"/>
            <a:chExt cx="683441" cy="554017"/>
          </a:xfrm>
        </p:grpSpPr>
        <p:sp>
          <p:nvSpPr>
            <p:cNvPr id="769" name="Google Shape;769;p55"/>
            <p:cNvSpPr/>
            <p:nvPr/>
          </p:nvSpPr>
          <p:spPr>
            <a:xfrm rot="-1324817">
              <a:off x="4265173" y="1920166"/>
              <a:ext cx="592506" cy="357511"/>
            </a:xfrm>
            <a:custGeom>
              <a:avLst/>
              <a:gdLst/>
              <a:ahLst/>
              <a:cxnLst/>
              <a:rect l="l" t="t" r="r" b="b"/>
              <a:pathLst>
                <a:path w="25564" h="15425" extrusionOk="0">
                  <a:moveTo>
                    <a:pt x="12212" y="1"/>
                  </a:moveTo>
                  <a:cubicBezTo>
                    <a:pt x="8973" y="1"/>
                    <a:pt x="8333" y="13785"/>
                    <a:pt x="8333" y="13785"/>
                  </a:cubicBezTo>
                  <a:cubicBezTo>
                    <a:pt x="8333" y="13785"/>
                    <a:pt x="6052" y="373"/>
                    <a:pt x="3330" y="373"/>
                  </a:cubicBezTo>
                  <a:cubicBezTo>
                    <a:pt x="3190" y="373"/>
                    <a:pt x="3050" y="408"/>
                    <a:pt x="2909" y="481"/>
                  </a:cubicBezTo>
                  <a:cubicBezTo>
                    <a:pt x="1" y="2001"/>
                    <a:pt x="8333" y="15062"/>
                    <a:pt x="8333" y="15062"/>
                  </a:cubicBezTo>
                  <a:lnTo>
                    <a:pt x="10328" y="15424"/>
                  </a:lnTo>
                  <a:cubicBezTo>
                    <a:pt x="10328" y="15424"/>
                    <a:pt x="25563" y="7716"/>
                    <a:pt x="23609" y="6037"/>
                  </a:cubicBezTo>
                  <a:cubicBezTo>
                    <a:pt x="23455" y="5905"/>
                    <a:pt x="23250" y="5844"/>
                    <a:pt x="23001" y="5844"/>
                  </a:cubicBezTo>
                  <a:cubicBezTo>
                    <a:pt x="20095" y="5844"/>
                    <a:pt x="11339" y="14184"/>
                    <a:pt x="11339" y="14184"/>
                  </a:cubicBezTo>
                  <a:cubicBezTo>
                    <a:pt x="11339" y="14184"/>
                    <a:pt x="21786" y="2759"/>
                    <a:pt x="19269" y="2081"/>
                  </a:cubicBezTo>
                  <a:cubicBezTo>
                    <a:pt x="19202" y="2063"/>
                    <a:pt x="19132" y="2054"/>
                    <a:pt x="19060" y="2054"/>
                  </a:cubicBezTo>
                  <a:cubicBezTo>
                    <a:pt x="16395" y="2054"/>
                    <a:pt x="9939" y="13826"/>
                    <a:pt x="9939" y="13826"/>
                  </a:cubicBezTo>
                  <a:cubicBezTo>
                    <a:pt x="9939" y="13826"/>
                    <a:pt x="15581" y="203"/>
                    <a:pt x="12282" y="3"/>
                  </a:cubicBezTo>
                  <a:cubicBezTo>
                    <a:pt x="12259" y="1"/>
                    <a:pt x="12236" y="1"/>
                    <a:pt x="1221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0" name="Google Shape;770;p55"/>
            <p:cNvSpPr/>
            <p:nvPr/>
          </p:nvSpPr>
          <p:spPr>
            <a:xfrm rot="-1324817">
              <a:off x="4368275" y="1975124"/>
              <a:ext cx="31035" cy="22111"/>
            </a:xfrm>
            <a:custGeom>
              <a:avLst/>
              <a:gdLst/>
              <a:ahLst/>
              <a:cxnLst/>
              <a:rect l="l" t="t" r="r" b="b"/>
              <a:pathLst>
                <a:path w="1339" h="954" extrusionOk="0">
                  <a:moveTo>
                    <a:pt x="667" y="0"/>
                  </a:moveTo>
                  <a:cubicBezTo>
                    <a:pt x="1" y="0"/>
                    <a:pt x="1" y="954"/>
                    <a:pt x="667" y="954"/>
                  </a:cubicBezTo>
                  <a:cubicBezTo>
                    <a:pt x="1338" y="954"/>
                    <a:pt x="1338" y="0"/>
                    <a:pt x="667"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1" name="Google Shape;771;p55"/>
            <p:cNvSpPr/>
            <p:nvPr/>
          </p:nvSpPr>
          <p:spPr>
            <a:xfrm rot="-1324817">
              <a:off x="4524647" y="1921341"/>
              <a:ext cx="33491" cy="23873"/>
            </a:xfrm>
            <a:custGeom>
              <a:avLst/>
              <a:gdLst/>
              <a:ahLst/>
              <a:cxnLst/>
              <a:rect l="l" t="t" r="r" b="b"/>
              <a:pathLst>
                <a:path w="1445" h="1030" extrusionOk="0">
                  <a:moveTo>
                    <a:pt x="722" y="0"/>
                  </a:moveTo>
                  <a:cubicBezTo>
                    <a:pt x="4" y="0"/>
                    <a:pt x="1" y="1029"/>
                    <a:pt x="722" y="1029"/>
                  </a:cubicBezTo>
                  <a:cubicBezTo>
                    <a:pt x="1445" y="1029"/>
                    <a:pt x="1445" y="0"/>
                    <a:pt x="722"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2" name="Google Shape;772;p55"/>
            <p:cNvSpPr/>
            <p:nvPr/>
          </p:nvSpPr>
          <p:spPr>
            <a:xfrm rot="-1324817">
              <a:off x="4733608" y="1928514"/>
              <a:ext cx="18936" cy="13651"/>
            </a:xfrm>
            <a:custGeom>
              <a:avLst/>
              <a:gdLst/>
              <a:ahLst/>
              <a:cxnLst/>
              <a:rect l="l" t="t" r="r" b="b"/>
              <a:pathLst>
                <a:path w="817" h="589" extrusionOk="0">
                  <a:moveTo>
                    <a:pt x="411" y="1"/>
                  </a:moveTo>
                  <a:cubicBezTo>
                    <a:pt x="1" y="1"/>
                    <a:pt x="1" y="588"/>
                    <a:pt x="411" y="588"/>
                  </a:cubicBezTo>
                  <a:cubicBezTo>
                    <a:pt x="816" y="588"/>
                    <a:pt x="816" y="1"/>
                    <a:pt x="411"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3" name="Google Shape;773;p55"/>
            <p:cNvSpPr/>
            <p:nvPr/>
          </p:nvSpPr>
          <p:spPr>
            <a:xfrm rot="-1324817">
              <a:off x="4525726" y="2274861"/>
              <a:ext cx="67006" cy="53772"/>
            </a:xfrm>
            <a:custGeom>
              <a:avLst/>
              <a:gdLst/>
              <a:ahLst/>
              <a:cxnLst/>
              <a:rect l="l" t="t" r="r" b="b"/>
              <a:pathLst>
                <a:path w="2891" h="2320" extrusionOk="0">
                  <a:moveTo>
                    <a:pt x="146" y="1"/>
                  </a:moveTo>
                  <a:cubicBezTo>
                    <a:pt x="146" y="1"/>
                    <a:pt x="1" y="1929"/>
                    <a:pt x="1187" y="2281"/>
                  </a:cubicBezTo>
                  <a:cubicBezTo>
                    <a:pt x="1275" y="2308"/>
                    <a:pt x="1360" y="2320"/>
                    <a:pt x="1441" y="2320"/>
                  </a:cubicBezTo>
                  <a:cubicBezTo>
                    <a:pt x="2444" y="2320"/>
                    <a:pt x="2891" y="436"/>
                    <a:pt x="2891" y="436"/>
                  </a:cubicBezTo>
                  <a:lnTo>
                    <a:pt x="146"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774" name="Google Shape;774;p55"/>
          <p:cNvGrpSpPr/>
          <p:nvPr/>
        </p:nvGrpSpPr>
        <p:grpSpPr>
          <a:xfrm>
            <a:off x="9164686" y="2460751"/>
            <a:ext cx="911255" cy="738689"/>
            <a:chOff x="1608418" y="2694788"/>
            <a:chExt cx="683441" cy="554017"/>
          </a:xfrm>
        </p:grpSpPr>
        <p:sp>
          <p:nvSpPr>
            <p:cNvPr id="775" name="Google Shape;775;p55"/>
            <p:cNvSpPr/>
            <p:nvPr/>
          </p:nvSpPr>
          <p:spPr>
            <a:xfrm rot="-1324817">
              <a:off x="1653885" y="2793041"/>
              <a:ext cx="592506" cy="357511"/>
            </a:xfrm>
            <a:custGeom>
              <a:avLst/>
              <a:gdLst/>
              <a:ahLst/>
              <a:cxnLst/>
              <a:rect l="l" t="t" r="r" b="b"/>
              <a:pathLst>
                <a:path w="25564" h="15425" extrusionOk="0">
                  <a:moveTo>
                    <a:pt x="12212" y="1"/>
                  </a:moveTo>
                  <a:cubicBezTo>
                    <a:pt x="8973" y="1"/>
                    <a:pt x="8333" y="13785"/>
                    <a:pt x="8333" y="13785"/>
                  </a:cubicBezTo>
                  <a:cubicBezTo>
                    <a:pt x="8333" y="13785"/>
                    <a:pt x="6052" y="373"/>
                    <a:pt x="3330" y="373"/>
                  </a:cubicBezTo>
                  <a:cubicBezTo>
                    <a:pt x="3190" y="373"/>
                    <a:pt x="3050" y="408"/>
                    <a:pt x="2909" y="481"/>
                  </a:cubicBezTo>
                  <a:cubicBezTo>
                    <a:pt x="1" y="2001"/>
                    <a:pt x="8333" y="15062"/>
                    <a:pt x="8333" y="15062"/>
                  </a:cubicBezTo>
                  <a:lnTo>
                    <a:pt x="10328" y="15424"/>
                  </a:lnTo>
                  <a:cubicBezTo>
                    <a:pt x="10328" y="15424"/>
                    <a:pt x="25563" y="7716"/>
                    <a:pt x="23609" y="6037"/>
                  </a:cubicBezTo>
                  <a:cubicBezTo>
                    <a:pt x="23455" y="5905"/>
                    <a:pt x="23250" y="5844"/>
                    <a:pt x="23001" y="5844"/>
                  </a:cubicBezTo>
                  <a:cubicBezTo>
                    <a:pt x="20095" y="5844"/>
                    <a:pt x="11339" y="14184"/>
                    <a:pt x="11339" y="14184"/>
                  </a:cubicBezTo>
                  <a:cubicBezTo>
                    <a:pt x="11339" y="14184"/>
                    <a:pt x="21786" y="2759"/>
                    <a:pt x="19269" y="2081"/>
                  </a:cubicBezTo>
                  <a:cubicBezTo>
                    <a:pt x="19202" y="2063"/>
                    <a:pt x="19132" y="2054"/>
                    <a:pt x="19060" y="2054"/>
                  </a:cubicBezTo>
                  <a:cubicBezTo>
                    <a:pt x="16395" y="2054"/>
                    <a:pt x="9939" y="13826"/>
                    <a:pt x="9939" y="13826"/>
                  </a:cubicBezTo>
                  <a:cubicBezTo>
                    <a:pt x="9939" y="13826"/>
                    <a:pt x="15581" y="203"/>
                    <a:pt x="12282" y="3"/>
                  </a:cubicBezTo>
                  <a:cubicBezTo>
                    <a:pt x="12259" y="1"/>
                    <a:pt x="12236" y="1"/>
                    <a:pt x="12212"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6" name="Google Shape;776;p55"/>
            <p:cNvSpPr/>
            <p:nvPr/>
          </p:nvSpPr>
          <p:spPr>
            <a:xfrm rot="-1324817">
              <a:off x="1756988" y="2847999"/>
              <a:ext cx="31035" cy="22111"/>
            </a:xfrm>
            <a:custGeom>
              <a:avLst/>
              <a:gdLst/>
              <a:ahLst/>
              <a:cxnLst/>
              <a:rect l="l" t="t" r="r" b="b"/>
              <a:pathLst>
                <a:path w="1339" h="954" extrusionOk="0">
                  <a:moveTo>
                    <a:pt x="667" y="0"/>
                  </a:moveTo>
                  <a:cubicBezTo>
                    <a:pt x="1" y="0"/>
                    <a:pt x="1" y="954"/>
                    <a:pt x="667" y="954"/>
                  </a:cubicBezTo>
                  <a:cubicBezTo>
                    <a:pt x="1338" y="954"/>
                    <a:pt x="1338" y="0"/>
                    <a:pt x="667"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7" name="Google Shape;777;p55"/>
            <p:cNvSpPr/>
            <p:nvPr/>
          </p:nvSpPr>
          <p:spPr>
            <a:xfrm rot="-1324817">
              <a:off x="1913360" y="2794216"/>
              <a:ext cx="33491" cy="23873"/>
            </a:xfrm>
            <a:custGeom>
              <a:avLst/>
              <a:gdLst/>
              <a:ahLst/>
              <a:cxnLst/>
              <a:rect l="l" t="t" r="r" b="b"/>
              <a:pathLst>
                <a:path w="1445" h="1030" extrusionOk="0">
                  <a:moveTo>
                    <a:pt x="722" y="0"/>
                  </a:moveTo>
                  <a:cubicBezTo>
                    <a:pt x="4" y="0"/>
                    <a:pt x="1" y="1029"/>
                    <a:pt x="722" y="1029"/>
                  </a:cubicBezTo>
                  <a:cubicBezTo>
                    <a:pt x="1445" y="1029"/>
                    <a:pt x="1445" y="0"/>
                    <a:pt x="722"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8" name="Google Shape;778;p55"/>
            <p:cNvSpPr/>
            <p:nvPr/>
          </p:nvSpPr>
          <p:spPr>
            <a:xfrm rot="-1324817">
              <a:off x="2122320" y="2801389"/>
              <a:ext cx="18936" cy="13651"/>
            </a:xfrm>
            <a:custGeom>
              <a:avLst/>
              <a:gdLst/>
              <a:ahLst/>
              <a:cxnLst/>
              <a:rect l="l" t="t" r="r" b="b"/>
              <a:pathLst>
                <a:path w="817" h="589" extrusionOk="0">
                  <a:moveTo>
                    <a:pt x="411" y="1"/>
                  </a:moveTo>
                  <a:cubicBezTo>
                    <a:pt x="1" y="1"/>
                    <a:pt x="1" y="588"/>
                    <a:pt x="411" y="588"/>
                  </a:cubicBezTo>
                  <a:cubicBezTo>
                    <a:pt x="816" y="588"/>
                    <a:pt x="816" y="1"/>
                    <a:pt x="411"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9" name="Google Shape;779;p55"/>
            <p:cNvSpPr/>
            <p:nvPr/>
          </p:nvSpPr>
          <p:spPr>
            <a:xfrm rot="-1324817">
              <a:off x="1914438" y="3147736"/>
              <a:ext cx="67006" cy="53772"/>
            </a:xfrm>
            <a:custGeom>
              <a:avLst/>
              <a:gdLst/>
              <a:ahLst/>
              <a:cxnLst/>
              <a:rect l="l" t="t" r="r" b="b"/>
              <a:pathLst>
                <a:path w="2891" h="2320" extrusionOk="0">
                  <a:moveTo>
                    <a:pt x="146" y="1"/>
                  </a:moveTo>
                  <a:cubicBezTo>
                    <a:pt x="146" y="1"/>
                    <a:pt x="1" y="1929"/>
                    <a:pt x="1187" y="2281"/>
                  </a:cubicBezTo>
                  <a:cubicBezTo>
                    <a:pt x="1275" y="2308"/>
                    <a:pt x="1360" y="2320"/>
                    <a:pt x="1441" y="2320"/>
                  </a:cubicBezTo>
                  <a:cubicBezTo>
                    <a:pt x="2444" y="2320"/>
                    <a:pt x="2891" y="436"/>
                    <a:pt x="2891" y="436"/>
                  </a:cubicBezTo>
                  <a:lnTo>
                    <a:pt x="146"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780" name="Google Shape;780;p55"/>
          <p:cNvSpPr txBox="1">
            <a:spLocks noGrp="1"/>
          </p:cNvSpPr>
          <p:nvPr>
            <p:ph type="ctrTitle"/>
          </p:nvPr>
        </p:nvSpPr>
        <p:spPr>
          <a:xfrm>
            <a:off x="908889" y="962206"/>
            <a:ext cx="9687200" cy="1113200"/>
          </a:xfrm>
          <a:prstGeom prst="rect">
            <a:avLst/>
          </a:prstGeom>
          <a:noFill/>
          <a:ln>
            <a:noFill/>
          </a:ln>
        </p:spPr>
        <p:txBody>
          <a:bodyPr spcFirstLastPara="1" wrap="square" lIns="121875" tIns="121875" rIns="121875" bIns="121875" anchor="t" anchorCtr="0">
            <a:noAutofit/>
          </a:bodyPr>
          <a:lstStyle/>
          <a:p>
            <a:pPr marL="0" lvl="0" indent="0" algn="l" rtl="0">
              <a:lnSpc>
                <a:spcPct val="90000"/>
              </a:lnSpc>
              <a:spcBef>
                <a:spcPts val="0"/>
              </a:spcBef>
              <a:spcAft>
                <a:spcPts val="0"/>
              </a:spcAft>
              <a:buClr>
                <a:srgbClr val="F3F3F3"/>
              </a:buClr>
              <a:buSzPts val="2400"/>
              <a:buFont typeface="Arial"/>
              <a:buNone/>
            </a:pPr>
            <a:r>
              <a:rPr lang="fr-FR" sz="4800" b="1">
                <a:solidFill>
                  <a:srgbClr val="023F61"/>
                </a:solidFill>
              </a:rPr>
              <a:t>Past Perfect Simple Forms</a:t>
            </a:r>
            <a:endParaRPr sz="4800" b="1">
              <a:solidFill>
                <a:srgbClr val="023F61"/>
              </a:solidFill>
            </a:endParaRPr>
          </a:p>
        </p:txBody>
      </p:sp>
      <p:sp>
        <p:nvSpPr>
          <p:cNvPr id="781" name="Google Shape;781;p55"/>
          <p:cNvSpPr/>
          <p:nvPr/>
        </p:nvSpPr>
        <p:spPr>
          <a:xfrm>
            <a:off x="4346246" y="3334552"/>
            <a:ext cx="3418400" cy="2310400"/>
          </a:xfrm>
          <a:prstGeom prst="roundRect">
            <a:avLst>
              <a:gd name="adj" fmla="val 16667"/>
            </a:avLst>
          </a:prstGeom>
          <a:noFill/>
          <a:ln w="28575" cap="flat" cmpd="sng">
            <a:solidFill>
              <a:schemeClr val="hlink"/>
            </a:solidFill>
            <a:prstDash val="solid"/>
            <a:round/>
            <a:headEnd type="none" w="sm" len="sm"/>
            <a:tailEnd type="none" w="sm" len="sm"/>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82" name="Google Shape;782;p55"/>
          <p:cNvSpPr/>
          <p:nvPr/>
        </p:nvSpPr>
        <p:spPr>
          <a:xfrm>
            <a:off x="4423646" y="3464552"/>
            <a:ext cx="3108800" cy="2050400"/>
          </a:xfrm>
          <a:prstGeom prst="roundRect">
            <a:avLst>
              <a:gd name="adj" fmla="val 16667"/>
            </a:avLst>
          </a:prstGeom>
          <a:solidFill>
            <a:schemeClr val="hlink"/>
          </a:solidFill>
          <a:ln>
            <a:noFill/>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83" name="Google Shape;783;p55"/>
          <p:cNvSpPr txBox="1">
            <a:spLocks noGrp="1"/>
          </p:cNvSpPr>
          <p:nvPr>
            <p:ph type="subTitle" idx="5"/>
          </p:nvPr>
        </p:nvSpPr>
        <p:spPr>
          <a:xfrm>
            <a:off x="4372651" y="4342566"/>
            <a:ext cx="3160000" cy="872400"/>
          </a:xfrm>
          <a:prstGeom prst="rect">
            <a:avLst/>
          </a:prstGeom>
          <a:noFill/>
          <a:ln>
            <a:noFill/>
          </a:ln>
        </p:spPr>
        <p:txBody>
          <a:bodyPr spcFirstLastPara="1" wrap="square" lIns="121875" tIns="121875" rIns="121875" bIns="0" anchor="ctr" anchorCtr="0">
            <a:noAutofit/>
          </a:bodyPr>
          <a:lstStyle/>
          <a:p>
            <a:pPr marL="0" lvl="0" indent="0" algn="ctr" rtl="0">
              <a:lnSpc>
                <a:spcPct val="115000"/>
              </a:lnSpc>
              <a:spcBef>
                <a:spcPts val="0"/>
              </a:spcBef>
              <a:spcAft>
                <a:spcPts val="0"/>
              </a:spcAft>
              <a:buClr>
                <a:schemeClr val="dk1"/>
              </a:buClr>
              <a:buSzPts val="1900"/>
              <a:buNone/>
            </a:pPr>
            <a:r>
              <a:rPr lang="fr-FR"/>
              <a:t>had + S + Past Participle</a:t>
            </a:r>
            <a:endParaRPr/>
          </a:p>
          <a:p>
            <a:pPr marL="0" lvl="0" indent="0" algn="ctr" rtl="0">
              <a:lnSpc>
                <a:spcPct val="115000"/>
              </a:lnSpc>
              <a:spcBef>
                <a:spcPts val="0"/>
              </a:spcBef>
              <a:spcAft>
                <a:spcPts val="0"/>
              </a:spcAft>
              <a:buClr>
                <a:schemeClr val="dk1"/>
              </a:buClr>
              <a:buSzPts val="1900"/>
              <a:buNone/>
            </a:pPr>
            <a:r>
              <a:rPr lang="fr-FR" b="1"/>
              <a:t>Had </a:t>
            </a:r>
            <a:r>
              <a:rPr lang="fr-FR"/>
              <a:t>it </a:t>
            </a:r>
            <a:r>
              <a:rPr lang="fr-FR" b="1"/>
              <a:t>rained</a:t>
            </a:r>
            <a:r>
              <a:rPr lang="fr-FR"/>
              <a:t>?</a:t>
            </a:r>
            <a:endParaRPr/>
          </a:p>
        </p:txBody>
      </p:sp>
      <p:sp>
        <p:nvSpPr>
          <p:cNvPr id="784" name="Google Shape;784;p55"/>
          <p:cNvSpPr txBox="1">
            <a:spLocks noGrp="1"/>
          </p:cNvSpPr>
          <p:nvPr>
            <p:ph type="subTitle" idx="2"/>
          </p:nvPr>
        </p:nvSpPr>
        <p:spPr>
          <a:xfrm>
            <a:off x="4449146" y="3536133"/>
            <a:ext cx="3006800" cy="1034400"/>
          </a:xfrm>
          <a:prstGeom prst="rect">
            <a:avLst/>
          </a:prstGeom>
          <a:noFill/>
          <a:ln>
            <a:noFill/>
          </a:ln>
        </p:spPr>
        <p:txBody>
          <a:bodyPr spcFirstLastPara="1" wrap="square" lIns="121875" tIns="121875" rIns="121875" bIns="121875" anchor="b" anchorCtr="0">
            <a:noAutofit/>
          </a:bodyPr>
          <a:lstStyle/>
          <a:p>
            <a:pPr marL="0" lvl="0" indent="0" algn="ctr" rtl="0">
              <a:lnSpc>
                <a:spcPct val="100000"/>
              </a:lnSpc>
              <a:spcBef>
                <a:spcPts val="0"/>
              </a:spcBef>
              <a:spcAft>
                <a:spcPts val="2133"/>
              </a:spcAft>
              <a:buClr>
                <a:schemeClr val="dk1"/>
              </a:buClr>
              <a:buSzPts val="2800"/>
              <a:buNone/>
            </a:pPr>
            <a:r>
              <a:rPr lang="fr-FR" sz="2800"/>
              <a:t>Questions</a:t>
            </a:r>
            <a:endParaRPr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0"/>
                                        </p:tgtEl>
                                        <p:attrNameLst>
                                          <p:attrName>style.visibility</p:attrName>
                                        </p:attrNameLst>
                                      </p:cBhvr>
                                      <p:to>
                                        <p:strVal val="visible"/>
                                      </p:to>
                                    </p:set>
                                    <p:animEffect transition="in" filter="fade">
                                      <p:cBhvr>
                                        <p:cTn id="7" dur="1000"/>
                                        <p:tgtEl>
                                          <p:spTgt spid="7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59">
                                            <p:txEl>
                                              <p:pRg st="0" end="0"/>
                                            </p:txEl>
                                          </p:spTgt>
                                        </p:tgtEl>
                                        <p:attrNameLst>
                                          <p:attrName>style.visibility</p:attrName>
                                        </p:attrNameLst>
                                      </p:cBhvr>
                                      <p:to>
                                        <p:strVal val="visible"/>
                                      </p:to>
                                    </p:set>
                                    <p:animEffect transition="in" filter="fade">
                                      <p:cBhvr>
                                        <p:cTn id="12" dur="1000"/>
                                        <p:tgtEl>
                                          <p:spTgt spid="75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61">
                                            <p:txEl>
                                              <p:pRg st="0" end="0"/>
                                            </p:txEl>
                                          </p:spTgt>
                                        </p:tgtEl>
                                        <p:attrNameLst>
                                          <p:attrName>style.visibility</p:attrName>
                                        </p:attrNameLst>
                                      </p:cBhvr>
                                      <p:to>
                                        <p:strVal val="visible"/>
                                      </p:to>
                                    </p:set>
                                    <p:animEffect transition="in" filter="fade">
                                      <p:cBhvr>
                                        <p:cTn id="17" dur="1000"/>
                                        <p:tgtEl>
                                          <p:spTgt spid="76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61">
                                            <p:txEl>
                                              <p:pRg st="1" end="1"/>
                                            </p:txEl>
                                          </p:spTgt>
                                        </p:tgtEl>
                                        <p:attrNameLst>
                                          <p:attrName>style.visibility</p:attrName>
                                        </p:attrNameLst>
                                      </p:cBhvr>
                                      <p:to>
                                        <p:strVal val="visible"/>
                                      </p:to>
                                    </p:set>
                                    <p:animEffect transition="in" filter="fade">
                                      <p:cBhvr>
                                        <p:cTn id="22" dur="1000"/>
                                        <p:tgtEl>
                                          <p:spTgt spid="76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82"/>
                                        </p:tgtEl>
                                        <p:attrNameLst>
                                          <p:attrName>style.visibility</p:attrName>
                                        </p:attrNameLst>
                                      </p:cBhvr>
                                      <p:to>
                                        <p:strVal val="visible"/>
                                      </p:to>
                                    </p:set>
                                    <p:animEffect transition="in" filter="fade">
                                      <p:cBhvr>
                                        <p:cTn id="27" dur="1000"/>
                                        <p:tgtEl>
                                          <p:spTgt spid="78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84">
                                            <p:txEl>
                                              <p:pRg st="0" end="0"/>
                                            </p:txEl>
                                          </p:spTgt>
                                        </p:tgtEl>
                                        <p:attrNameLst>
                                          <p:attrName>style.visibility</p:attrName>
                                        </p:attrNameLst>
                                      </p:cBhvr>
                                      <p:to>
                                        <p:strVal val="visible"/>
                                      </p:to>
                                    </p:set>
                                    <p:animEffect transition="in" filter="fade">
                                      <p:cBhvr>
                                        <p:cTn id="32" dur="1000"/>
                                        <p:tgtEl>
                                          <p:spTgt spid="78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83">
                                            <p:txEl>
                                              <p:pRg st="0" end="0"/>
                                            </p:txEl>
                                          </p:spTgt>
                                        </p:tgtEl>
                                        <p:attrNameLst>
                                          <p:attrName>style.visibility</p:attrName>
                                        </p:attrNameLst>
                                      </p:cBhvr>
                                      <p:to>
                                        <p:strVal val="visible"/>
                                      </p:to>
                                    </p:set>
                                    <p:animEffect transition="in" filter="fade">
                                      <p:cBhvr>
                                        <p:cTn id="37" dur="1000"/>
                                        <p:tgtEl>
                                          <p:spTgt spid="783">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83">
                                            <p:txEl>
                                              <p:pRg st="1" end="1"/>
                                            </p:txEl>
                                          </p:spTgt>
                                        </p:tgtEl>
                                        <p:attrNameLst>
                                          <p:attrName>style.visibility</p:attrName>
                                        </p:attrNameLst>
                                      </p:cBhvr>
                                      <p:to>
                                        <p:strVal val="visible"/>
                                      </p:to>
                                    </p:set>
                                    <p:animEffect transition="in" filter="fade">
                                      <p:cBhvr>
                                        <p:cTn id="42" dur="1000"/>
                                        <p:tgtEl>
                                          <p:spTgt spid="783">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49"/>
                                        </p:tgtEl>
                                        <p:attrNameLst>
                                          <p:attrName>style.visibility</p:attrName>
                                        </p:attrNameLst>
                                      </p:cBhvr>
                                      <p:to>
                                        <p:strVal val="visible"/>
                                      </p:to>
                                    </p:set>
                                    <p:animEffect transition="in" filter="fade">
                                      <p:cBhvr>
                                        <p:cTn id="47" dur="1000"/>
                                        <p:tgtEl>
                                          <p:spTgt spid="74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58">
                                            <p:txEl>
                                              <p:pRg st="0" end="0"/>
                                            </p:txEl>
                                          </p:spTgt>
                                        </p:tgtEl>
                                        <p:attrNameLst>
                                          <p:attrName>style.visibility</p:attrName>
                                        </p:attrNameLst>
                                      </p:cBhvr>
                                      <p:to>
                                        <p:strVal val="visible"/>
                                      </p:to>
                                    </p:set>
                                    <p:animEffect transition="in" filter="fade">
                                      <p:cBhvr>
                                        <p:cTn id="52" dur="1000"/>
                                        <p:tgtEl>
                                          <p:spTgt spid="758">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60">
                                            <p:txEl>
                                              <p:pRg st="0" end="0"/>
                                            </p:txEl>
                                          </p:spTgt>
                                        </p:tgtEl>
                                        <p:attrNameLst>
                                          <p:attrName>style.visibility</p:attrName>
                                        </p:attrNameLst>
                                      </p:cBhvr>
                                      <p:to>
                                        <p:strVal val="visible"/>
                                      </p:to>
                                    </p:set>
                                    <p:animEffect transition="in" filter="fade">
                                      <p:cBhvr>
                                        <p:cTn id="57" dur="1000"/>
                                        <p:tgtEl>
                                          <p:spTgt spid="760">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760">
                                            <p:txEl>
                                              <p:pRg st="1" end="1"/>
                                            </p:txEl>
                                          </p:spTgt>
                                        </p:tgtEl>
                                        <p:attrNameLst>
                                          <p:attrName>style.visibility</p:attrName>
                                        </p:attrNameLst>
                                      </p:cBhvr>
                                      <p:to>
                                        <p:strVal val="visible"/>
                                      </p:to>
                                    </p:set>
                                    <p:animEffect transition="in" filter="fade">
                                      <p:cBhvr>
                                        <p:cTn id="62" dur="1000"/>
                                        <p:tgtEl>
                                          <p:spTgt spid="76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788"/>
        <p:cNvGrpSpPr/>
        <p:nvPr/>
      </p:nvGrpSpPr>
      <p:grpSpPr>
        <a:xfrm>
          <a:off x="0" y="0"/>
          <a:ext cx="0" cy="0"/>
          <a:chOff x="0" y="0"/>
          <a:chExt cx="0" cy="0"/>
        </a:xfrm>
      </p:grpSpPr>
      <p:sp>
        <p:nvSpPr>
          <p:cNvPr id="789" name="Google Shape;789;p56"/>
          <p:cNvSpPr/>
          <p:nvPr/>
        </p:nvSpPr>
        <p:spPr>
          <a:xfrm>
            <a:off x="960067" y="936000"/>
            <a:ext cx="10218000" cy="5544000"/>
          </a:xfrm>
          <a:prstGeom prst="roundRect">
            <a:avLst>
              <a:gd name="adj" fmla="val 16667"/>
            </a:avLst>
          </a:prstGeom>
          <a:noFill/>
          <a:ln w="28575" cap="flat" cmpd="sng">
            <a:solidFill>
              <a:schemeClr val="hlink"/>
            </a:solidFill>
            <a:prstDash val="solid"/>
            <a:round/>
            <a:headEnd type="none" w="sm" len="sm"/>
            <a:tailEnd type="none" w="sm" len="sm"/>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0" name="Google Shape;790;p56"/>
          <p:cNvSpPr txBox="1"/>
          <p:nvPr/>
        </p:nvSpPr>
        <p:spPr>
          <a:xfrm flipH="1">
            <a:off x="327546" y="0"/>
            <a:ext cx="8993874" cy="6317600"/>
          </a:xfrm>
          <a:prstGeom prst="rect">
            <a:avLst/>
          </a:prstGeom>
          <a:noFill/>
          <a:ln>
            <a:noFill/>
          </a:ln>
        </p:spPr>
        <p:txBody>
          <a:bodyPr spcFirstLastPara="1" wrap="square" lIns="121875" tIns="121875" rIns="121875" bIns="121875" anchor="t" anchorCtr="0">
            <a:noAutofit/>
          </a:bodyPr>
          <a:lstStyle/>
          <a:p>
            <a:pPr marL="0" marR="0" lvl="0" indent="0" algn="l" rtl="0">
              <a:lnSpc>
                <a:spcPct val="90000"/>
              </a:lnSpc>
              <a:spcBef>
                <a:spcPts val="1000"/>
              </a:spcBef>
              <a:spcAft>
                <a:spcPts val="0"/>
              </a:spcAft>
              <a:buNone/>
            </a:pPr>
            <a:r>
              <a:rPr lang="fr-FR" sz="3200" b="1" i="0" u="none" strike="noStrike" cap="none">
                <a:solidFill>
                  <a:srgbClr val="49BAFA"/>
                </a:solidFill>
                <a:latin typeface="Arial"/>
                <a:ea typeface="Arial"/>
                <a:cs typeface="Arial"/>
                <a:sym typeface="Arial"/>
              </a:rPr>
              <a:t>		We use it when we talk about</a:t>
            </a:r>
            <a:endParaRPr sz="3600" b="1" i="0" u="none" strike="noStrike" cap="none">
              <a:solidFill>
                <a:srgbClr val="49BAFA"/>
              </a:solidFill>
              <a:latin typeface="Arial"/>
              <a:ea typeface="Arial"/>
              <a:cs typeface="Arial"/>
              <a:sym typeface="Arial"/>
            </a:endParaRPr>
          </a:p>
          <a:p>
            <a:pPr marL="0" marR="0" lvl="0" indent="-101600" algn="l" rtl="0">
              <a:lnSpc>
                <a:spcPct val="115000"/>
              </a:lnSpc>
              <a:spcBef>
                <a:spcPts val="1000"/>
              </a:spcBef>
              <a:spcAft>
                <a:spcPts val="0"/>
              </a:spcAft>
              <a:buClr>
                <a:srgbClr val="2B343E"/>
              </a:buClr>
              <a:buSzPts val="1600"/>
              <a:buFont typeface="Arial"/>
              <a:buChar char="•"/>
            </a:pPr>
            <a:r>
              <a:rPr lang="fr-FR" sz="1600" b="1" i="0" u="none" strike="noStrike" cap="none">
                <a:solidFill>
                  <a:srgbClr val="2B343E"/>
                </a:solidFill>
                <a:latin typeface="Georgia"/>
                <a:ea typeface="Georgia"/>
                <a:cs typeface="Georgia"/>
                <a:sym typeface="Georgia"/>
              </a:rPr>
              <a:t> </a:t>
            </a:r>
            <a:r>
              <a:rPr lang="fr-FR" sz="1600" b="1" i="0" u="none" strike="noStrike" cap="none">
                <a:solidFill>
                  <a:srgbClr val="2B343E"/>
                </a:solidFill>
                <a:latin typeface="Arial"/>
                <a:ea typeface="Arial"/>
                <a:cs typeface="Arial"/>
                <a:sym typeface="Arial"/>
              </a:rPr>
              <a:t>A finished action before a second point in the past.</a:t>
            </a:r>
            <a:endParaRPr/>
          </a:p>
          <a:p>
            <a:pPr marL="609585" marR="0" lvl="0" indent="-406389" algn="l" rtl="0">
              <a:lnSpc>
                <a:spcPct val="115000"/>
              </a:lnSpc>
              <a:spcBef>
                <a:spcPts val="1000"/>
              </a:spcBef>
              <a:spcAft>
                <a:spcPts val="0"/>
              </a:spcAft>
              <a:buClr>
                <a:schemeClr val="accent4"/>
              </a:buClr>
              <a:buSzPts val="1200"/>
              <a:buFont typeface="Barlow"/>
              <a:buChar char="●"/>
            </a:pPr>
            <a:r>
              <a:rPr lang="fr-FR" sz="1600" b="0" i="0" u="none" strike="noStrike" cap="none">
                <a:solidFill>
                  <a:srgbClr val="045F92"/>
                </a:solidFill>
                <a:latin typeface="Arial"/>
                <a:ea typeface="Arial"/>
                <a:cs typeface="Arial"/>
                <a:sym typeface="Arial"/>
              </a:rPr>
              <a:t>When we arrived, the film </a:t>
            </a:r>
            <a:r>
              <a:rPr lang="fr-FR" sz="1600" b="1" i="0" u="none" strike="noStrike" cap="none">
                <a:solidFill>
                  <a:srgbClr val="045F92"/>
                </a:solidFill>
                <a:latin typeface="Arial"/>
                <a:ea typeface="Arial"/>
                <a:cs typeface="Arial"/>
                <a:sym typeface="Arial"/>
              </a:rPr>
              <a:t>had started</a:t>
            </a:r>
            <a:r>
              <a:rPr lang="fr-FR" sz="1600" b="0" i="0" u="none" strike="noStrike" cap="none">
                <a:solidFill>
                  <a:srgbClr val="045F92"/>
                </a:solidFill>
                <a:latin typeface="Arial"/>
                <a:ea typeface="Arial"/>
                <a:cs typeface="Arial"/>
                <a:sym typeface="Arial"/>
              </a:rPr>
              <a:t> (= first the film started, then we arrived).</a:t>
            </a:r>
            <a:endParaRPr/>
          </a:p>
          <a:p>
            <a:pPr marL="609585" marR="0" lvl="0" indent="-406389" algn="l" rtl="0">
              <a:lnSpc>
                <a:spcPct val="115000"/>
              </a:lnSpc>
              <a:spcBef>
                <a:spcPts val="1000"/>
              </a:spcBef>
              <a:spcAft>
                <a:spcPts val="0"/>
              </a:spcAft>
              <a:buClr>
                <a:schemeClr val="accent4"/>
              </a:buClr>
              <a:buSzPts val="1200"/>
              <a:buFont typeface="Barlow"/>
              <a:buChar char="●"/>
            </a:pPr>
            <a:r>
              <a:rPr lang="fr-FR" sz="1600" b="0" i="0" u="none" strike="noStrike" cap="none">
                <a:solidFill>
                  <a:srgbClr val="045F92"/>
                </a:solidFill>
                <a:latin typeface="Arial"/>
                <a:ea typeface="Arial"/>
                <a:cs typeface="Arial"/>
                <a:sym typeface="Arial"/>
              </a:rPr>
              <a:t>I'</a:t>
            </a:r>
            <a:r>
              <a:rPr lang="fr-FR" sz="1600" b="1" i="0" u="none" strike="noStrike" cap="none">
                <a:solidFill>
                  <a:srgbClr val="045F92"/>
                </a:solidFill>
                <a:latin typeface="Arial"/>
                <a:ea typeface="Arial"/>
                <a:cs typeface="Arial"/>
                <a:sym typeface="Arial"/>
              </a:rPr>
              <a:t>d eaten </a:t>
            </a:r>
            <a:r>
              <a:rPr lang="fr-FR" sz="1600" b="0" i="0" u="none" strike="noStrike" cap="none">
                <a:solidFill>
                  <a:srgbClr val="045F92"/>
                </a:solidFill>
                <a:latin typeface="Arial"/>
                <a:ea typeface="Arial"/>
                <a:cs typeface="Arial"/>
                <a:sym typeface="Arial"/>
              </a:rPr>
              <a:t>dinner so I wasn't hungry.</a:t>
            </a:r>
            <a:endParaRPr/>
          </a:p>
          <a:p>
            <a:pPr marL="609585" marR="0" lvl="0" indent="-406389" algn="l" rtl="0">
              <a:lnSpc>
                <a:spcPct val="115000"/>
              </a:lnSpc>
              <a:spcBef>
                <a:spcPts val="1000"/>
              </a:spcBef>
              <a:spcAft>
                <a:spcPts val="0"/>
              </a:spcAft>
              <a:buClr>
                <a:schemeClr val="accent4"/>
              </a:buClr>
              <a:buSzPts val="1200"/>
              <a:buFont typeface="Barlow"/>
              <a:buChar char="●"/>
            </a:pPr>
            <a:r>
              <a:rPr lang="fr-FR" sz="1600" b="0" i="0" u="none" strike="noStrike" cap="none">
                <a:solidFill>
                  <a:srgbClr val="045F92"/>
                </a:solidFill>
                <a:latin typeface="Arial"/>
                <a:ea typeface="Arial"/>
                <a:cs typeface="Arial"/>
                <a:sym typeface="Arial"/>
              </a:rPr>
              <a:t>It </a:t>
            </a:r>
            <a:r>
              <a:rPr lang="fr-FR" sz="1600" b="1" i="0" u="none" strike="noStrike" cap="none">
                <a:solidFill>
                  <a:srgbClr val="045F92"/>
                </a:solidFill>
                <a:latin typeface="Arial"/>
                <a:ea typeface="Arial"/>
                <a:cs typeface="Arial"/>
                <a:sym typeface="Arial"/>
              </a:rPr>
              <a:t>had snowed </a:t>
            </a:r>
            <a:r>
              <a:rPr lang="fr-FR" sz="1600" b="0" i="0" u="none" strike="noStrike" cap="none">
                <a:solidFill>
                  <a:srgbClr val="045F92"/>
                </a:solidFill>
                <a:latin typeface="Arial"/>
                <a:ea typeface="Arial"/>
                <a:cs typeface="Arial"/>
                <a:sym typeface="Arial"/>
              </a:rPr>
              <a:t>in the night, so the bus didn't arrive.</a:t>
            </a:r>
            <a:endParaRPr/>
          </a:p>
          <a:p>
            <a:pPr marL="609585" marR="0" lvl="0" indent="0" algn="l" rtl="0">
              <a:lnSpc>
                <a:spcPct val="115000"/>
              </a:lnSpc>
              <a:spcBef>
                <a:spcPts val="1000"/>
              </a:spcBef>
              <a:spcAft>
                <a:spcPts val="0"/>
              </a:spcAft>
              <a:buClr>
                <a:schemeClr val="dk1"/>
              </a:buClr>
              <a:buSzPts val="1600"/>
              <a:buFont typeface="Arial"/>
              <a:buNone/>
            </a:pPr>
            <a:endParaRPr sz="1600" b="0" i="0" u="none" strike="noStrike" cap="none">
              <a:solidFill>
                <a:schemeClr val="accent4"/>
              </a:solidFill>
              <a:latin typeface="Arial"/>
              <a:ea typeface="Arial"/>
              <a:cs typeface="Arial"/>
              <a:sym typeface="Arial"/>
            </a:endParaRPr>
          </a:p>
          <a:p>
            <a:pPr marL="0" marR="0" lvl="0" indent="-101600" algn="l" rtl="0">
              <a:lnSpc>
                <a:spcPct val="115000"/>
              </a:lnSpc>
              <a:spcBef>
                <a:spcPts val="1000"/>
              </a:spcBef>
              <a:spcAft>
                <a:spcPts val="0"/>
              </a:spcAft>
              <a:buClr>
                <a:srgbClr val="2B343E"/>
              </a:buClr>
              <a:buSzPts val="1600"/>
              <a:buFont typeface="Arial"/>
              <a:buChar char="•"/>
            </a:pPr>
            <a:r>
              <a:rPr lang="fr-FR" sz="1600" b="1" i="0" u="none" strike="noStrike" cap="none">
                <a:solidFill>
                  <a:srgbClr val="2B343E"/>
                </a:solidFill>
                <a:latin typeface="Arial"/>
                <a:ea typeface="Arial"/>
                <a:cs typeface="Arial"/>
                <a:sym typeface="Arial"/>
              </a:rPr>
              <a:t>Something that started in the past and continued up to another action or time in the past. </a:t>
            </a:r>
            <a:endParaRPr/>
          </a:p>
          <a:p>
            <a:pPr marL="609585" marR="0" lvl="0" indent="-406389" algn="l" rtl="0">
              <a:lnSpc>
                <a:spcPct val="115000"/>
              </a:lnSpc>
              <a:spcBef>
                <a:spcPts val="1000"/>
              </a:spcBef>
              <a:spcAft>
                <a:spcPts val="0"/>
              </a:spcAft>
              <a:buClr>
                <a:schemeClr val="accent4"/>
              </a:buClr>
              <a:buSzPts val="1200"/>
              <a:buFont typeface="Barlow"/>
              <a:buChar char="●"/>
            </a:pPr>
            <a:r>
              <a:rPr lang="fr-FR" sz="1600" b="0" i="0" u="none" strike="noStrike" cap="none">
                <a:solidFill>
                  <a:srgbClr val="045F92"/>
                </a:solidFill>
                <a:latin typeface="Arial"/>
                <a:ea typeface="Arial"/>
                <a:cs typeface="Arial"/>
                <a:sym typeface="Arial"/>
              </a:rPr>
              <a:t>When he graduated, he </a:t>
            </a:r>
            <a:r>
              <a:rPr lang="fr-FR" sz="1600" b="1" i="0" u="none" strike="noStrike" cap="none">
                <a:solidFill>
                  <a:srgbClr val="045F92"/>
                </a:solidFill>
                <a:latin typeface="Arial"/>
                <a:ea typeface="Arial"/>
                <a:cs typeface="Arial"/>
                <a:sym typeface="Arial"/>
              </a:rPr>
              <a:t>had been</a:t>
            </a:r>
            <a:r>
              <a:rPr lang="fr-FR" sz="1600" b="0" i="0" u="none" strike="noStrike" cap="none">
                <a:solidFill>
                  <a:srgbClr val="045F92"/>
                </a:solidFill>
                <a:latin typeface="Arial"/>
                <a:ea typeface="Arial"/>
                <a:cs typeface="Arial"/>
                <a:sym typeface="Arial"/>
              </a:rPr>
              <a:t> in London for six years. (= He arrived in London six years before he graduated and lived there until he graduated, or even longer.)</a:t>
            </a:r>
            <a:endParaRPr/>
          </a:p>
          <a:p>
            <a:pPr marL="609585" marR="0" lvl="0" indent="-406389" algn="l" rtl="0">
              <a:lnSpc>
                <a:spcPct val="115000"/>
              </a:lnSpc>
              <a:spcBef>
                <a:spcPts val="1000"/>
              </a:spcBef>
              <a:spcAft>
                <a:spcPts val="0"/>
              </a:spcAft>
              <a:buClr>
                <a:schemeClr val="accent4"/>
              </a:buClr>
              <a:buSzPts val="1200"/>
              <a:buFont typeface="Barlow"/>
              <a:buChar char="●"/>
            </a:pPr>
            <a:r>
              <a:rPr lang="fr-FR" sz="1600" b="0" i="0" u="none" strike="noStrike" cap="none">
                <a:solidFill>
                  <a:srgbClr val="045F92"/>
                </a:solidFill>
                <a:latin typeface="Arial"/>
                <a:ea typeface="Arial"/>
                <a:cs typeface="Arial"/>
                <a:sym typeface="Arial"/>
              </a:rPr>
              <a:t>On the 20th of July, I</a:t>
            </a:r>
            <a:r>
              <a:rPr lang="fr-FR" sz="1600" b="1" i="0" u="none" strike="noStrike" cap="none">
                <a:solidFill>
                  <a:srgbClr val="045F92"/>
                </a:solidFill>
                <a:latin typeface="Arial"/>
                <a:ea typeface="Arial"/>
                <a:cs typeface="Arial"/>
                <a:sym typeface="Arial"/>
              </a:rPr>
              <a:t>'d worked</a:t>
            </a:r>
            <a:r>
              <a:rPr lang="fr-FR" sz="1600" b="0" i="0" u="none" strike="noStrike" cap="none">
                <a:solidFill>
                  <a:srgbClr val="045F92"/>
                </a:solidFill>
                <a:latin typeface="Arial"/>
                <a:ea typeface="Arial"/>
                <a:cs typeface="Arial"/>
                <a:sym typeface="Arial"/>
              </a:rPr>
              <a:t> here for three months.</a:t>
            </a:r>
            <a:endParaRPr/>
          </a:p>
          <a:p>
            <a:pPr marL="609585" marR="0" lvl="0" indent="-330189" algn="l" rtl="0">
              <a:lnSpc>
                <a:spcPct val="115000"/>
              </a:lnSpc>
              <a:spcBef>
                <a:spcPts val="1000"/>
              </a:spcBef>
              <a:spcAft>
                <a:spcPts val="0"/>
              </a:spcAft>
              <a:buClr>
                <a:schemeClr val="accent4"/>
              </a:buClr>
              <a:buSzPts val="1200"/>
              <a:buFont typeface="Barlow"/>
              <a:buNone/>
            </a:pPr>
            <a:endParaRPr sz="1600" b="0" i="0" u="none" strike="noStrike" cap="none">
              <a:solidFill>
                <a:srgbClr val="C5D8F1"/>
              </a:solidFill>
              <a:latin typeface="Arial"/>
              <a:ea typeface="Arial"/>
              <a:cs typeface="Arial"/>
              <a:sym typeface="Arial"/>
            </a:endParaRPr>
          </a:p>
          <a:p>
            <a:pPr marL="0" marR="0" lvl="0" indent="-101600" algn="l" rtl="0">
              <a:lnSpc>
                <a:spcPct val="115000"/>
              </a:lnSpc>
              <a:spcBef>
                <a:spcPts val="1000"/>
              </a:spcBef>
              <a:spcAft>
                <a:spcPts val="0"/>
              </a:spcAft>
              <a:buClr>
                <a:srgbClr val="2B343E"/>
              </a:buClr>
              <a:buSzPts val="1600"/>
              <a:buFont typeface="Arial"/>
              <a:buChar char="•"/>
            </a:pPr>
            <a:r>
              <a:rPr lang="fr-FR" sz="1600" b="1" i="0" u="none" strike="noStrike" cap="none">
                <a:solidFill>
                  <a:srgbClr val="2B343E"/>
                </a:solidFill>
                <a:latin typeface="Arial"/>
                <a:ea typeface="Arial"/>
                <a:cs typeface="Arial"/>
                <a:sym typeface="Arial"/>
              </a:rPr>
              <a:t>To talk about unreal or imaginary things in the past.</a:t>
            </a:r>
            <a:endParaRPr/>
          </a:p>
          <a:p>
            <a:pPr marL="609585" marR="0" lvl="0" indent="-406389" algn="l" rtl="0">
              <a:lnSpc>
                <a:spcPct val="115000"/>
              </a:lnSpc>
              <a:spcBef>
                <a:spcPts val="1000"/>
              </a:spcBef>
              <a:spcAft>
                <a:spcPts val="0"/>
              </a:spcAft>
              <a:buClr>
                <a:schemeClr val="accent4"/>
              </a:buClr>
              <a:buSzPts val="1200"/>
              <a:buFont typeface="Barlow"/>
              <a:buChar char="●"/>
            </a:pPr>
            <a:r>
              <a:rPr lang="fr-FR" sz="1600" b="0" i="0" u="none" strike="noStrike" cap="none">
                <a:solidFill>
                  <a:srgbClr val="045F92"/>
                </a:solidFill>
                <a:latin typeface="Arial"/>
                <a:ea typeface="Arial"/>
                <a:cs typeface="Arial"/>
                <a:sym typeface="Arial"/>
              </a:rPr>
              <a:t>If I</a:t>
            </a:r>
            <a:r>
              <a:rPr lang="fr-FR" sz="1600" b="1" i="0" u="none" strike="noStrike" cap="none">
                <a:solidFill>
                  <a:srgbClr val="045F92"/>
                </a:solidFill>
                <a:latin typeface="Arial"/>
                <a:ea typeface="Arial"/>
                <a:cs typeface="Arial"/>
                <a:sym typeface="Arial"/>
              </a:rPr>
              <a:t> had known</a:t>
            </a:r>
            <a:r>
              <a:rPr lang="fr-FR" sz="1600" b="0" i="0" u="none" strike="noStrike" cap="none">
                <a:solidFill>
                  <a:srgbClr val="045F92"/>
                </a:solidFill>
                <a:latin typeface="Arial"/>
                <a:ea typeface="Arial"/>
                <a:cs typeface="Arial"/>
                <a:sym typeface="Arial"/>
              </a:rPr>
              <a:t> you were ill, I would have visited you.</a:t>
            </a:r>
            <a:endParaRPr/>
          </a:p>
          <a:p>
            <a:pPr marL="609585" marR="0" lvl="0" indent="-406389" algn="l" rtl="0">
              <a:lnSpc>
                <a:spcPct val="115000"/>
              </a:lnSpc>
              <a:spcBef>
                <a:spcPts val="1000"/>
              </a:spcBef>
              <a:spcAft>
                <a:spcPts val="0"/>
              </a:spcAft>
              <a:buClr>
                <a:schemeClr val="accent4"/>
              </a:buClr>
              <a:buSzPts val="1200"/>
              <a:buFont typeface="Barlow"/>
              <a:buChar char="●"/>
            </a:pPr>
            <a:r>
              <a:rPr lang="fr-FR" sz="1600" b="0" i="0" u="none" strike="noStrike" cap="none">
                <a:solidFill>
                  <a:srgbClr val="045F92"/>
                </a:solidFill>
                <a:latin typeface="Arial"/>
                <a:ea typeface="Arial"/>
                <a:cs typeface="Arial"/>
                <a:sym typeface="Arial"/>
              </a:rPr>
              <a:t>She would have passed the exam if she </a:t>
            </a:r>
            <a:r>
              <a:rPr lang="fr-FR" sz="1600" b="1" i="0" u="none" strike="noStrike" cap="none">
                <a:solidFill>
                  <a:srgbClr val="045F92"/>
                </a:solidFill>
                <a:latin typeface="Arial"/>
                <a:ea typeface="Arial"/>
                <a:cs typeface="Arial"/>
                <a:sym typeface="Arial"/>
              </a:rPr>
              <a:t>had studied</a:t>
            </a:r>
            <a:r>
              <a:rPr lang="fr-FR" sz="1600" b="0" i="0" u="none" strike="noStrike" cap="none">
                <a:solidFill>
                  <a:srgbClr val="045F92"/>
                </a:solidFill>
                <a:latin typeface="Arial"/>
                <a:ea typeface="Arial"/>
                <a:cs typeface="Arial"/>
                <a:sym typeface="Arial"/>
              </a:rPr>
              <a:t> harder.</a:t>
            </a:r>
            <a:endParaRPr/>
          </a:p>
          <a:p>
            <a:pPr marL="609585" marR="0" lvl="0" indent="-406389" algn="l" rtl="0">
              <a:lnSpc>
                <a:spcPct val="115000"/>
              </a:lnSpc>
              <a:spcBef>
                <a:spcPts val="1000"/>
              </a:spcBef>
              <a:spcAft>
                <a:spcPts val="0"/>
              </a:spcAft>
              <a:buClr>
                <a:schemeClr val="accent4"/>
              </a:buClr>
              <a:buSzPts val="1200"/>
              <a:buFont typeface="Barlow"/>
              <a:buChar char="●"/>
            </a:pPr>
            <a:r>
              <a:rPr lang="fr-FR" sz="1600" b="0" i="0" u="none" strike="noStrike" cap="none">
                <a:solidFill>
                  <a:srgbClr val="045F92"/>
                </a:solidFill>
                <a:latin typeface="Arial"/>
                <a:ea typeface="Arial"/>
                <a:cs typeface="Arial"/>
                <a:sym typeface="Arial"/>
              </a:rPr>
              <a:t>I wish I </a:t>
            </a:r>
            <a:r>
              <a:rPr lang="fr-FR" sz="1600" b="1" i="0" u="none" strike="noStrike" cap="none">
                <a:solidFill>
                  <a:srgbClr val="045F92"/>
                </a:solidFill>
                <a:latin typeface="Arial"/>
                <a:ea typeface="Arial"/>
                <a:cs typeface="Arial"/>
                <a:sym typeface="Arial"/>
              </a:rPr>
              <a:t>hadn't gone</a:t>
            </a:r>
            <a:r>
              <a:rPr lang="fr-FR" sz="1600" b="0" i="0" u="none" strike="noStrike" cap="none">
                <a:solidFill>
                  <a:srgbClr val="045F92"/>
                </a:solidFill>
                <a:latin typeface="Arial"/>
                <a:ea typeface="Arial"/>
                <a:cs typeface="Arial"/>
                <a:sym typeface="Arial"/>
              </a:rPr>
              <a:t> to bed so late!</a:t>
            </a:r>
            <a:endParaRPr/>
          </a:p>
          <a:p>
            <a:pPr marL="0" marR="0" lvl="0" indent="0" algn="l" rtl="0">
              <a:lnSpc>
                <a:spcPct val="115000"/>
              </a:lnSpc>
              <a:spcBef>
                <a:spcPts val="1000"/>
              </a:spcBef>
              <a:spcAft>
                <a:spcPts val="0"/>
              </a:spcAft>
              <a:buClr>
                <a:schemeClr val="dk1"/>
              </a:buClr>
              <a:buSzPts val="1600"/>
              <a:buFont typeface="Arial"/>
              <a:buNone/>
            </a:pPr>
            <a:endParaRPr sz="1600" b="0" i="0" u="none" strike="noStrike" cap="none">
              <a:solidFill>
                <a:schemeClr val="accent4"/>
              </a:solidFill>
              <a:latin typeface="Arial"/>
              <a:ea typeface="Arial"/>
              <a:cs typeface="Arial"/>
              <a:sym typeface="Arial"/>
            </a:endParaRPr>
          </a:p>
        </p:txBody>
      </p:sp>
      <p:sp>
        <p:nvSpPr>
          <p:cNvPr id="791" name="Google Shape;791;p56"/>
          <p:cNvSpPr txBox="1"/>
          <p:nvPr/>
        </p:nvSpPr>
        <p:spPr>
          <a:xfrm>
            <a:off x="8297839" y="0"/>
            <a:ext cx="3894161" cy="3900400"/>
          </a:xfrm>
          <a:prstGeom prst="rect">
            <a:avLst/>
          </a:prstGeom>
          <a:noFill/>
          <a:ln>
            <a:noFill/>
          </a:ln>
        </p:spPr>
        <p:txBody>
          <a:bodyPr spcFirstLastPara="1" wrap="square" lIns="121875" tIns="121875" rIns="121875" bIns="121875" anchor="t" anchorCtr="0">
            <a:noAutofit/>
          </a:bodyPr>
          <a:lstStyle/>
          <a:p>
            <a:pPr marL="0" marR="0" lvl="0" indent="0" algn="ctr" rtl="0">
              <a:lnSpc>
                <a:spcPct val="90000"/>
              </a:lnSpc>
              <a:spcBef>
                <a:spcPts val="0"/>
              </a:spcBef>
              <a:spcAft>
                <a:spcPts val="0"/>
              </a:spcAft>
              <a:buClr>
                <a:srgbClr val="F3F3F3"/>
              </a:buClr>
              <a:buSzPts val="2400"/>
              <a:buFont typeface="Arial Rounded"/>
              <a:buNone/>
            </a:pPr>
            <a:r>
              <a:rPr lang="fr-FR" sz="6600" b="1" i="0" u="none" strike="noStrike" cap="none">
                <a:solidFill>
                  <a:srgbClr val="057A72"/>
                </a:solidFill>
                <a:latin typeface="Arial Rounded"/>
                <a:ea typeface="Arial Rounded"/>
                <a:cs typeface="Arial Rounded"/>
                <a:sym typeface="Arial Rounded"/>
              </a:rPr>
              <a:t>Past </a:t>
            </a:r>
            <a:endParaRPr/>
          </a:p>
          <a:p>
            <a:pPr marL="0" marR="0" lvl="0" indent="0" algn="ctr" rtl="0">
              <a:lnSpc>
                <a:spcPct val="90000"/>
              </a:lnSpc>
              <a:spcBef>
                <a:spcPts val="0"/>
              </a:spcBef>
              <a:spcAft>
                <a:spcPts val="0"/>
              </a:spcAft>
              <a:buClr>
                <a:srgbClr val="F3F3F3"/>
              </a:buClr>
              <a:buSzPts val="2400"/>
              <a:buFont typeface="Arial Rounded"/>
              <a:buNone/>
            </a:pPr>
            <a:r>
              <a:rPr lang="fr-FR" sz="6600" b="1" i="0" u="none" strike="noStrike" cap="none">
                <a:solidFill>
                  <a:srgbClr val="057A72"/>
                </a:solidFill>
                <a:latin typeface="Arial Rounded"/>
                <a:ea typeface="Arial Rounded"/>
                <a:cs typeface="Arial Rounded"/>
                <a:sym typeface="Arial Rounded"/>
              </a:rPr>
              <a:t>Perfect </a:t>
            </a:r>
            <a:endParaRPr/>
          </a:p>
          <a:p>
            <a:pPr marL="0" marR="0" lvl="0" indent="0" algn="ctr" rtl="0">
              <a:lnSpc>
                <a:spcPct val="90000"/>
              </a:lnSpc>
              <a:spcBef>
                <a:spcPts val="0"/>
              </a:spcBef>
              <a:spcAft>
                <a:spcPts val="0"/>
              </a:spcAft>
              <a:buClr>
                <a:srgbClr val="F3F3F3"/>
              </a:buClr>
              <a:buSzPts val="2400"/>
              <a:buFont typeface="Arial Rounded"/>
              <a:buNone/>
            </a:pPr>
            <a:r>
              <a:rPr lang="fr-FR" sz="6600" b="1" i="0" u="none" strike="noStrike" cap="none">
                <a:solidFill>
                  <a:srgbClr val="057A72"/>
                </a:solidFill>
                <a:latin typeface="Arial Rounded"/>
                <a:ea typeface="Arial Rounded"/>
                <a:cs typeface="Arial Rounded"/>
                <a:sym typeface="Arial Rounded"/>
              </a:rPr>
              <a:t>Simple</a:t>
            </a:r>
            <a:endParaRPr sz="6600" b="1" i="0" u="none" strike="noStrike" cap="none">
              <a:solidFill>
                <a:srgbClr val="057A72"/>
              </a:solidFill>
              <a:latin typeface="Arial Rounded"/>
              <a:ea typeface="Arial Rounded"/>
              <a:cs typeface="Arial Rounded"/>
              <a:sym typeface="Arial Rounde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795"/>
        <p:cNvGrpSpPr/>
        <p:nvPr/>
      </p:nvGrpSpPr>
      <p:grpSpPr>
        <a:xfrm>
          <a:off x="0" y="0"/>
          <a:ext cx="0" cy="0"/>
          <a:chOff x="0" y="0"/>
          <a:chExt cx="0" cy="0"/>
        </a:xfrm>
      </p:grpSpPr>
      <p:sp>
        <p:nvSpPr>
          <p:cNvPr id="796" name="Google Shape;796;p57"/>
          <p:cNvSpPr/>
          <p:nvPr/>
        </p:nvSpPr>
        <p:spPr>
          <a:xfrm>
            <a:off x="7089104" y="0"/>
            <a:ext cx="52" cy="260"/>
          </a:xfrm>
          <a:custGeom>
            <a:avLst/>
            <a:gdLst/>
            <a:ahLst/>
            <a:cxnLst/>
            <a:rect l="l" t="t" r="r" b="b"/>
            <a:pathLst>
              <a:path w="1" h="5" extrusionOk="0">
                <a:moveTo>
                  <a:pt x="1" y="0"/>
                </a:moveTo>
                <a:lnTo>
                  <a:pt x="1" y="4"/>
                </a:lnTo>
                <a:lnTo>
                  <a:pt x="1" y="4"/>
                </a:lnTo>
                <a:close/>
              </a:path>
            </a:pathLst>
          </a:custGeom>
          <a:solidFill>
            <a:srgbClr val="9FA3BB"/>
          </a:solidFill>
          <a:ln>
            <a:noFill/>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7" name="Google Shape;797;p57"/>
          <p:cNvSpPr/>
          <p:nvPr/>
        </p:nvSpPr>
        <p:spPr>
          <a:xfrm>
            <a:off x="781379" y="3334570"/>
            <a:ext cx="3418400" cy="2310400"/>
          </a:xfrm>
          <a:prstGeom prst="roundRect">
            <a:avLst>
              <a:gd name="adj" fmla="val 16667"/>
            </a:avLst>
          </a:prstGeom>
          <a:noFill/>
          <a:ln w="28575" cap="flat" cmpd="sng">
            <a:solidFill>
              <a:schemeClr val="hlink"/>
            </a:solidFill>
            <a:prstDash val="solid"/>
            <a:round/>
            <a:headEnd type="none" w="sm" len="sm"/>
            <a:tailEnd type="none" w="sm" len="sm"/>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8" name="Google Shape;798;p57"/>
          <p:cNvSpPr/>
          <p:nvPr/>
        </p:nvSpPr>
        <p:spPr>
          <a:xfrm>
            <a:off x="7911112" y="3334570"/>
            <a:ext cx="3418400" cy="2310400"/>
          </a:xfrm>
          <a:prstGeom prst="roundRect">
            <a:avLst>
              <a:gd name="adj" fmla="val 16667"/>
            </a:avLst>
          </a:prstGeom>
          <a:noFill/>
          <a:ln w="28575" cap="flat" cmpd="sng">
            <a:solidFill>
              <a:schemeClr val="hlink"/>
            </a:solidFill>
            <a:prstDash val="solid"/>
            <a:round/>
            <a:headEnd type="none" w="sm" len="sm"/>
            <a:tailEnd type="none" w="sm" len="sm"/>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9" name="Google Shape;799;p57"/>
          <p:cNvSpPr/>
          <p:nvPr/>
        </p:nvSpPr>
        <p:spPr>
          <a:xfrm>
            <a:off x="8065912" y="3464570"/>
            <a:ext cx="3108800" cy="2050400"/>
          </a:xfrm>
          <a:prstGeom prst="roundRect">
            <a:avLst>
              <a:gd name="adj" fmla="val 16667"/>
            </a:avLst>
          </a:prstGeom>
          <a:solidFill>
            <a:schemeClr val="hlink"/>
          </a:solidFill>
          <a:ln>
            <a:noFill/>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0" name="Google Shape;800;p57"/>
          <p:cNvSpPr/>
          <p:nvPr/>
        </p:nvSpPr>
        <p:spPr>
          <a:xfrm>
            <a:off x="936179" y="3464570"/>
            <a:ext cx="3108800" cy="2050400"/>
          </a:xfrm>
          <a:prstGeom prst="roundRect">
            <a:avLst>
              <a:gd name="adj" fmla="val 16667"/>
            </a:avLst>
          </a:prstGeom>
          <a:solidFill>
            <a:schemeClr val="hlink"/>
          </a:solidFill>
          <a:ln>
            <a:noFill/>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801" name="Google Shape;801;p57"/>
          <p:cNvGrpSpPr/>
          <p:nvPr/>
        </p:nvGrpSpPr>
        <p:grpSpPr>
          <a:xfrm flipH="1">
            <a:off x="9993835" y="768148"/>
            <a:ext cx="2198165" cy="1071760"/>
            <a:chOff x="0" y="815299"/>
            <a:chExt cx="1648624" cy="803820"/>
          </a:xfrm>
        </p:grpSpPr>
        <p:sp>
          <p:nvSpPr>
            <p:cNvPr id="802" name="Google Shape;802;p57"/>
            <p:cNvSpPr/>
            <p:nvPr/>
          </p:nvSpPr>
          <p:spPr>
            <a:xfrm>
              <a:off x="0" y="815299"/>
              <a:ext cx="1648624" cy="803820"/>
            </a:xfrm>
            <a:custGeom>
              <a:avLst/>
              <a:gdLst/>
              <a:ahLst/>
              <a:cxnLst/>
              <a:rect l="l" t="t" r="r" b="b"/>
              <a:pathLst>
                <a:path w="38657" h="18848" extrusionOk="0">
                  <a:moveTo>
                    <a:pt x="35352" y="196"/>
                  </a:moveTo>
                  <a:cubicBezTo>
                    <a:pt x="36332" y="196"/>
                    <a:pt x="37312" y="222"/>
                    <a:pt x="38290" y="270"/>
                  </a:cubicBezTo>
                  <a:lnTo>
                    <a:pt x="38290" y="270"/>
                  </a:lnTo>
                  <a:cubicBezTo>
                    <a:pt x="36921" y="3542"/>
                    <a:pt x="34704" y="6500"/>
                    <a:pt x="32104" y="9047"/>
                  </a:cubicBezTo>
                  <a:cubicBezTo>
                    <a:pt x="29443" y="11632"/>
                    <a:pt x="26249" y="13731"/>
                    <a:pt x="22771" y="15279"/>
                  </a:cubicBezTo>
                  <a:cubicBezTo>
                    <a:pt x="19272" y="16792"/>
                    <a:pt x="15508" y="17785"/>
                    <a:pt x="11661" y="18246"/>
                  </a:cubicBezTo>
                  <a:cubicBezTo>
                    <a:pt x="9543" y="18510"/>
                    <a:pt x="7395" y="18623"/>
                    <a:pt x="5249" y="18623"/>
                  </a:cubicBezTo>
                  <a:cubicBezTo>
                    <a:pt x="3506" y="18623"/>
                    <a:pt x="1765" y="18548"/>
                    <a:pt x="44" y="18420"/>
                  </a:cubicBezTo>
                  <a:cubicBezTo>
                    <a:pt x="860" y="16867"/>
                    <a:pt x="1936" y="15377"/>
                    <a:pt x="3079" y="13985"/>
                  </a:cubicBezTo>
                  <a:cubicBezTo>
                    <a:pt x="4235" y="12593"/>
                    <a:pt x="5519" y="11291"/>
                    <a:pt x="6897" y="10084"/>
                  </a:cubicBezTo>
                  <a:cubicBezTo>
                    <a:pt x="9649" y="7665"/>
                    <a:pt x="12825" y="5674"/>
                    <a:pt x="16234" y="4118"/>
                  </a:cubicBezTo>
                  <a:cubicBezTo>
                    <a:pt x="19645" y="2582"/>
                    <a:pt x="23297" y="1447"/>
                    <a:pt x="27061" y="855"/>
                  </a:cubicBezTo>
                  <a:cubicBezTo>
                    <a:pt x="29794" y="399"/>
                    <a:pt x="32573" y="196"/>
                    <a:pt x="35352" y="196"/>
                  </a:cubicBezTo>
                  <a:close/>
                  <a:moveTo>
                    <a:pt x="36335" y="1"/>
                  </a:moveTo>
                  <a:cubicBezTo>
                    <a:pt x="33218" y="1"/>
                    <a:pt x="30105" y="227"/>
                    <a:pt x="27032" y="696"/>
                  </a:cubicBezTo>
                  <a:cubicBezTo>
                    <a:pt x="23253" y="1268"/>
                    <a:pt x="19533" y="2269"/>
                    <a:pt x="16052" y="3778"/>
                  </a:cubicBezTo>
                  <a:cubicBezTo>
                    <a:pt x="12579" y="5305"/>
                    <a:pt x="9388" y="7364"/>
                    <a:pt x="6632" y="9833"/>
                  </a:cubicBezTo>
                  <a:cubicBezTo>
                    <a:pt x="3906" y="12325"/>
                    <a:pt x="1538" y="15163"/>
                    <a:pt x="0" y="18441"/>
                  </a:cubicBezTo>
                  <a:cubicBezTo>
                    <a:pt x="2153" y="18711"/>
                    <a:pt x="4307" y="18848"/>
                    <a:pt x="6461" y="18848"/>
                  </a:cubicBezTo>
                  <a:cubicBezTo>
                    <a:pt x="8210" y="18848"/>
                    <a:pt x="9959" y="18758"/>
                    <a:pt x="11705" y="18575"/>
                  </a:cubicBezTo>
                  <a:cubicBezTo>
                    <a:pt x="13656" y="18398"/>
                    <a:pt x="15577" y="18025"/>
                    <a:pt x="17478" y="17582"/>
                  </a:cubicBezTo>
                  <a:cubicBezTo>
                    <a:pt x="19370" y="17107"/>
                    <a:pt x="21208" y="16462"/>
                    <a:pt x="22992" y="15704"/>
                  </a:cubicBezTo>
                  <a:cubicBezTo>
                    <a:pt x="26542" y="14156"/>
                    <a:pt x="29770" y="11984"/>
                    <a:pt x="32442" y="9336"/>
                  </a:cubicBezTo>
                  <a:cubicBezTo>
                    <a:pt x="33783" y="8017"/>
                    <a:pt x="34976" y="6573"/>
                    <a:pt x="36020" y="5047"/>
                  </a:cubicBezTo>
                  <a:cubicBezTo>
                    <a:pt x="37046" y="3514"/>
                    <a:pt x="37964" y="1911"/>
                    <a:pt x="38602" y="192"/>
                  </a:cubicBezTo>
                  <a:lnTo>
                    <a:pt x="38656" y="43"/>
                  </a:lnTo>
                  <a:lnTo>
                    <a:pt x="38482" y="36"/>
                  </a:lnTo>
                  <a:cubicBezTo>
                    <a:pt x="37767" y="13"/>
                    <a:pt x="37051" y="1"/>
                    <a:pt x="36335" y="1"/>
                  </a:cubicBezTo>
                  <a:close/>
                </a:path>
              </a:pathLst>
            </a:custGeom>
            <a:solidFill>
              <a:schemeClr val="hlink"/>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3" name="Google Shape;803;p57"/>
            <p:cNvSpPr/>
            <p:nvPr/>
          </p:nvSpPr>
          <p:spPr>
            <a:xfrm>
              <a:off x="896" y="821909"/>
              <a:ext cx="1640010" cy="779426"/>
            </a:xfrm>
            <a:custGeom>
              <a:avLst/>
              <a:gdLst/>
              <a:ahLst/>
              <a:cxnLst/>
              <a:rect l="l" t="t" r="r" b="b"/>
              <a:pathLst>
                <a:path w="38455" h="18276" extrusionOk="0">
                  <a:moveTo>
                    <a:pt x="38454" y="0"/>
                  </a:moveTo>
                  <a:cubicBezTo>
                    <a:pt x="34984" y="947"/>
                    <a:pt x="31598" y="2144"/>
                    <a:pt x="28269" y="3456"/>
                  </a:cubicBezTo>
                  <a:cubicBezTo>
                    <a:pt x="24954" y="4801"/>
                    <a:pt x="21706" y="6281"/>
                    <a:pt x="18497" y="7822"/>
                  </a:cubicBezTo>
                  <a:cubicBezTo>
                    <a:pt x="15317" y="9414"/>
                    <a:pt x="12162" y="11052"/>
                    <a:pt x="9077" y="12793"/>
                  </a:cubicBezTo>
                  <a:cubicBezTo>
                    <a:pt x="5991" y="14537"/>
                    <a:pt x="2946" y="16339"/>
                    <a:pt x="1" y="18275"/>
                  </a:cubicBezTo>
                  <a:cubicBezTo>
                    <a:pt x="1532" y="17387"/>
                    <a:pt x="3061" y="16503"/>
                    <a:pt x="4613" y="15651"/>
                  </a:cubicBezTo>
                  <a:cubicBezTo>
                    <a:pt x="6154" y="14780"/>
                    <a:pt x="7710" y="13928"/>
                    <a:pt x="9273" y="13094"/>
                  </a:cubicBezTo>
                  <a:cubicBezTo>
                    <a:pt x="12395" y="11419"/>
                    <a:pt x="15534" y="9780"/>
                    <a:pt x="18729" y="8224"/>
                  </a:cubicBezTo>
                  <a:cubicBezTo>
                    <a:pt x="21913" y="6654"/>
                    <a:pt x="25155" y="5186"/>
                    <a:pt x="28425" y="3775"/>
                  </a:cubicBezTo>
                  <a:cubicBezTo>
                    <a:pt x="30078" y="3108"/>
                    <a:pt x="31713" y="2401"/>
                    <a:pt x="33396" y="1799"/>
                  </a:cubicBezTo>
                  <a:cubicBezTo>
                    <a:pt x="35053" y="1132"/>
                    <a:pt x="36764" y="596"/>
                    <a:pt x="38454" y="0"/>
                  </a:cubicBezTo>
                  <a:close/>
                </a:path>
              </a:pathLst>
            </a:custGeom>
            <a:solidFill>
              <a:schemeClr val="hlink"/>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4" name="Google Shape;804;p57"/>
            <p:cNvSpPr/>
            <p:nvPr/>
          </p:nvSpPr>
          <p:spPr>
            <a:xfrm>
              <a:off x="327194" y="1201859"/>
              <a:ext cx="27764" cy="195837"/>
            </a:xfrm>
            <a:custGeom>
              <a:avLst/>
              <a:gdLst/>
              <a:ahLst/>
              <a:cxnLst/>
              <a:rect l="l" t="t" r="r" b="b"/>
              <a:pathLst>
                <a:path w="651" h="4592" extrusionOk="0">
                  <a:moveTo>
                    <a:pt x="247" y="1"/>
                  </a:moveTo>
                  <a:lnTo>
                    <a:pt x="1" y="19"/>
                  </a:lnTo>
                  <a:lnTo>
                    <a:pt x="404" y="4591"/>
                  </a:lnTo>
                  <a:lnTo>
                    <a:pt x="650" y="4573"/>
                  </a:lnTo>
                  <a:lnTo>
                    <a:pt x="247" y="1"/>
                  </a:lnTo>
                  <a:close/>
                </a:path>
              </a:pathLst>
            </a:custGeom>
            <a:solidFill>
              <a:schemeClr val="hlink"/>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5" name="Google Shape;805;p57"/>
            <p:cNvSpPr/>
            <p:nvPr/>
          </p:nvSpPr>
          <p:spPr>
            <a:xfrm>
              <a:off x="494843" y="1312573"/>
              <a:ext cx="532454" cy="145087"/>
            </a:xfrm>
            <a:custGeom>
              <a:avLst/>
              <a:gdLst/>
              <a:ahLst/>
              <a:cxnLst/>
              <a:rect l="l" t="t" r="r" b="b"/>
              <a:pathLst>
                <a:path w="12485" h="3402" extrusionOk="0">
                  <a:moveTo>
                    <a:pt x="66" y="1"/>
                  </a:moveTo>
                  <a:lnTo>
                    <a:pt x="1" y="218"/>
                  </a:lnTo>
                  <a:lnTo>
                    <a:pt x="12420" y="3402"/>
                  </a:lnTo>
                  <a:lnTo>
                    <a:pt x="12485" y="3180"/>
                  </a:lnTo>
                  <a:lnTo>
                    <a:pt x="66" y="1"/>
                  </a:lnTo>
                  <a:close/>
                </a:path>
              </a:pathLst>
            </a:custGeom>
            <a:solidFill>
              <a:schemeClr val="hlink"/>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6" name="Google Shape;806;p57"/>
            <p:cNvSpPr/>
            <p:nvPr/>
          </p:nvSpPr>
          <p:spPr>
            <a:xfrm>
              <a:off x="675926" y="1212222"/>
              <a:ext cx="538041" cy="135960"/>
            </a:xfrm>
            <a:custGeom>
              <a:avLst/>
              <a:gdLst/>
              <a:ahLst/>
              <a:cxnLst/>
              <a:rect l="l" t="t" r="r" b="b"/>
              <a:pathLst>
                <a:path w="12616" h="3188" extrusionOk="0">
                  <a:moveTo>
                    <a:pt x="62" y="1"/>
                  </a:moveTo>
                  <a:lnTo>
                    <a:pt x="0" y="222"/>
                  </a:lnTo>
                  <a:lnTo>
                    <a:pt x="12553" y="3187"/>
                  </a:lnTo>
                  <a:lnTo>
                    <a:pt x="12615" y="2966"/>
                  </a:lnTo>
                  <a:lnTo>
                    <a:pt x="62" y="1"/>
                  </a:lnTo>
                  <a:close/>
                </a:path>
              </a:pathLst>
            </a:custGeom>
            <a:solidFill>
              <a:schemeClr val="hlink"/>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7" name="Google Shape;807;p57"/>
            <p:cNvSpPr/>
            <p:nvPr/>
          </p:nvSpPr>
          <p:spPr>
            <a:xfrm>
              <a:off x="915308" y="879271"/>
              <a:ext cx="79964" cy="225989"/>
            </a:xfrm>
            <a:custGeom>
              <a:avLst/>
              <a:gdLst/>
              <a:ahLst/>
              <a:cxnLst/>
              <a:rect l="l" t="t" r="r" b="b"/>
              <a:pathLst>
                <a:path w="1875" h="5299" extrusionOk="0">
                  <a:moveTo>
                    <a:pt x="1636" y="1"/>
                  </a:moveTo>
                  <a:lnTo>
                    <a:pt x="0" y="5237"/>
                  </a:lnTo>
                  <a:lnTo>
                    <a:pt x="240" y="5299"/>
                  </a:lnTo>
                  <a:lnTo>
                    <a:pt x="1875" y="66"/>
                  </a:lnTo>
                  <a:lnTo>
                    <a:pt x="1636" y="1"/>
                  </a:lnTo>
                  <a:close/>
                </a:path>
              </a:pathLst>
            </a:custGeom>
            <a:solidFill>
              <a:schemeClr val="hlink"/>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808" name="Google Shape;808;p57"/>
          <p:cNvSpPr txBox="1">
            <a:spLocks noGrp="1"/>
          </p:cNvSpPr>
          <p:nvPr>
            <p:ph type="subTitle" idx="1"/>
          </p:nvPr>
        </p:nvSpPr>
        <p:spPr>
          <a:xfrm>
            <a:off x="8116912" y="3536133"/>
            <a:ext cx="3006800" cy="1034400"/>
          </a:xfrm>
          <a:prstGeom prst="rect">
            <a:avLst/>
          </a:prstGeom>
          <a:noFill/>
          <a:ln>
            <a:noFill/>
          </a:ln>
        </p:spPr>
        <p:txBody>
          <a:bodyPr spcFirstLastPara="1" wrap="square" lIns="121875" tIns="121875" rIns="121875" bIns="121875" anchor="b" anchorCtr="0">
            <a:noAutofit/>
          </a:bodyPr>
          <a:lstStyle/>
          <a:p>
            <a:pPr marL="0" lvl="0" indent="0" algn="ctr" rtl="0">
              <a:lnSpc>
                <a:spcPct val="100000"/>
              </a:lnSpc>
              <a:spcBef>
                <a:spcPts val="0"/>
              </a:spcBef>
              <a:spcAft>
                <a:spcPts val="2133"/>
              </a:spcAft>
              <a:buClr>
                <a:schemeClr val="dk1"/>
              </a:buClr>
              <a:buSzPts val="2000"/>
              <a:buNone/>
            </a:pPr>
            <a:r>
              <a:rPr lang="fr-FR" sz="2000"/>
              <a:t>Negative sentences</a:t>
            </a:r>
            <a:endParaRPr sz="2000"/>
          </a:p>
        </p:txBody>
      </p:sp>
      <p:sp>
        <p:nvSpPr>
          <p:cNvPr id="809" name="Google Shape;809;p57"/>
          <p:cNvSpPr txBox="1">
            <a:spLocks noGrp="1"/>
          </p:cNvSpPr>
          <p:nvPr>
            <p:ph type="subTitle" idx="3"/>
          </p:nvPr>
        </p:nvSpPr>
        <p:spPr>
          <a:xfrm>
            <a:off x="1038179" y="3464566"/>
            <a:ext cx="3006800" cy="1034400"/>
          </a:xfrm>
          <a:prstGeom prst="rect">
            <a:avLst/>
          </a:prstGeom>
          <a:noFill/>
          <a:ln>
            <a:noFill/>
          </a:ln>
        </p:spPr>
        <p:txBody>
          <a:bodyPr spcFirstLastPara="1" wrap="square" lIns="121875" tIns="121875" rIns="121875" bIns="121875" anchor="b" anchorCtr="0">
            <a:noAutofit/>
          </a:bodyPr>
          <a:lstStyle/>
          <a:p>
            <a:pPr marL="0" lvl="0" indent="0" algn="ctr" rtl="0">
              <a:lnSpc>
                <a:spcPct val="100000"/>
              </a:lnSpc>
              <a:spcBef>
                <a:spcPts val="0"/>
              </a:spcBef>
              <a:spcAft>
                <a:spcPts val="2133"/>
              </a:spcAft>
              <a:buClr>
                <a:schemeClr val="dk1"/>
              </a:buClr>
              <a:buSzPts val="2400"/>
              <a:buNone/>
            </a:pPr>
            <a:r>
              <a:rPr lang="fr-FR" sz="2400"/>
              <a:t>Positive sentences</a:t>
            </a:r>
            <a:endParaRPr sz="2400"/>
          </a:p>
        </p:txBody>
      </p:sp>
      <p:sp>
        <p:nvSpPr>
          <p:cNvPr id="810" name="Google Shape;810;p57"/>
          <p:cNvSpPr txBox="1">
            <a:spLocks noGrp="1"/>
          </p:cNvSpPr>
          <p:nvPr>
            <p:ph type="subTitle" idx="4"/>
          </p:nvPr>
        </p:nvSpPr>
        <p:spPr>
          <a:xfrm>
            <a:off x="8116918" y="4133000"/>
            <a:ext cx="3006800" cy="1281600"/>
          </a:xfrm>
          <a:prstGeom prst="rect">
            <a:avLst/>
          </a:prstGeom>
          <a:noFill/>
          <a:ln>
            <a:noFill/>
          </a:ln>
        </p:spPr>
        <p:txBody>
          <a:bodyPr spcFirstLastPara="1" wrap="square" lIns="121875" tIns="121875" rIns="121875" bIns="0" anchor="ctr" anchorCtr="0">
            <a:noAutofit/>
          </a:bodyPr>
          <a:lstStyle/>
          <a:p>
            <a:pPr marL="0" lvl="0" indent="0" algn="ctr" rtl="0">
              <a:lnSpc>
                <a:spcPct val="100000"/>
              </a:lnSpc>
              <a:spcBef>
                <a:spcPts val="0"/>
              </a:spcBef>
              <a:spcAft>
                <a:spcPts val="0"/>
              </a:spcAft>
              <a:buClr>
                <a:schemeClr val="dk1"/>
              </a:buClr>
              <a:buSzPts val="1900"/>
              <a:buNone/>
            </a:pPr>
            <a:r>
              <a:rPr lang="fr-FR"/>
              <a:t>S + hadn’t + been + verb (-ing)</a:t>
            </a:r>
            <a:endParaRPr/>
          </a:p>
          <a:p>
            <a:pPr marL="0" lvl="0" indent="0" algn="ctr" rtl="0">
              <a:lnSpc>
                <a:spcPct val="100000"/>
              </a:lnSpc>
              <a:spcBef>
                <a:spcPts val="0"/>
              </a:spcBef>
              <a:spcAft>
                <a:spcPts val="0"/>
              </a:spcAft>
              <a:buClr>
                <a:schemeClr val="dk1"/>
              </a:buClr>
              <a:buSzPts val="1900"/>
              <a:buNone/>
            </a:pPr>
            <a:r>
              <a:rPr lang="fr-FR"/>
              <a:t>She </a:t>
            </a:r>
            <a:r>
              <a:rPr lang="fr-FR" b="1"/>
              <a:t>hadn’t been sleeping</a:t>
            </a:r>
            <a:r>
              <a:rPr lang="fr-FR"/>
              <a:t>.</a:t>
            </a:r>
            <a:endParaRPr/>
          </a:p>
        </p:txBody>
      </p:sp>
      <p:sp>
        <p:nvSpPr>
          <p:cNvPr id="811" name="Google Shape;811;p57"/>
          <p:cNvSpPr txBox="1">
            <a:spLocks noGrp="1"/>
          </p:cNvSpPr>
          <p:nvPr>
            <p:ph type="subTitle" idx="6"/>
          </p:nvPr>
        </p:nvSpPr>
        <p:spPr>
          <a:xfrm>
            <a:off x="1039584" y="4342566"/>
            <a:ext cx="3160000" cy="1071600"/>
          </a:xfrm>
          <a:prstGeom prst="rect">
            <a:avLst/>
          </a:prstGeom>
          <a:noFill/>
          <a:ln>
            <a:noFill/>
          </a:ln>
        </p:spPr>
        <p:txBody>
          <a:bodyPr spcFirstLastPara="1" wrap="square" lIns="121875" tIns="121875" rIns="121875" bIns="0" anchor="ctr" anchorCtr="0">
            <a:noAutofit/>
          </a:bodyPr>
          <a:lstStyle/>
          <a:p>
            <a:pPr marL="0" lvl="0" indent="0" algn="l" rtl="0">
              <a:lnSpc>
                <a:spcPct val="100000"/>
              </a:lnSpc>
              <a:spcBef>
                <a:spcPts val="0"/>
              </a:spcBef>
              <a:spcAft>
                <a:spcPts val="0"/>
              </a:spcAft>
              <a:buClr>
                <a:schemeClr val="dk1"/>
              </a:buClr>
              <a:buSzPts val="1900"/>
              <a:buNone/>
            </a:pPr>
            <a:r>
              <a:rPr lang="fr-FR"/>
              <a:t>S +  had + been + </a:t>
            </a:r>
            <a:endParaRPr/>
          </a:p>
          <a:p>
            <a:pPr marL="0" lvl="0" indent="0" algn="l" rtl="0">
              <a:lnSpc>
                <a:spcPct val="100000"/>
              </a:lnSpc>
              <a:spcBef>
                <a:spcPts val="0"/>
              </a:spcBef>
              <a:spcAft>
                <a:spcPts val="0"/>
              </a:spcAft>
              <a:buClr>
                <a:schemeClr val="dk1"/>
              </a:buClr>
              <a:buSzPts val="1900"/>
              <a:buNone/>
            </a:pPr>
            <a:r>
              <a:rPr lang="fr-FR"/>
              <a:t>verb (-ing)</a:t>
            </a:r>
            <a:endParaRPr/>
          </a:p>
          <a:p>
            <a:pPr marL="0" lvl="0" indent="0" algn="l" rtl="0">
              <a:lnSpc>
                <a:spcPct val="100000"/>
              </a:lnSpc>
              <a:spcBef>
                <a:spcPts val="2133"/>
              </a:spcBef>
              <a:spcAft>
                <a:spcPts val="2133"/>
              </a:spcAft>
              <a:buClr>
                <a:schemeClr val="dk1"/>
              </a:buClr>
              <a:buSzPts val="1900"/>
              <a:buNone/>
            </a:pPr>
            <a:r>
              <a:rPr lang="fr-FR"/>
              <a:t>She </a:t>
            </a:r>
            <a:r>
              <a:rPr lang="fr-FR" b="1"/>
              <a:t>had been sleeping.</a:t>
            </a:r>
            <a:endParaRPr/>
          </a:p>
        </p:txBody>
      </p:sp>
      <p:grpSp>
        <p:nvGrpSpPr>
          <p:cNvPr id="812" name="Google Shape;812;p57"/>
          <p:cNvGrpSpPr/>
          <p:nvPr/>
        </p:nvGrpSpPr>
        <p:grpSpPr>
          <a:xfrm>
            <a:off x="2034952" y="2460751"/>
            <a:ext cx="911255" cy="738689"/>
            <a:chOff x="1608418" y="2694788"/>
            <a:chExt cx="683441" cy="554017"/>
          </a:xfrm>
        </p:grpSpPr>
        <p:sp>
          <p:nvSpPr>
            <p:cNvPr id="813" name="Google Shape;813;p57"/>
            <p:cNvSpPr/>
            <p:nvPr/>
          </p:nvSpPr>
          <p:spPr>
            <a:xfrm rot="-1324817">
              <a:off x="1653885" y="2793041"/>
              <a:ext cx="592506" cy="357511"/>
            </a:xfrm>
            <a:custGeom>
              <a:avLst/>
              <a:gdLst/>
              <a:ahLst/>
              <a:cxnLst/>
              <a:rect l="l" t="t" r="r" b="b"/>
              <a:pathLst>
                <a:path w="25564" h="15425" extrusionOk="0">
                  <a:moveTo>
                    <a:pt x="12212" y="1"/>
                  </a:moveTo>
                  <a:cubicBezTo>
                    <a:pt x="8973" y="1"/>
                    <a:pt x="8333" y="13785"/>
                    <a:pt x="8333" y="13785"/>
                  </a:cubicBezTo>
                  <a:cubicBezTo>
                    <a:pt x="8333" y="13785"/>
                    <a:pt x="6052" y="373"/>
                    <a:pt x="3330" y="373"/>
                  </a:cubicBezTo>
                  <a:cubicBezTo>
                    <a:pt x="3190" y="373"/>
                    <a:pt x="3050" y="408"/>
                    <a:pt x="2909" y="481"/>
                  </a:cubicBezTo>
                  <a:cubicBezTo>
                    <a:pt x="1" y="2001"/>
                    <a:pt x="8333" y="15062"/>
                    <a:pt x="8333" y="15062"/>
                  </a:cubicBezTo>
                  <a:lnTo>
                    <a:pt x="10328" y="15424"/>
                  </a:lnTo>
                  <a:cubicBezTo>
                    <a:pt x="10328" y="15424"/>
                    <a:pt x="25563" y="7716"/>
                    <a:pt x="23609" y="6037"/>
                  </a:cubicBezTo>
                  <a:cubicBezTo>
                    <a:pt x="23455" y="5905"/>
                    <a:pt x="23250" y="5844"/>
                    <a:pt x="23001" y="5844"/>
                  </a:cubicBezTo>
                  <a:cubicBezTo>
                    <a:pt x="20095" y="5844"/>
                    <a:pt x="11339" y="14184"/>
                    <a:pt x="11339" y="14184"/>
                  </a:cubicBezTo>
                  <a:cubicBezTo>
                    <a:pt x="11339" y="14184"/>
                    <a:pt x="21786" y="2759"/>
                    <a:pt x="19269" y="2081"/>
                  </a:cubicBezTo>
                  <a:cubicBezTo>
                    <a:pt x="19202" y="2063"/>
                    <a:pt x="19132" y="2054"/>
                    <a:pt x="19060" y="2054"/>
                  </a:cubicBezTo>
                  <a:cubicBezTo>
                    <a:pt x="16395" y="2054"/>
                    <a:pt x="9939" y="13826"/>
                    <a:pt x="9939" y="13826"/>
                  </a:cubicBezTo>
                  <a:cubicBezTo>
                    <a:pt x="9939" y="13826"/>
                    <a:pt x="15581" y="203"/>
                    <a:pt x="12282" y="3"/>
                  </a:cubicBezTo>
                  <a:cubicBezTo>
                    <a:pt x="12259" y="1"/>
                    <a:pt x="12236" y="1"/>
                    <a:pt x="1221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4" name="Google Shape;814;p57"/>
            <p:cNvSpPr/>
            <p:nvPr/>
          </p:nvSpPr>
          <p:spPr>
            <a:xfrm rot="-1324817">
              <a:off x="1756988" y="2847999"/>
              <a:ext cx="31035" cy="22111"/>
            </a:xfrm>
            <a:custGeom>
              <a:avLst/>
              <a:gdLst/>
              <a:ahLst/>
              <a:cxnLst/>
              <a:rect l="l" t="t" r="r" b="b"/>
              <a:pathLst>
                <a:path w="1339" h="954" extrusionOk="0">
                  <a:moveTo>
                    <a:pt x="667" y="0"/>
                  </a:moveTo>
                  <a:cubicBezTo>
                    <a:pt x="1" y="0"/>
                    <a:pt x="1" y="954"/>
                    <a:pt x="667" y="954"/>
                  </a:cubicBezTo>
                  <a:cubicBezTo>
                    <a:pt x="1338" y="954"/>
                    <a:pt x="1338" y="0"/>
                    <a:pt x="667"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5" name="Google Shape;815;p57"/>
            <p:cNvSpPr/>
            <p:nvPr/>
          </p:nvSpPr>
          <p:spPr>
            <a:xfrm rot="-1324817">
              <a:off x="1913360" y="2794216"/>
              <a:ext cx="33491" cy="23873"/>
            </a:xfrm>
            <a:custGeom>
              <a:avLst/>
              <a:gdLst/>
              <a:ahLst/>
              <a:cxnLst/>
              <a:rect l="l" t="t" r="r" b="b"/>
              <a:pathLst>
                <a:path w="1445" h="1030" extrusionOk="0">
                  <a:moveTo>
                    <a:pt x="722" y="0"/>
                  </a:moveTo>
                  <a:cubicBezTo>
                    <a:pt x="4" y="0"/>
                    <a:pt x="1" y="1029"/>
                    <a:pt x="722" y="1029"/>
                  </a:cubicBezTo>
                  <a:cubicBezTo>
                    <a:pt x="1445" y="1029"/>
                    <a:pt x="1445" y="0"/>
                    <a:pt x="722"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6" name="Google Shape;816;p57"/>
            <p:cNvSpPr/>
            <p:nvPr/>
          </p:nvSpPr>
          <p:spPr>
            <a:xfrm rot="-1324817">
              <a:off x="2122320" y="2801389"/>
              <a:ext cx="18936" cy="13651"/>
            </a:xfrm>
            <a:custGeom>
              <a:avLst/>
              <a:gdLst/>
              <a:ahLst/>
              <a:cxnLst/>
              <a:rect l="l" t="t" r="r" b="b"/>
              <a:pathLst>
                <a:path w="817" h="589" extrusionOk="0">
                  <a:moveTo>
                    <a:pt x="411" y="1"/>
                  </a:moveTo>
                  <a:cubicBezTo>
                    <a:pt x="1" y="1"/>
                    <a:pt x="1" y="588"/>
                    <a:pt x="411" y="588"/>
                  </a:cubicBezTo>
                  <a:cubicBezTo>
                    <a:pt x="816" y="588"/>
                    <a:pt x="816" y="1"/>
                    <a:pt x="411"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7" name="Google Shape;817;p57"/>
            <p:cNvSpPr/>
            <p:nvPr/>
          </p:nvSpPr>
          <p:spPr>
            <a:xfrm rot="-1324817">
              <a:off x="1914438" y="3147736"/>
              <a:ext cx="67006" cy="53772"/>
            </a:xfrm>
            <a:custGeom>
              <a:avLst/>
              <a:gdLst/>
              <a:ahLst/>
              <a:cxnLst/>
              <a:rect l="l" t="t" r="r" b="b"/>
              <a:pathLst>
                <a:path w="2891" h="2320" extrusionOk="0">
                  <a:moveTo>
                    <a:pt x="146" y="1"/>
                  </a:moveTo>
                  <a:cubicBezTo>
                    <a:pt x="146" y="1"/>
                    <a:pt x="1" y="1929"/>
                    <a:pt x="1187" y="2281"/>
                  </a:cubicBezTo>
                  <a:cubicBezTo>
                    <a:pt x="1275" y="2308"/>
                    <a:pt x="1360" y="2320"/>
                    <a:pt x="1441" y="2320"/>
                  </a:cubicBezTo>
                  <a:cubicBezTo>
                    <a:pt x="2444" y="2320"/>
                    <a:pt x="2891" y="436"/>
                    <a:pt x="2891" y="436"/>
                  </a:cubicBezTo>
                  <a:lnTo>
                    <a:pt x="146"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818" name="Google Shape;818;p57"/>
          <p:cNvGrpSpPr/>
          <p:nvPr/>
        </p:nvGrpSpPr>
        <p:grpSpPr>
          <a:xfrm>
            <a:off x="5324154" y="2460751"/>
            <a:ext cx="911255" cy="738689"/>
            <a:chOff x="4219705" y="1821913"/>
            <a:chExt cx="683441" cy="554017"/>
          </a:xfrm>
        </p:grpSpPr>
        <p:sp>
          <p:nvSpPr>
            <p:cNvPr id="819" name="Google Shape;819;p57"/>
            <p:cNvSpPr/>
            <p:nvPr/>
          </p:nvSpPr>
          <p:spPr>
            <a:xfrm rot="-1324817">
              <a:off x="4265173" y="1920166"/>
              <a:ext cx="592506" cy="357511"/>
            </a:xfrm>
            <a:custGeom>
              <a:avLst/>
              <a:gdLst/>
              <a:ahLst/>
              <a:cxnLst/>
              <a:rect l="l" t="t" r="r" b="b"/>
              <a:pathLst>
                <a:path w="25564" h="15425" extrusionOk="0">
                  <a:moveTo>
                    <a:pt x="12212" y="1"/>
                  </a:moveTo>
                  <a:cubicBezTo>
                    <a:pt x="8973" y="1"/>
                    <a:pt x="8333" y="13785"/>
                    <a:pt x="8333" y="13785"/>
                  </a:cubicBezTo>
                  <a:cubicBezTo>
                    <a:pt x="8333" y="13785"/>
                    <a:pt x="6052" y="373"/>
                    <a:pt x="3330" y="373"/>
                  </a:cubicBezTo>
                  <a:cubicBezTo>
                    <a:pt x="3190" y="373"/>
                    <a:pt x="3050" y="408"/>
                    <a:pt x="2909" y="481"/>
                  </a:cubicBezTo>
                  <a:cubicBezTo>
                    <a:pt x="1" y="2001"/>
                    <a:pt x="8333" y="15062"/>
                    <a:pt x="8333" y="15062"/>
                  </a:cubicBezTo>
                  <a:lnTo>
                    <a:pt x="10328" y="15424"/>
                  </a:lnTo>
                  <a:cubicBezTo>
                    <a:pt x="10328" y="15424"/>
                    <a:pt x="25563" y="7716"/>
                    <a:pt x="23609" y="6037"/>
                  </a:cubicBezTo>
                  <a:cubicBezTo>
                    <a:pt x="23455" y="5905"/>
                    <a:pt x="23250" y="5844"/>
                    <a:pt x="23001" y="5844"/>
                  </a:cubicBezTo>
                  <a:cubicBezTo>
                    <a:pt x="20095" y="5844"/>
                    <a:pt x="11339" y="14184"/>
                    <a:pt x="11339" y="14184"/>
                  </a:cubicBezTo>
                  <a:cubicBezTo>
                    <a:pt x="11339" y="14184"/>
                    <a:pt x="21786" y="2759"/>
                    <a:pt x="19269" y="2081"/>
                  </a:cubicBezTo>
                  <a:cubicBezTo>
                    <a:pt x="19202" y="2063"/>
                    <a:pt x="19132" y="2054"/>
                    <a:pt x="19060" y="2054"/>
                  </a:cubicBezTo>
                  <a:cubicBezTo>
                    <a:pt x="16395" y="2054"/>
                    <a:pt x="9939" y="13826"/>
                    <a:pt x="9939" y="13826"/>
                  </a:cubicBezTo>
                  <a:cubicBezTo>
                    <a:pt x="9939" y="13826"/>
                    <a:pt x="15581" y="203"/>
                    <a:pt x="12282" y="3"/>
                  </a:cubicBezTo>
                  <a:cubicBezTo>
                    <a:pt x="12259" y="1"/>
                    <a:pt x="12236" y="1"/>
                    <a:pt x="1221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0" name="Google Shape;820;p57"/>
            <p:cNvSpPr/>
            <p:nvPr/>
          </p:nvSpPr>
          <p:spPr>
            <a:xfrm rot="-1324817">
              <a:off x="4368275" y="1975124"/>
              <a:ext cx="31035" cy="22111"/>
            </a:xfrm>
            <a:custGeom>
              <a:avLst/>
              <a:gdLst/>
              <a:ahLst/>
              <a:cxnLst/>
              <a:rect l="l" t="t" r="r" b="b"/>
              <a:pathLst>
                <a:path w="1339" h="954" extrusionOk="0">
                  <a:moveTo>
                    <a:pt x="667" y="0"/>
                  </a:moveTo>
                  <a:cubicBezTo>
                    <a:pt x="1" y="0"/>
                    <a:pt x="1" y="954"/>
                    <a:pt x="667" y="954"/>
                  </a:cubicBezTo>
                  <a:cubicBezTo>
                    <a:pt x="1338" y="954"/>
                    <a:pt x="1338" y="0"/>
                    <a:pt x="667"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1" name="Google Shape;821;p57"/>
            <p:cNvSpPr/>
            <p:nvPr/>
          </p:nvSpPr>
          <p:spPr>
            <a:xfrm rot="-1324817">
              <a:off x="4524647" y="1921341"/>
              <a:ext cx="33491" cy="23873"/>
            </a:xfrm>
            <a:custGeom>
              <a:avLst/>
              <a:gdLst/>
              <a:ahLst/>
              <a:cxnLst/>
              <a:rect l="l" t="t" r="r" b="b"/>
              <a:pathLst>
                <a:path w="1445" h="1030" extrusionOk="0">
                  <a:moveTo>
                    <a:pt x="722" y="0"/>
                  </a:moveTo>
                  <a:cubicBezTo>
                    <a:pt x="4" y="0"/>
                    <a:pt x="1" y="1029"/>
                    <a:pt x="722" y="1029"/>
                  </a:cubicBezTo>
                  <a:cubicBezTo>
                    <a:pt x="1445" y="1029"/>
                    <a:pt x="1445" y="0"/>
                    <a:pt x="722"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2" name="Google Shape;822;p57"/>
            <p:cNvSpPr/>
            <p:nvPr/>
          </p:nvSpPr>
          <p:spPr>
            <a:xfrm rot="-1324817">
              <a:off x="4733608" y="1928514"/>
              <a:ext cx="18936" cy="13651"/>
            </a:xfrm>
            <a:custGeom>
              <a:avLst/>
              <a:gdLst/>
              <a:ahLst/>
              <a:cxnLst/>
              <a:rect l="l" t="t" r="r" b="b"/>
              <a:pathLst>
                <a:path w="817" h="589" extrusionOk="0">
                  <a:moveTo>
                    <a:pt x="411" y="1"/>
                  </a:moveTo>
                  <a:cubicBezTo>
                    <a:pt x="1" y="1"/>
                    <a:pt x="1" y="588"/>
                    <a:pt x="411" y="588"/>
                  </a:cubicBezTo>
                  <a:cubicBezTo>
                    <a:pt x="816" y="588"/>
                    <a:pt x="816" y="1"/>
                    <a:pt x="411"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3" name="Google Shape;823;p57"/>
            <p:cNvSpPr/>
            <p:nvPr/>
          </p:nvSpPr>
          <p:spPr>
            <a:xfrm rot="-1324817">
              <a:off x="4525726" y="2274861"/>
              <a:ext cx="67006" cy="53772"/>
            </a:xfrm>
            <a:custGeom>
              <a:avLst/>
              <a:gdLst/>
              <a:ahLst/>
              <a:cxnLst/>
              <a:rect l="l" t="t" r="r" b="b"/>
              <a:pathLst>
                <a:path w="2891" h="2320" extrusionOk="0">
                  <a:moveTo>
                    <a:pt x="146" y="1"/>
                  </a:moveTo>
                  <a:cubicBezTo>
                    <a:pt x="146" y="1"/>
                    <a:pt x="1" y="1929"/>
                    <a:pt x="1187" y="2281"/>
                  </a:cubicBezTo>
                  <a:cubicBezTo>
                    <a:pt x="1275" y="2308"/>
                    <a:pt x="1360" y="2320"/>
                    <a:pt x="1441" y="2320"/>
                  </a:cubicBezTo>
                  <a:cubicBezTo>
                    <a:pt x="2444" y="2320"/>
                    <a:pt x="2891" y="436"/>
                    <a:pt x="2891" y="436"/>
                  </a:cubicBezTo>
                  <a:lnTo>
                    <a:pt x="146"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824" name="Google Shape;824;p57"/>
          <p:cNvGrpSpPr/>
          <p:nvPr/>
        </p:nvGrpSpPr>
        <p:grpSpPr>
          <a:xfrm>
            <a:off x="9164686" y="2460751"/>
            <a:ext cx="911255" cy="738689"/>
            <a:chOff x="1608418" y="2694788"/>
            <a:chExt cx="683441" cy="554017"/>
          </a:xfrm>
        </p:grpSpPr>
        <p:sp>
          <p:nvSpPr>
            <p:cNvPr id="825" name="Google Shape;825;p57"/>
            <p:cNvSpPr/>
            <p:nvPr/>
          </p:nvSpPr>
          <p:spPr>
            <a:xfrm rot="-1324817">
              <a:off x="1653885" y="2793041"/>
              <a:ext cx="592506" cy="357511"/>
            </a:xfrm>
            <a:custGeom>
              <a:avLst/>
              <a:gdLst/>
              <a:ahLst/>
              <a:cxnLst/>
              <a:rect l="l" t="t" r="r" b="b"/>
              <a:pathLst>
                <a:path w="25564" h="15425" extrusionOk="0">
                  <a:moveTo>
                    <a:pt x="12212" y="1"/>
                  </a:moveTo>
                  <a:cubicBezTo>
                    <a:pt x="8973" y="1"/>
                    <a:pt x="8333" y="13785"/>
                    <a:pt x="8333" y="13785"/>
                  </a:cubicBezTo>
                  <a:cubicBezTo>
                    <a:pt x="8333" y="13785"/>
                    <a:pt x="6052" y="373"/>
                    <a:pt x="3330" y="373"/>
                  </a:cubicBezTo>
                  <a:cubicBezTo>
                    <a:pt x="3190" y="373"/>
                    <a:pt x="3050" y="408"/>
                    <a:pt x="2909" y="481"/>
                  </a:cubicBezTo>
                  <a:cubicBezTo>
                    <a:pt x="1" y="2001"/>
                    <a:pt x="8333" y="15062"/>
                    <a:pt x="8333" y="15062"/>
                  </a:cubicBezTo>
                  <a:lnTo>
                    <a:pt x="10328" y="15424"/>
                  </a:lnTo>
                  <a:cubicBezTo>
                    <a:pt x="10328" y="15424"/>
                    <a:pt x="25563" y="7716"/>
                    <a:pt x="23609" y="6037"/>
                  </a:cubicBezTo>
                  <a:cubicBezTo>
                    <a:pt x="23455" y="5905"/>
                    <a:pt x="23250" y="5844"/>
                    <a:pt x="23001" y="5844"/>
                  </a:cubicBezTo>
                  <a:cubicBezTo>
                    <a:pt x="20095" y="5844"/>
                    <a:pt x="11339" y="14184"/>
                    <a:pt x="11339" y="14184"/>
                  </a:cubicBezTo>
                  <a:cubicBezTo>
                    <a:pt x="11339" y="14184"/>
                    <a:pt x="21786" y="2759"/>
                    <a:pt x="19269" y="2081"/>
                  </a:cubicBezTo>
                  <a:cubicBezTo>
                    <a:pt x="19202" y="2063"/>
                    <a:pt x="19132" y="2054"/>
                    <a:pt x="19060" y="2054"/>
                  </a:cubicBezTo>
                  <a:cubicBezTo>
                    <a:pt x="16395" y="2054"/>
                    <a:pt x="9939" y="13826"/>
                    <a:pt x="9939" y="13826"/>
                  </a:cubicBezTo>
                  <a:cubicBezTo>
                    <a:pt x="9939" y="13826"/>
                    <a:pt x="15581" y="203"/>
                    <a:pt x="12282" y="3"/>
                  </a:cubicBezTo>
                  <a:cubicBezTo>
                    <a:pt x="12259" y="1"/>
                    <a:pt x="12236" y="1"/>
                    <a:pt x="12212"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6" name="Google Shape;826;p57"/>
            <p:cNvSpPr/>
            <p:nvPr/>
          </p:nvSpPr>
          <p:spPr>
            <a:xfrm rot="-1324817">
              <a:off x="1756988" y="2847999"/>
              <a:ext cx="31035" cy="22111"/>
            </a:xfrm>
            <a:custGeom>
              <a:avLst/>
              <a:gdLst/>
              <a:ahLst/>
              <a:cxnLst/>
              <a:rect l="l" t="t" r="r" b="b"/>
              <a:pathLst>
                <a:path w="1339" h="954" extrusionOk="0">
                  <a:moveTo>
                    <a:pt x="667" y="0"/>
                  </a:moveTo>
                  <a:cubicBezTo>
                    <a:pt x="1" y="0"/>
                    <a:pt x="1" y="954"/>
                    <a:pt x="667" y="954"/>
                  </a:cubicBezTo>
                  <a:cubicBezTo>
                    <a:pt x="1338" y="954"/>
                    <a:pt x="1338" y="0"/>
                    <a:pt x="667"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7" name="Google Shape;827;p57"/>
            <p:cNvSpPr/>
            <p:nvPr/>
          </p:nvSpPr>
          <p:spPr>
            <a:xfrm rot="-1324817">
              <a:off x="1913360" y="2794216"/>
              <a:ext cx="33491" cy="23873"/>
            </a:xfrm>
            <a:custGeom>
              <a:avLst/>
              <a:gdLst/>
              <a:ahLst/>
              <a:cxnLst/>
              <a:rect l="l" t="t" r="r" b="b"/>
              <a:pathLst>
                <a:path w="1445" h="1030" extrusionOk="0">
                  <a:moveTo>
                    <a:pt x="722" y="0"/>
                  </a:moveTo>
                  <a:cubicBezTo>
                    <a:pt x="4" y="0"/>
                    <a:pt x="1" y="1029"/>
                    <a:pt x="722" y="1029"/>
                  </a:cubicBezTo>
                  <a:cubicBezTo>
                    <a:pt x="1445" y="1029"/>
                    <a:pt x="1445" y="0"/>
                    <a:pt x="722"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8" name="Google Shape;828;p57"/>
            <p:cNvSpPr/>
            <p:nvPr/>
          </p:nvSpPr>
          <p:spPr>
            <a:xfrm rot="-1324817">
              <a:off x="2122320" y="2801389"/>
              <a:ext cx="18936" cy="13651"/>
            </a:xfrm>
            <a:custGeom>
              <a:avLst/>
              <a:gdLst/>
              <a:ahLst/>
              <a:cxnLst/>
              <a:rect l="l" t="t" r="r" b="b"/>
              <a:pathLst>
                <a:path w="817" h="589" extrusionOk="0">
                  <a:moveTo>
                    <a:pt x="411" y="1"/>
                  </a:moveTo>
                  <a:cubicBezTo>
                    <a:pt x="1" y="1"/>
                    <a:pt x="1" y="588"/>
                    <a:pt x="411" y="588"/>
                  </a:cubicBezTo>
                  <a:cubicBezTo>
                    <a:pt x="816" y="588"/>
                    <a:pt x="816" y="1"/>
                    <a:pt x="411"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9" name="Google Shape;829;p57"/>
            <p:cNvSpPr/>
            <p:nvPr/>
          </p:nvSpPr>
          <p:spPr>
            <a:xfrm rot="-1324817">
              <a:off x="1914438" y="3147736"/>
              <a:ext cx="67006" cy="53772"/>
            </a:xfrm>
            <a:custGeom>
              <a:avLst/>
              <a:gdLst/>
              <a:ahLst/>
              <a:cxnLst/>
              <a:rect l="l" t="t" r="r" b="b"/>
              <a:pathLst>
                <a:path w="2891" h="2320" extrusionOk="0">
                  <a:moveTo>
                    <a:pt x="146" y="1"/>
                  </a:moveTo>
                  <a:cubicBezTo>
                    <a:pt x="146" y="1"/>
                    <a:pt x="1" y="1929"/>
                    <a:pt x="1187" y="2281"/>
                  </a:cubicBezTo>
                  <a:cubicBezTo>
                    <a:pt x="1275" y="2308"/>
                    <a:pt x="1360" y="2320"/>
                    <a:pt x="1441" y="2320"/>
                  </a:cubicBezTo>
                  <a:cubicBezTo>
                    <a:pt x="2444" y="2320"/>
                    <a:pt x="2891" y="436"/>
                    <a:pt x="2891" y="436"/>
                  </a:cubicBezTo>
                  <a:lnTo>
                    <a:pt x="146"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830" name="Google Shape;830;p57"/>
          <p:cNvSpPr txBox="1">
            <a:spLocks noGrp="1"/>
          </p:cNvSpPr>
          <p:nvPr>
            <p:ph type="ctrTitle"/>
          </p:nvPr>
        </p:nvSpPr>
        <p:spPr>
          <a:xfrm>
            <a:off x="690524" y="1180570"/>
            <a:ext cx="9687200" cy="1113200"/>
          </a:xfrm>
          <a:prstGeom prst="rect">
            <a:avLst/>
          </a:prstGeom>
          <a:noFill/>
          <a:ln>
            <a:noFill/>
          </a:ln>
        </p:spPr>
        <p:txBody>
          <a:bodyPr spcFirstLastPara="1" wrap="square" lIns="121875" tIns="121875" rIns="121875" bIns="121875" anchor="t" anchorCtr="0">
            <a:noAutofit/>
          </a:bodyPr>
          <a:lstStyle/>
          <a:p>
            <a:pPr marL="0" lvl="0" indent="0" algn="l" rtl="0">
              <a:lnSpc>
                <a:spcPct val="90000"/>
              </a:lnSpc>
              <a:spcBef>
                <a:spcPts val="0"/>
              </a:spcBef>
              <a:spcAft>
                <a:spcPts val="0"/>
              </a:spcAft>
              <a:buClr>
                <a:srgbClr val="F3F3F3"/>
              </a:buClr>
              <a:buSzPts val="2400"/>
              <a:buFont typeface="Arial"/>
              <a:buNone/>
            </a:pPr>
            <a:r>
              <a:rPr lang="fr-FR" sz="4800" b="1">
                <a:solidFill>
                  <a:srgbClr val="023F61"/>
                </a:solidFill>
              </a:rPr>
              <a:t>Past Perfect Continuous Forms</a:t>
            </a:r>
            <a:endParaRPr sz="4800" b="1">
              <a:solidFill>
                <a:srgbClr val="023F61"/>
              </a:solidFill>
            </a:endParaRPr>
          </a:p>
        </p:txBody>
      </p:sp>
      <p:sp>
        <p:nvSpPr>
          <p:cNvPr id="831" name="Google Shape;831;p57"/>
          <p:cNvSpPr/>
          <p:nvPr/>
        </p:nvSpPr>
        <p:spPr>
          <a:xfrm>
            <a:off x="4346246" y="3334552"/>
            <a:ext cx="3418400" cy="2310400"/>
          </a:xfrm>
          <a:prstGeom prst="roundRect">
            <a:avLst>
              <a:gd name="adj" fmla="val 16667"/>
            </a:avLst>
          </a:prstGeom>
          <a:noFill/>
          <a:ln w="28575" cap="flat" cmpd="sng">
            <a:solidFill>
              <a:schemeClr val="hlink"/>
            </a:solidFill>
            <a:prstDash val="solid"/>
            <a:round/>
            <a:headEnd type="none" w="sm" len="sm"/>
            <a:tailEnd type="none" w="sm" len="sm"/>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2" name="Google Shape;832;p57"/>
          <p:cNvSpPr/>
          <p:nvPr/>
        </p:nvSpPr>
        <p:spPr>
          <a:xfrm>
            <a:off x="4423646" y="3464552"/>
            <a:ext cx="3108800" cy="2050400"/>
          </a:xfrm>
          <a:prstGeom prst="roundRect">
            <a:avLst>
              <a:gd name="adj" fmla="val 16667"/>
            </a:avLst>
          </a:prstGeom>
          <a:solidFill>
            <a:schemeClr val="hlink"/>
          </a:solidFill>
          <a:ln>
            <a:noFill/>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3" name="Google Shape;833;p57"/>
          <p:cNvSpPr txBox="1">
            <a:spLocks noGrp="1"/>
          </p:cNvSpPr>
          <p:nvPr>
            <p:ph type="subTitle" idx="5"/>
          </p:nvPr>
        </p:nvSpPr>
        <p:spPr>
          <a:xfrm>
            <a:off x="4372651" y="4342566"/>
            <a:ext cx="3160000" cy="872400"/>
          </a:xfrm>
          <a:prstGeom prst="rect">
            <a:avLst/>
          </a:prstGeom>
          <a:noFill/>
          <a:ln>
            <a:noFill/>
          </a:ln>
        </p:spPr>
        <p:txBody>
          <a:bodyPr spcFirstLastPara="1" wrap="square" lIns="121875" tIns="121875" rIns="121875" bIns="0" anchor="ctr" anchorCtr="0">
            <a:noAutofit/>
          </a:bodyPr>
          <a:lstStyle/>
          <a:p>
            <a:pPr marL="0" lvl="0" indent="0" algn="ctr" rtl="0">
              <a:lnSpc>
                <a:spcPct val="115000"/>
              </a:lnSpc>
              <a:spcBef>
                <a:spcPts val="0"/>
              </a:spcBef>
              <a:spcAft>
                <a:spcPts val="0"/>
              </a:spcAft>
              <a:buClr>
                <a:schemeClr val="dk1"/>
              </a:buClr>
              <a:buSzPts val="1900"/>
              <a:buNone/>
            </a:pPr>
            <a:r>
              <a:rPr lang="fr-FR"/>
              <a:t>had + person + been + verb (-ing)</a:t>
            </a:r>
            <a:endParaRPr/>
          </a:p>
          <a:p>
            <a:pPr marL="0" lvl="0" indent="0" algn="ctr" rtl="0">
              <a:lnSpc>
                <a:spcPct val="115000"/>
              </a:lnSpc>
              <a:spcBef>
                <a:spcPts val="0"/>
              </a:spcBef>
              <a:spcAft>
                <a:spcPts val="0"/>
              </a:spcAft>
              <a:buClr>
                <a:schemeClr val="dk1"/>
              </a:buClr>
              <a:buSzPts val="1900"/>
              <a:buNone/>
            </a:pPr>
            <a:r>
              <a:rPr lang="fr-FR" b="1"/>
              <a:t>Had </a:t>
            </a:r>
            <a:r>
              <a:rPr lang="fr-FR"/>
              <a:t>she </a:t>
            </a:r>
            <a:r>
              <a:rPr lang="fr-FR" b="1"/>
              <a:t>been</a:t>
            </a:r>
            <a:r>
              <a:rPr lang="fr-FR"/>
              <a:t> </a:t>
            </a:r>
            <a:r>
              <a:rPr lang="fr-FR" b="1"/>
              <a:t>sleeping</a:t>
            </a:r>
            <a:r>
              <a:rPr lang="fr-FR"/>
              <a:t>?</a:t>
            </a:r>
            <a:endParaRPr/>
          </a:p>
        </p:txBody>
      </p:sp>
      <p:sp>
        <p:nvSpPr>
          <p:cNvPr id="834" name="Google Shape;834;p57"/>
          <p:cNvSpPr txBox="1">
            <a:spLocks noGrp="1"/>
          </p:cNvSpPr>
          <p:nvPr>
            <p:ph type="subTitle" idx="2"/>
          </p:nvPr>
        </p:nvSpPr>
        <p:spPr>
          <a:xfrm>
            <a:off x="4449146" y="3536133"/>
            <a:ext cx="3006800" cy="1034400"/>
          </a:xfrm>
          <a:prstGeom prst="rect">
            <a:avLst/>
          </a:prstGeom>
          <a:noFill/>
          <a:ln>
            <a:noFill/>
          </a:ln>
        </p:spPr>
        <p:txBody>
          <a:bodyPr spcFirstLastPara="1" wrap="square" lIns="121875" tIns="121875" rIns="121875" bIns="121875" anchor="b" anchorCtr="0">
            <a:noAutofit/>
          </a:bodyPr>
          <a:lstStyle/>
          <a:p>
            <a:pPr marL="0" lvl="0" indent="0" algn="ctr" rtl="0">
              <a:lnSpc>
                <a:spcPct val="100000"/>
              </a:lnSpc>
              <a:spcBef>
                <a:spcPts val="0"/>
              </a:spcBef>
              <a:spcAft>
                <a:spcPts val="2133"/>
              </a:spcAft>
              <a:buClr>
                <a:schemeClr val="dk1"/>
              </a:buClr>
              <a:buSzPts val="2800"/>
              <a:buNone/>
            </a:pPr>
            <a:r>
              <a:rPr lang="fr-FR" sz="2800"/>
              <a:t>Questions</a:t>
            </a:r>
            <a:endParaRPr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800"/>
                                        </p:tgtEl>
                                        <p:attrNameLst>
                                          <p:attrName>style.visibility</p:attrName>
                                        </p:attrNameLst>
                                      </p:cBhvr>
                                      <p:to>
                                        <p:strVal val="visible"/>
                                      </p:to>
                                    </p:set>
                                    <p:anim calcmode="lin" valueType="num">
                                      <p:cBhvr additive="base">
                                        <p:cTn id="7" dur="500"/>
                                        <p:tgtEl>
                                          <p:spTgt spid="800"/>
                                        </p:tgtEl>
                                        <p:attrNameLst>
                                          <p:attrName>ppt_w</p:attrName>
                                        </p:attrNameLst>
                                      </p:cBhvr>
                                      <p:tavLst>
                                        <p:tav tm="0">
                                          <p:val>
                                            <p:strVal val="0"/>
                                          </p:val>
                                        </p:tav>
                                        <p:tav tm="100000">
                                          <p:val>
                                            <p:strVal val="#ppt_w"/>
                                          </p:val>
                                        </p:tav>
                                      </p:tavLst>
                                    </p:anim>
                                    <p:anim calcmode="lin" valueType="num">
                                      <p:cBhvr additive="base">
                                        <p:cTn id="8" dur="500"/>
                                        <p:tgtEl>
                                          <p:spTgt spid="800"/>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09">
                                            <p:txEl>
                                              <p:pRg st="0" end="0"/>
                                            </p:txEl>
                                          </p:spTgt>
                                        </p:tgtEl>
                                        <p:attrNameLst>
                                          <p:attrName>style.visibility</p:attrName>
                                        </p:attrNameLst>
                                      </p:cBhvr>
                                      <p:to>
                                        <p:strVal val="visible"/>
                                      </p:to>
                                    </p:set>
                                    <p:anim calcmode="lin" valueType="num">
                                      <p:cBhvr additive="base">
                                        <p:cTn id="13" dur="500"/>
                                        <p:tgtEl>
                                          <p:spTgt spid="809">
                                            <p:txEl>
                                              <p:pRg st="0" end="0"/>
                                            </p:txEl>
                                          </p:spTgt>
                                        </p:tgtEl>
                                        <p:attrNameLst>
                                          <p:attrName>ppt_y</p:attrName>
                                        </p:attrNameLst>
                                      </p:cBhvr>
                                      <p:tavLst>
                                        <p:tav tm="0">
                                          <p:val>
                                            <p:strVal val="#ppt_y+1"/>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811">
                                            <p:txEl>
                                              <p:pRg st="0" end="0"/>
                                            </p:txEl>
                                          </p:spTgt>
                                        </p:tgtEl>
                                        <p:attrNameLst>
                                          <p:attrName>style.visibility</p:attrName>
                                        </p:attrNameLst>
                                      </p:cBhvr>
                                      <p:to>
                                        <p:strVal val="visible"/>
                                      </p:to>
                                    </p:set>
                                    <p:anim calcmode="lin" valueType="num">
                                      <p:cBhvr additive="base">
                                        <p:cTn id="16" dur="500"/>
                                        <p:tgtEl>
                                          <p:spTgt spid="811">
                                            <p:txEl>
                                              <p:pRg st="0" end="0"/>
                                            </p:txEl>
                                          </p:spTgt>
                                        </p:tgtEl>
                                        <p:attrNameLst>
                                          <p:attrName>ppt_y</p:attrName>
                                        </p:attrNameLst>
                                      </p:cBhvr>
                                      <p:tavLst>
                                        <p:tav tm="0">
                                          <p:val>
                                            <p:strVal val="#ppt_y+1"/>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811">
                                            <p:txEl>
                                              <p:pRg st="1" end="1"/>
                                            </p:txEl>
                                          </p:spTgt>
                                        </p:tgtEl>
                                        <p:attrNameLst>
                                          <p:attrName>style.visibility</p:attrName>
                                        </p:attrNameLst>
                                      </p:cBhvr>
                                      <p:to>
                                        <p:strVal val="visible"/>
                                      </p:to>
                                    </p:set>
                                    <p:anim calcmode="lin" valueType="num">
                                      <p:cBhvr additive="base">
                                        <p:cTn id="19" dur="500"/>
                                        <p:tgtEl>
                                          <p:spTgt spid="811">
                                            <p:txEl>
                                              <p:pRg st="1" end="1"/>
                                            </p:txEl>
                                          </p:spTgt>
                                        </p:tgtEl>
                                        <p:attrNameLst>
                                          <p:attrName>ppt_y</p:attrName>
                                        </p:attrNameLst>
                                      </p:cBhvr>
                                      <p:tavLst>
                                        <p:tav tm="0">
                                          <p:val>
                                            <p:strVal val="#ppt_y+1"/>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811">
                                            <p:txEl>
                                              <p:pRg st="2" end="2"/>
                                            </p:txEl>
                                          </p:spTgt>
                                        </p:tgtEl>
                                        <p:attrNameLst>
                                          <p:attrName>style.visibility</p:attrName>
                                        </p:attrNameLst>
                                      </p:cBhvr>
                                      <p:to>
                                        <p:strVal val="visible"/>
                                      </p:to>
                                    </p:set>
                                    <p:anim calcmode="lin" valueType="num">
                                      <p:cBhvr additive="base">
                                        <p:cTn id="22" dur="500"/>
                                        <p:tgtEl>
                                          <p:spTgt spid="8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32"/>
                                        </p:tgtEl>
                                        <p:attrNameLst>
                                          <p:attrName>style.visibility</p:attrName>
                                        </p:attrNameLst>
                                      </p:cBhvr>
                                      <p:to>
                                        <p:strVal val="visible"/>
                                      </p:to>
                                    </p:set>
                                    <p:anim calcmode="lin" valueType="num">
                                      <p:cBhvr additive="base">
                                        <p:cTn id="27" dur="500"/>
                                        <p:tgtEl>
                                          <p:spTgt spid="832"/>
                                        </p:tgtEl>
                                        <p:attrNameLst>
                                          <p:attrName>ppt_y</p:attrName>
                                        </p:attrNameLst>
                                      </p:cBhvr>
                                      <p:tavLst>
                                        <p:tav tm="0">
                                          <p:val>
                                            <p:strVal val="#ppt_y+1"/>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834">
                                            <p:txEl>
                                              <p:pRg st="0" end="0"/>
                                            </p:txEl>
                                          </p:spTgt>
                                        </p:tgtEl>
                                        <p:attrNameLst>
                                          <p:attrName>style.visibility</p:attrName>
                                        </p:attrNameLst>
                                      </p:cBhvr>
                                      <p:to>
                                        <p:strVal val="visible"/>
                                      </p:to>
                                    </p:set>
                                    <p:anim calcmode="lin" valueType="num">
                                      <p:cBhvr additive="base">
                                        <p:cTn id="30" dur="500"/>
                                        <p:tgtEl>
                                          <p:spTgt spid="834">
                                            <p:txEl>
                                              <p:pRg st="0" end="0"/>
                                            </p:txEl>
                                          </p:spTgt>
                                        </p:tgtEl>
                                        <p:attrNameLst>
                                          <p:attrName>ppt_y</p:attrName>
                                        </p:attrNameLst>
                                      </p:cBhvr>
                                      <p:tavLst>
                                        <p:tav tm="0">
                                          <p:val>
                                            <p:strVal val="#ppt_y+1"/>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833">
                                            <p:txEl>
                                              <p:pRg st="0" end="0"/>
                                            </p:txEl>
                                          </p:spTgt>
                                        </p:tgtEl>
                                        <p:attrNameLst>
                                          <p:attrName>style.visibility</p:attrName>
                                        </p:attrNameLst>
                                      </p:cBhvr>
                                      <p:to>
                                        <p:strVal val="visible"/>
                                      </p:to>
                                    </p:set>
                                    <p:anim calcmode="lin" valueType="num">
                                      <p:cBhvr additive="base">
                                        <p:cTn id="33" dur="500"/>
                                        <p:tgtEl>
                                          <p:spTgt spid="833">
                                            <p:txEl>
                                              <p:pRg st="0" end="0"/>
                                            </p:txEl>
                                          </p:spTgt>
                                        </p:tgtEl>
                                        <p:attrNameLst>
                                          <p:attrName>ppt_y</p:attrName>
                                        </p:attrNameLst>
                                      </p:cBhvr>
                                      <p:tavLst>
                                        <p:tav tm="0">
                                          <p:val>
                                            <p:strVal val="#ppt_y+1"/>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833">
                                            <p:txEl>
                                              <p:pRg st="1" end="1"/>
                                            </p:txEl>
                                          </p:spTgt>
                                        </p:tgtEl>
                                        <p:attrNameLst>
                                          <p:attrName>style.visibility</p:attrName>
                                        </p:attrNameLst>
                                      </p:cBhvr>
                                      <p:to>
                                        <p:strVal val="visible"/>
                                      </p:to>
                                    </p:set>
                                    <p:anim calcmode="lin" valueType="num">
                                      <p:cBhvr additive="base">
                                        <p:cTn id="36" dur="500"/>
                                        <p:tgtEl>
                                          <p:spTgt spid="83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799"/>
                                        </p:tgtEl>
                                        <p:attrNameLst>
                                          <p:attrName>style.visibility</p:attrName>
                                        </p:attrNameLst>
                                      </p:cBhvr>
                                      <p:to>
                                        <p:strVal val="visible"/>
                                      </p:to>
                                    </p:set>
                                    <p:animEffect transition="in" filter="fade">
                                      <p:cBhvr>
                                        <p:cTn id="41" dur="500"/>
                                        <p:tgtEl>
                                          <p:spTgt spid="799"/>
                                        </p:tgtEl>
                                      </p:cBhvr>
                                    </p:animEffect>
                                  </p:childTnLst>
                                </p:cTn>
                              </p:par>
                              <p:par>
                                <p:cTn id="42" presetID="10" presetClass="entr" presetSubtype="0" fill="hold" nodeType="withEffect">
                                  <p:stCondLst>
                                    <p:cond delay="0"/>
                                  </p:stCondLst>
                                  <p:childTnLst>
                                    <p:set>
                                      <p:cBhvr>
                                        <p:cTn id="43" dur="1" fill="hold">
                                          <p:stCondLst>
                                            <p:cond delay="0"/>
                                          </p:stCondLst>
                                        </p:cTn>
                                        <p:tgtEl>
                                          <p:spTgt spid="810">
                                            <p:txEl>
                                              <p:pRg st="0" end="0"/>
                                            </p:txEl>
                                          </p:spTgt>
                                        </p:tgtEl>
                                        <p:attrNameLst>
                                          <p:attrName>style.visibility</p:attrName>
                                        </p:attrNameLst>
                                      </p:cBhvr>
                                      <p:to>
                                        <p:strVal val="visible"/>
                                      </p:to>
                                    </p:set>
                                    <p:animEffect transition="in" filter="fade">
                                      <p:cBhvr>
                                        <p:cTn id="44" dur="500"/>
                                        <p:tgtEl>
                                          <p:spTgt spid="810">
                                            <p:txEl>
                                              <p:pRg st="0" end="0"/>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810">
                                            <p:txEl>
                                              <p:pRg st="1" end="1"/>
                                            </p:txEl>
                                          </p:spTgt>
                                        </p:tgtEl>
                                        <p:attrNameLst>
                                          <p:attrName>style.visibility</p:attrName>
                                        </p:attrNameLst>
                                      </p:cBhvr>
                                      <p:to>
                                        <p:strVal val="visible"/>
                                      </p:to>
                                    </p:set>
                                    <p:animEffect transition="in" filter="fade">
                                      <p:cBhvr>
                                        <p:cTn id="47" dur="500"/>
                                        <p:tgtEl>
                                          <p:spTgt spid="810">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08">
                                            <p:txEl>
                                              <p:pRg st="0" end="0"/>
                                            </p:txEl>
                                          </p:spTgt>
                                        </p:tgtEl>
                                        <p:attrNameLst>
                                          <p:attrName>style.visibility</p:attrName>
                                        </p:attrNameLst>
                                      </p:cBhvr>
                                      <p:to>
                                        <p:strVal val="visible"/>
                                      </p:to>
                                    </p:set>
                                    <p:animEffect transition="in" filter="fade">
                                      <p:cBhvr>
                                        <p:cTn id="52" dur="500"/>
                                        <p:tgtEl>
                                          <p:spTgt spid="80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838"/>
        <p:cNvGrpSpPr/>
        <p:nvPr/>
      </p:nvGrpSpPr>
      <p:grpSpPr>
        <a:xfrm>
          <a:off x="0" y="0"/>
          <a:ext cx="0" cy="0"/>
          <a:chOff x="0" y="0"/>
          <a:chExt cx="0" cy="0"/>
        </a:xfrm>
      </p:grpSpPr>
      <p:sp>
        <p:nvSpPr>
          <p:cNvPr id="839" name="Google Shape;839;p58"/>
          <p:cNvSpPr/>
          <p:nvPr/>
        </p:nvSpPr>
        <p:spPr>
          <a:xfrm>
            <a:off x="960067" y="936000"/>
            <a:ext cx="10218000" cy="5544000"/>
          </a:xfrm>
          <a:prstGeom prst="roundRect">
            <a:avLst>
              <a:gd name="adj" fmla="val 16667"/>
            </a:avLst>
          </a:prstGeom>
          <a:noFill/>
          <a:ln w="28575" cap="flat" cmpd="sng">
            <a:solidFill>
              <a:schemeClr val="hlink"/>
            </a:solidFill>
            <a:prstDash val="solid"/>
            <a:round/>
            <a:headEnd type="none" w="sm" len="sm"/>
            <a:tailEnd type="none" w="sm" len="sm"/>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40" name="Google Shape;840;p58"/>
          <p:cNvSpPr txBox="1"/>
          <p:nvPr/>
        </p:nvSpPr>
        <p:spPr>
          <a:xfrm flipH="1">
            <a:off x="211014" y="1"/>
            <a:ext cx="8114119" cy="2672862"/>
          </a:xfrm>
          <a:prstGeom prst="rect">
            <a:avLst/>
          </a:prstGeom>
          <a:noFill/>
          <a:ln>
            <a:noFill/>
          </a:ln>
        </p:spPr>
        <p:txBody>
          <a:bodyPr spcFirstLastPara="1" wrap="square" lIns="121875" tIns="121875" rIns="121875" bIns="121875" anchor="t" anchorCtr="0">
            <a:noAutofit/>
          </a:bodyPr>
          <a:lstStyle/>
          <a:p>
            <a:pPr marL="0" marR="0" lvl="0" indent="0" algn="l" rtl="0">
              <a:lnSpc>
                <a:spcPct val="90000"/>
              </a:lnSpc>
              <a:spcBef>
                <a:spcPts val="1000"/>
              </a:spcBef>
              <a:spcAft>
                <a:spcPts val="0"/>
              </a:spcAft>
              <a:buNone/>
            </a:pPr>
            <a:r>
              <a:rPr lang="fr-FR" sz="3200" b="1" i="0" u="none" strike="noStrike" cap="none">
                <a:solidFill>
                  <a:srgbClr val="49BAFA"/>
                </a:solidFill>
                <a:latin typeface="Arial"/>
                <a:ea typeface="Arial"/>
                <a:cs typeface="Arial"/>
                <a:sym typeface="Arial"/>
              </a:rPr>
              <a:t>		We use it to describe</a:t>
            </a:r>
            <a:endParaRPr sz="3600" b="1" i="0" u="none" strike="noStrike" cap="none">
              <a:solidFill>
                <a:srgbClr val="49BAFA"/>
              </a:solidFill>
              <a:latin typeface="Arial"/>
              <a:ea typeface="Arial"/>
              <a:cs typeface="Arial"/>
              <a:sym typeface="Arial"/>
            </a:endParaRPr>
          </a:p>
          <a:p>
            <a:pPr marL="0" marR="0" lvl="0" indent="0" algn="l" rtl="0">
              <a:lnSpc>
                <a:spcPct val="115000"/>
              </a:lnSpc>
              <a:spcBef>
                <a:spcPts val="1000"/>
              </a:spcBef>
              <a:spcAft>
                <a:spcPts val="0"/>
              </a:spcAft>
              <a:buNone/>
            </a:pPr>
            <a:r>
              <a:rPr lang="fr-FR" sz="2400" b="1">
                <a:solidFill>
                  <a:srgbClr val="023F61"/>
                </a:solidFill>
                <a:latin typeface="Arial"/>
                <a:ea typeface="Arial"/>
                <a:cs typeface="Arial"/>
                <a:sym typeface="Arial"/>
              </a:rPr>
              <a:t>A past, ongoing action that was completed before some other past action.</a:t>
            </a:r>
            <a:endParaRPr sz="1600" b="1" i="0" u="none" strike="noStrike" cap="none">
              <a:solidFill>
                <a:srgbClr val="023F61"/>
              </a:solidFill>
              <a:latin typeface="Arial"/>
              <a:ea typeface="Arial"/>
              <a:cs typeface="Arial"/>
              <a:sym typeface="Arial"/>
            </a:endParaRPr>
          </a:p>
          <a:p>
            <a:pPr marL="0" marR="0" lvl="0" indent="-101600" algn="l" rtl="0">
              <a:spcBef>
                <a:spcPts val="0"/>
              </a:spcBef>
              <a:spcAft>
                <a:spcPts val="0"/>
              </a:spcAft>
              <a:buClr>
                <a:schemeClr val="accent4"/>
              </a:buClr>
              <a:buSzPts val="1600"/>
              <a:buFont typeface="Noto Sans Symbols"/>
              <a:buChar char="▪"/>
            </a:pPr>
            <a:r>
              <a:rPr lang="fr-FR" sz="1600">
                <a:solidFill>
                  <a:schemeClr val="accent1"/>
                </a:solidFill>
                <a:latin typeface="Arial"/>
                <a:ea typeface="Arial"/>
                <a:cs typeface="Arial"/>
                <a:sym typeface="Arial"/>
              </a:rPr>
              <a:t>  </a:t>
            </a:r>
            <a:r>
              <a:rPr lang="fr-FR" sz="1600">
                <a:solidFill>
                  <a:srgbClr val="045F92"/>
                </a:solidFill>
                <a:latin typeface="Arial"/>
                <a:ea typeface="Arial"/>
                <a:cs typeface="Arial"/>
                <a:sym typeface="Arial"/>
              </a:rPr>
              <a:t>How long </a:t>
            </a:r>
            <a:r>
              <a:rPr lang="fr-FR" sz="1600" b="1">
                <a:solidFill>
                  <a:srgbClr val="045F92"/>
                </a:solidFill>
                <a:latin typeface="Arial"/>
                <a:ea typeface="Arial"/>
                <a:cs typeface="Arial"/>
                <a:sym typeface="Arial"/>
              </a:rPr>
              <a:t>had</a:t>
            </a:r>
            <a:r>
              <a:rPr lang="fr-FR" sz="1600">
                <a:solidFill>
                  <a:srgbClr val="045F92"/>
                </a:solidFill>
                <a:latin typeface="Arial"/>
                <a:ea typeface="Arial"/>
                <a:cs typeface="Arial"/>
                <a:sym typeface="Arial"/>
              </a:rPr>
              <a:t> you </a:t>
            </a:r>
            <a:r>
              <a:rPr lang="fr-FR" sz="1600" b="1">
                <a:solidFill>
                  <a:srgbClr val="045F92"/>
                </a:solidFill>
                <a:latin typeface="Arial"/>
                <a:ea typeface="Arial"/>
                <a:cs typeface="Arial"/>
                <a:sym typeface="Arial"/>
              </a:rPr>
              <a:t>been waiting</a:t>
            </a:r>
            <a:r>
              <a:rPr lang="fr-FR" sz="1600">
                <a:solidFill>
                  <a:srgbClr val="045F92"/>
                </a:solidFill>
                <a:latin typeface="Arial"/>
                <a:ea typeface="Arial"/>
                <a:cs typeface="Arial"/>
                <a:sym typeface="Arial"/>
              </a:rPr>
              <a:t> to get on the bus?</a:t>
            </a:r>
            <a:endParaRPr/>
          </a:p>
          <a:p>
            <a:pPr marL="0" marR="0" lvl="0" indent="0" algn="l" rtl="0">
              <a:spcBef>
                <a:spcPts val="0"/>
              </a:spcBef>
              <a:spcAft>
                <a:spcPts val="0"/>
              </a:spcAft>
              <a:buClr>
                <a:schemeClr val="dk1"/>
              </a:buClr>
              <a:buSzPts val="1600"/>
              <a:buFont typeface="Noto Sans Symbols"/>
              <a:buNone/>
            </a:pPr>
            <a:endParaRPr sz="1600">
              <a:solidFill>
                <a:srgbClr val="045F92"/>
              </a:solidFill>
              <a:latin typeface="Arial"/>
              <a:ea typeface="Arial"/>
              <a:cs typeface="Arial"/>
              <a:sym typeface="Arial"/>
            </a:endParaRPr>
          </a:p>
          <a:p>
            <a:pPr marL="0" marR="0" lvl="0" indent="-101600" algn="l" rtl="0">
              <a:spcBef>
                <a:spcPts val="0"/>
              </a:spcBef>
              <a:spcAft>
                <a:spcPts val="0"/>
              </a:spcAft>
              <a:buClr>
                <a:schemeClr val="accent4"/>
              </a:buClr>
              <a:buSzPts val="1600"/>
              <a:buFont typeface="Noto Sans Symbols"/>
              <a:buChar char="▪"/>
            </a:pPr>
            <a:r>
              <a:rPr lang="fr-FR" sz="1600">
                <a:solidFill>
                  <a:srgbClr val="045F92"/>
                </a:solidFill>
                <a:latin typeface="Arial"/>
                <a:ea typeface="Arial"/>
                <a:cs typeface="Arial"/>
                <a:sym typeface="Arial"/>
              </a:rPr>
              <a:t>  James </a:t>
            </a:r>
            <a:r>
              <a:rPr lang="fr-FR" sz="1600" b="1">
                <a:solidFill>
                  <a:srgbClr val="045F92"/>
                </a:solidFill>
                <a:latin typeface="Arial"/>
                <a:ea typeface="Arial"/>
                <a:cs typeface="Arial"/>
                <a:sym typeface="Arial"/>
              </a:rPr>
              <a:t>had been teaching</a:t>
            </a:r>
            <a:r>
              <a:rPr lang="fr-FR" sz="1600">
                <a:solidFill>
                  <a:srgbClr val="045F92"/>
                </a:solidFill>
                <a:latin typeface="Arial"/>
                <a:ea typeface="Arial"/>
                <a:cs typeface="Arial"/>
                <a:sym typeface="Arial"/>
              </a:rPr>
              <a:t> at the university for more than a year before he left for Asia.</a:t>
            </a:r>
            <a:endParaRPr sz="1600" b="0" i="0" u="none" strike="noStrike" cap="none">
              <a:solidFill>
                <a:schemeClr val="accent1"/>
              </a:solidFill>
              <a:latin typeface="Arial"/>
              <a:ea typeface="Arial"/>
              <a:cs typeface="Arial"/>
              <a:sym typeface="Arial"/>
            </a:endParaRPr>
          </a:p>
          <a:p>
            <a:pPr marL="609585" marR="0" lvl="0" indent="-406389" algn="l" rtl="0">
              <a:lnSpc>
                <a:spcPct val="115000"/>
              </a:lnSpc>
              <a:spcBef>
                <a:spcPts val="1000"/>
              </a:spcBef>
              <a:spcAft>
                <a:spcPts val="0"/>
              </a:spcAft>
              <a:buNone/>
            </a:pPr>
            <a:endParaRPr sz="1600" b="0" i="0" u="none" strike="noStrike" cap="none">
              <a:solidFill>
                <a:schemeClr val="accent1"/>
              </a:solidFill>
              <a:latin typeface="Arial"/>
              <a:ea typeface="Arial"/>
              <a:cs typeface="Arial"/>
              <a:sym typeface="Arial"/>
            </a:endParaRPr>
          </a:p>
        </p:txBody>
      </p:sp>
      <p:sp>
        <p:nvSpPr>
          <p:cNvPr id="841" name="Google Shape;841;p58"/>
          <p:cNvSpPr txBox="1"/>
          <p:nvPr/>
        </p:nvSpPr>
        <p:spPr>
          <a:xfrm>
            <a:off x="7579966" y="0"/>
            <a:ext cx="4972334" cy="3900400"/>
          </a:xfrm>
          <a:prstGeom prst="rect">
            <a:avLst/>
          </a:prstGeom>
          <a:noFill/>
          <a:ln>
            <a:noFill/>
          </a:ln>
        </p:spPr>
        <p:txBody>
          <a:bodyPr spcFirstLastPara="1" wrap="square" lIns="121875" tIns="121875" rIns="121875" bIns="121875" anchor="t" anchorCtr="0">
            <a:noAutofit/>
          </a:bodyPr>
          <a:lstStyle/>
          <a:p>
            <a:pPr marL="0" marR="0" lvl="0" indent="0" algn="ctr" rtl="0">
              <a:lnSpc>
                <a:spcPct val="90000"/>
              </a:lnSpc>
              <a:spcBef>
                <a:spcPts val="0"/>
              </a:spcBef>
              <a:spcAft>
                <a:spcPts val="0"/>
              </a:spcAft>
              <a:buClr>
                <a:srgbClr val="F3F3F3"/>
              </a:buClr>
              <a:buSzPts val="2400"/>
              <a:buFont typeface="Arial Rounded"/>
              <a:buNone/>
            </a:pPr>
            <a:r>
              <a:rPr lang="fr-FR" sz="5400" b="1" i="0" u="none" strike="noStrike" cap="none">
                <a:solidFill>
                  <a:srgbClr val="057A72"/>
                </a:solidFill>
                <a:latin typeface="Arial Rounded"/>
                <a:ea typeface="Arial Rounded"/>
                <a:cs typeface="Arial Rounded"/>
                <a:sym typeface="Arial Rounded"/>
              </a:rPr>
              <a:t>Past </a:t>
            </a:r>
            <a:endParaRPr/>
          </a:p>
          <a:p>
            <a:pPr marL="0" marR="0" lvl="0" indent="0" algn="ctr" rtl="0">
              <a:lnSpc>
                <a:spcPct val="90000"/>
              </a:lnSpc>
              <a:spcBef>
                <a:spcPts val="0"/>
              </a:spcBef>
              <a:spcAft>
                <a:spcPts val="0"/>
              </a:spcAft>
              <a:buClr>
                <a:srgbClr val="F3F3F3"/>
              </a:buClr>
              <a:buSzPts val="2400"/>
              <a:buFont typeface="Arial Rounded"/>
              <a:buNone/>
            </a:pPr>
            <a:r>
              <a:rPr lang="fr-FR" sz="5400" b="1" i="0" u="none" strike="noStrike" cap="none">
                <a:solidFill>
                  <a:srgbClr val="057A72"/>
                </a:solidFill>
                <a:latin typeface="Arial Rounded"/>
                <a:ea typeface="Arial Rounded"/>
                <a:cs typeface="Arial Rounded"/>
                <a:sym typeface="Arial Rounded"/>
              </a:rPr>
              <a:t>Perfect </a:t>
            </a:r>
            <a:endParaRPr/>
          </a:p>
          <a:p>
            <a:pPr marL="0" marR="0" lvl="0" indent="0" algn="ctr" rtl="0">
              <a:lnSpc>
                <a:spcPct val="90000"/>
              </a:lnSpc>
              <a:spcBef>
                <a:spcPts val="0"/>
              </a:spcBef>
              <a:spcAft>
                <a:spcPts val="0"/>
              </a:spcAft>
              <a:buClr>
                <a:srgbClr val="F3F3F3"/>
              </a:buClr>
              <a:buSzPts val="2400"/>
              <a:buFont typeface="Arial Rounded"/>
              <a:buNone/>
            </a:pPr>
            <a:r>
              <a:rPr lang="fr-FR" sz="5400" b="1" i="0" u="none" strike="noStrike" cap="none">
                <a:solidFill>
                  <a:srgbClr val="057A72"/>
                </a:solidFill>
                <a:latin typeface="Arial Rounded"/>
                <a:ea typeface="Arial Rounded"/>
                <a:cs typeface="Arial Rounded"/>
                <a:sym typeface="Arial Rounded"/>
              </a:rPr>
              <a:t>Continuous</a:t>
            </a:r>
            <a:endParaRPr sz="5400" b="1" i="0" u="none" strike="noStrike" cap="none">
              <a:solidFill>
                <a:srgbClr val="057A72"/>
              </a:solidFill>
              <a:latin typeface="Arial Rounded"/>
              <a:ea typeface="Arial Rounded"/>
              <a:cs typeface="Arial Rounded"/>
              <a:sym typeface="Arial Rounded"/>
            </a:endParaRPr>
          </a:p>
        </p:txBody>
      </p:sp>
      <p:sp>
        <p:nvSpPr>
          <p:cNvPr id="842" name="Google Shape;842;p58"/>
          <p:cNvSpPr txBox="1"/>
          <p:nvPr/>
        </p:nvSpPr>
        <p:spPr>
          <a:xfrm flipH="1">
            <a:off x="365760" y="2789604"/>
            <a:ext cx="11826240" cy="2606722"/>
          </a:xfrm>
          <a:prstGeom prst="rect">
            <a:avLst/>
          </a:prstGeom>
          <a:noFill/>
          <a:ln>
            <a:noFill/>
          </a:ln>
        </p:spPr>
        <p:txBody>
          <a:bodyPr spcFirstLastPara="1" wrap="square" lIns="121875" tIns="121875" rIns="121875" bIns="121875" anchor="t" anchorCtr="0">
            <a:noAutofit/>
          </a:bodyPr>
          <a:lstStyle/>
          <a:p>
            <a:pPr marL="0" marR="0" lvl="0" indent="0" algn="l" rtl="0">
              <a:spcBef>
                <a:spcPts val="0"/>
              </a:spcBef>
              <a:spcAft>
                <a:spcPts val="0"/>
              </a:spcAft>
              <a:buNone/>
            </a:pPr>
            <a:r>
              <a:rPr lang="fr-FR" sz="2400" b="1">
                <a:solidFill>
                  <a:srgbClr val="023F61"/>
                </a:solidFill>
                <a:latin typeface="Arial"/>
                <a:ea typeface="Arial"/>
                <a:cs typeface="Arial"/>
                <a:sym typeface="Arial"/>
              </a:rPr>
              <a:t>When, for, since, and before are words that you may see used alongside the past perfect continuous tense.</a:t>
            </a:r>
            <a:endParaRPr/>
          </a:p>
          <a:p>
            <a:pPr marL="0" marR="0" lvl="0" indent="0" algn="l" rtl="0">
              <a:spcBef>
                <a:spcPts val="0"/>
              </a:spcBef>
              <a:spcAft>
                <a:spcPts val="0"/>
              </a:spcAft>
              <a:buNone/>
            </a:pPr>
            <a:endParaRPr sz="2400" b="1">
              <a:solidFill>
                <a:srgbClr val="023F61"/>
              </a:solidFill>
              <a:latin typeface="Arial"/>
              <a:ea typeface="Arial"/>
              <a:cs typeface="Arial"/>
              <a:sym typeface="Arial"/>
            </a:endParaRPr>
          </a:p>
          <a:p>
            <a:pPr marL="0" marR="0" lvl="0" indent="-101600" algn="l" rtl="0">
              <a:spcBef>
                <a:spcPts val="0"/>
              </a:spcBef>
              <a:spcAft>
                <a:spcPts val="0"/>
              </a:spcAft>
              <a:buClr>
                <a:srgbClr val="FFC000"/>
              </a:buClr>
              <a:buSzPts val="1600"/>
              <a:buFont typeface="Noto Sans Symbols"/>
              <a:buChar char="▪"/>
            </a:pPr>
            <a:r>
              <a:rPr lang="fr-FR" sz="1600">
                <a:solidFill>
                  <a:schemeClr val="accent1"/>
                </a:solidFill>
                <a:latin typeface="Arial"/>
                <a:ea typeface="Arial"/>
                <a:cs typeface="Arial"/>
                <a:sym typeface="Arial"/>
              </a:rPr>
              <a:t> </a:t>
            </a:r>
            <a:r>
              <a:rPr lang="fr-FR" sz="1600">
                <a:solidFill>
                  <a:srgbClr val="045F92"/>
                </a:solidFill>
                <a:latin typeface="Arial"/>
                <a:ea typeface="Arial"/>
                <a:cs typeface="Arial"/>
                <a:sym typeface="Arial"/>
              </a:rPr>
              <a:t>Martha </a:t>
            </a:r>
            <a:r>
              <a:rPr lang="fr-FR" sz="1600" b="1">
                <a:solidFill>
                  <a:srgbClr val="045F92"/>
                </a:solidFill>
                <a:latin typeface="Arial"/>
                <a:ea typeface="Arial"/>
                <a:cs typeface="Arial"/>
                <a:sym typeface="Arial"/>
              </a:rPr>
              <a:t>had been walking</a:t>
            </a:r>
            <a:r>
              <a:rPr lang="fr-FR" sz="1600">
                <a:solidFill>
                  <a:srgbClr val="045F92"/>
                </a:solidFill>
                <a:latin typeface="Arial"/>
                <a:ea typeface="Arial"/>
                <a:cs typeface="Arial"/>
                <a:sym typeface="Arial"/>
              </a:rPr>
              <a:t> three miles a day </a:t>
            </a:r>
            <a:r>
              <a:rPr lang="fr-FR" sz="1600" b="1">
                <a:solidFill>
                  <a:srgbClr val="045F92"/>
                </a:solidFill>
                <a:latin typeface="Arial"/>
                <a:ea typeface="Arial"/>
                <a:cs typeface="Arial"/>
                <a:sym typeface="Arial"/>
              </a:rPr>
              <a:t>before</a:t>
            </a:r>
            <a:r>
              <a:rPr lang="fr-FR" sz="1600">
                <a:solidFill>
                  <a:srgbClr val="045F92"/>
                </a:solidFill>
                <a:latin typeface="Arial"/>
                <a:ea typeface="Arial"/>
                <a:cs typeface="Arial"/>
                <a:sym typeface="Arial"/>
              </a:rPr>
              <a:t> she broke her leg.</a:t>
            </a:r>
            <a:endParaRPr/>
          </a:p>
          <a:p>
            <a:pPr marL="0" marR="0" lvl="0" indent="0" algn="l" rtl="0">
              <a:spcBef>
                <a:spcPts val="0"/>
              </a:spcBef>
              <a:spcAft>
                <a:spcPts val="0"/>
              </a:spcAft>
              <a:buClr>
                <a:srgbClr val="FFC000"/>
              </a:buClr>
              <a:buSzPts val="1600"/>
              <a:buFont typeface="Noto Sans Symbols"/>
              <a:buNone/>
            </a:pPr>
            <a:endParaRPr sz="1600">
              <a:solidFill>
                <a:srgbClr val="045F92"/>
              </a:solidFill>
              <a:latin typeface="Arial"/>
              <a:ea typeface="Arial"/>
              <a:cs typeface="Arial"/>
              <a:sym typeface="Arial"/>
            </a:endParaRPr>
          </a:p>
          <a:p>
            <a:pPr marL="0" marR="0" lvl="0" indent="-101600" algn="l" rtl="0">
              <a:spcBef>
                <a:spcPts val="0"/>
              </a:spcBef>
              <a:spcAft>
                <a:spcPts val="0"/>
              </a:spcAft>
              <a:buClr>
                <a:srgbClr val="FFC000"/>
              </a:buClr>
              <a:buSzPts val="1600"/>
              <a:buFont typeface="Noto Sans Symbols"/>
              <a:buChar char="▪"/>
            </a:pPr>
            <a:r>
              <a:rPr lang="fr-FR" sz="1600">
                <a:solidFill>
                  <a:srgbClr val="045F92"/>
                </a:solidFill>
                <a:latin typeface="Arial"/>
                <a:ea typeface="Arial"/>
                <a:cs typeface="Arial"/>
                <a:sym typeface="Arial"/>
              </a:rPr>
              <a:t> The program that was terminated </a:t>
            </a:r>
            <a:r>
              <a:rPr lang="fr-FR" sz="1600" b="1">
                <a:solidFill>
                  <a:srgbClr val="045F92"/>
                </a:solidFill>
                <a:latin typeface="Arial"/>
                <a:ea typeface="Arial"/>
                <a:cs typeface="Arial"/>
                <a:sym typeface="Arial"/>
              </a:rPr>
              <a:t>had been working</a:t>
            </a:r>
            <a:r>
              <a:rPr lang="fr-FR" sz="1600">
                <a:solidFill>
                  <a:srgbClr val="045F92"/>
                </a:solidFill>
                <a:latin typeface="Arial"/>
                <a:ea typeface="Arial"/>
                <a:cs typeface="Arial"/>
                <a:sym typeface="Arial"/>
              </a:rPr>
              <a:t> well </a:t>
            </a:r>
            <a:r>
              <a:rPr lang="fr-FR" sz="1600" b="1">
                <a:solidFill>
                  <a:srgbClr val="045F92"/>
                </a:solidFill>
                <a:latin typeface="Arial"/>
                <a:ea typeface="Arial"/>
                <a:cs typeface="Arial"/>
                <a:sym typeface="Arial"/>
              </a:rPr>
              <a:t>since</a:t>
            </a:r>
            <a:r>
              <a:rPr lang="fr-FR" sz="1600">
                <a:solidFill>
                  <a:srgbClr val="045F92"/>
                </a:solidFill>
                <a:latin typeface="Arial"/>
                <a:ea typeface="Arial"/>
                <a:cs typeface="Arial"/>
                <a:sym typeface="Arial"/>
              </a:rPr>
              <a:t> 1945.</a:t>
            </a:r>
            <a:endParaRPr/>
          </a:p>
          <a:p>
            <a:pPr marL="0" marR="0" lvl="0" indent="0" algn="l" rtl="0">
              <a:spcBef>
                <a:spcPts val="0"/>
              </a:spcBef>
              <a:spcAft>
                <a:spcPts val="0"/>
              </a:spcAft>
              <a:buClr>
                <a:srgbClr val="FFC000"/>
              </a:buClr>
              <a:buSzPts val="1600"/>
              <a:buFont typeface="Noto Sans Symbols"/>
              <a:buNone/>
            </a:pPr>
            <a:endParaRPr sz="1600">
              <a:solidFill>
                <a:srgbClr val="045F92"/>
              </a:solidFill>
              <a:latin typeface="Arial"/>
              <a:ea typeface="Arial"/>
              <a:cs typeface="Arial"/>
              <a:sym typeface="Arial"/>
            </a:endParaRPr>
          </a:p>
          <a:p>
            <a:pPr marL="0" marR="0" lvl="0" indent="-101600" algn="l" rtl="0">
              <a:spcBef>
                <a:spcPts val="0"/>
              </a:spcBef>
              <a:spcAft>
                <a:spcPts val="0"/>
              </a:spcAft>
              <a:buClr>
                <a:srgbClr val="FFC000"/>
              </a:buClr>
              <a:buSzPts val="1600"/>
              <a:buFont typeface="Noto Sans Symbols"/>
              <a:buChar char="▪"/>
            </a:pPr>
            <a:r>
              <a:rPr lang="fr-FR" sz="1600">
                <a:solidFill>
                  <a:srgbClr val="045F92"/>
                </a:solidFill>
                <a:latin typeface="Arial"/>
                <a:ea typeface="Arial"/>
                <a:cs typeface="Arial"/>
                <a:sym typeface="Arial"/>
              </a:rPr>
              <a:t> Cathy </a:t>
            </a:r>
            <a:r>
              <a:rPr lang="fr-FR" sz="1600" b="1">
                <a:solidFill>
                  <a:srgbClr val="045F92"/>
                </a:solidFill>
                <a:latin typeface="Arial"/>
                <a:ea typeface="Arial"/>
                <a:cs typeface="Arial"/>
                <a:sym typeface="Arial"/>
              </a:rPr>
              <a:t>had been playing</a:t>
            </a:r>
            <a:r>
              <a:rPr lang="fr-FR" sz="1600">
                <a:solidFill>
                  <a:srgbClr val="045F92"/>
                </a:solidFill>
                <a:latin typeface="Arial"/>
                <a:ea typeface="Arial"/>
                <a:cs typeface="Arial"/>
                <a:sym typeface="Arial"/>
              </a:rPr>
              <a:t> the piano </a:t>
            </a:r>
            <a:r>
              <a:rPr lang="fr-FR" sz="1600" b="1">
                <a:solidFill>
                  <a:srgbClr val="045F92"/>
                </a:solidFill>
                <a:latin typeface="Arial"/>
                <a:ea typeface="Arial"/>
                <a:cs typeface="Arial"/>
                <a:sym typeface="Arial"/>
              </a:rPr>
              <a:t>for</a:t>
            </a:r>
            <a:r>
              <a:rPr lang="fr-FR" sz="1600">
                <a:solidFill>
                  <a:srgbClr val="045F92"/>
                </a:solidFill>
                <a:latin typeface="Arial"/>
                <a:ea typeface="Arial"/>
                <a:cs typeface="Arial"/>
                <a:sym typeface="Arial"/>
              </a:rPr>
              <a:t> 35 years when she was finally asked to do a solo with the local orchestra.</a:t>
            </a:r>
            <a:endParaRPr/>
          </a:p>
          <a:p>
            <a:pPr marL="0" marR="0" lvl="0" indent="0" algn="l" rtl="0">
              <a:spcBef>
                <a:spcPts val="0"/>
              </a:spcBef>
              <a:spcAft>
                <a:spcPts val="0"/>
              </a:spcAft>
              <a:buClr>
                <a:srgbClr val="FFC000"/>
              </a:buClr>
              <a:buSzPts val="1600"/>
              <a:buFont typeface="Noto Sans Symbols"/>
              <a:buNone/>
            </a:pPr>
            <a:endParaRPr sz="1600">
              <a:solidFill>
                <a:srgbClr val="045F92"/>
              </a:solidFill>
              <a:latin typeface="Arial"/>
              <a:ea typeface="Arial"/>
              <a:cs typeface="Arial"/>
              <a:sym typeface="Arial"/>
            </a:endParaRPr>
          </a:p>
        </p:txBody>
      </p:sp>
      <p:sp>
        <p:nvSpPr>
          <p:cNvPr id="843" name="Google Shape;843;p58"/>
          <p:cNvSpPr txBox="1"/>
          <p:nvPr/>
        </p:nvSpPr>
        <p:spPr>
          <a:xfrm flipH="1">
            <a:off x="225082" y="5486400"/>
            <a:ext cx="11408899" cy="1371600"/>
          </a:xfrm>
          <a:prstGeom prst="rect">
            <a:avLst/>
          </a:prstGeom>
          <a:noFill/>
          <a:ln>
            <a:noFill/>
          </a:ln>
        </p:spPr>
        <p:txBody>
          <a:bodyPr spcFirstLastPara="1" wrap="square" lIns="121875" tIns="121875" rIns="121875" bIns="121875" anchor="t" anchorCtr="0">
            <a:noAutofit/>
          </a:bodyPr>
          <a:lstStyle/>
          <a:p>
            <a:pPr marL="0" marR="0" lvl="0" indent="0" algn="l" rtl="0">
              <a:lnSpc>
                <a:spcPct val="115000"/>
              </a:lnSpc>
              <a:spcBef>
                <a:spcPts val="1000"/>
              </a:spcBef>
              <a:spcAft>
                <a:spcPts val="0"/>
              </a:spcAft>
              <a:buNone/>
            </a:pPr>
            <a:r>
              <a:rPr lang="fr-FR" sz="2400" b="1">
                <a:solidFill>
                  <a:srgbClr val="00B0F0"/>
                </a:solidFill>
                <a:latin typeface="Arial"/>
                <a:ea typeface="Arial"/>
                <a:cs typeface="Arial"/>
                <a:sym typeface="Arial"/>
              </a:rPr>
              <a:t>Like the present perfect continuous, the past perfect continuous </a:t>
            </a:r>
            <a:r>
              <a:rPr lang="fr-FR" sz="2400" b="1">
                <a:solidFill>
                  <a:srgbClr val="FF0000"/>
                </a:solidFill>
                <a:latin typeface="Arial"/>
                <a:ea typeface="Arial"/>
                <a:cs typeface="Arial"/>
                <a:sym typeface="Arial"/>
              </a:rPr>
              <a:t>is not used </a:t>
            </a:r>
            <a:r>
              <a:rPr lang="fr-FR" sz="2400" b="1">
                <a:solidFill>
                  <a:srgbClr val="00B0F0"/>
                </a:solidFill>
                <a:latin typeface="Arial"/>
                <a:ea typeface="Arial"/>
                <a:cs typeface="Arial"/>
                <a:sym typeface="Arial"/>
              </a:rPr>
              <a:t>with </a:t>
            </a:r>
            <a:r>
              <a:rPr lang="fr-FR" sz="2400" b="1">
                <a:solidFill>
                  <a:schemeClr val="accent5"/>
                </a:solidFill>
                <a:latin typeface="Arial"/>
                <a:ea typeface="Arial"/>
                <a:cs typeface="Arial"/>
                <a:sym typeface="Arial"/>
              </a:rPr>
              <a:t>verbs of short action </a:t>
            </a:r>
            <a:r>
              <a:rPr lang="fr-FR" sz="2400" b="1">
                <a:solidFill>
                  <a:srgbClr val="49BAFA"/>
                </a:solidFill>
                <a:latin typeface="Arial"/>
                <a:ea typeface="Arial"/>
                <a:cs typeface="Arial"/>
                <a:sym typeface="Arial"/>
              </a:rPr>
              <a:t>and</a:t>
            </a:r>
            <a:r>
              <a:rPr lang="fr-FR" sz="2400" b="1">
                <a:solidFill>
                  <a:schemeClr val="accent5"/>
                </a:solidFill>
                <a:latin typeface="Arial"/>
                <a:ea typeface="Arial"/>
                <a:cs typeface="Arial"/>
                <a:sym typeface="Arial"/>
              </a:rPr>
              <a:t> verbs of state.  </a:t>
            </a:r>
            <a:endParaRPr sz="1600" b="1" i="0" u="none" strike="noStrike" cap="none">
              <a:solidFill>
                <a:schemeClr val="accent5"/>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42">
                                            <p:txEl>
                                              <p:pRg st="0" end="0"/>
                                            </p:txEl>
                                          </p:spTgt>
                                        </p:tgtEl>
                                        <p:attrNameLst>
                                          <p:attrName>style.visibility</p:attrName>
                                        </p:attrNameLst>
                                      </p:cBhvr>
                                      <p:to>
                                        <p:strVal val="visible"/>
                                      </p:to>
                                    </p:set>
                                    <p:animEffect transition="in" filter="fade">
                                      <p:cBhvr>
                                        <p:cTn id="7" dur="500"/>
                                        <p:tgtEl>
                                          <p:spTgt spid="8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42">
                                            <p:txEl>
                                              <p:pRg st="1" end="1"/>
                                            </p:txEl>
                                          </p:spTgt>
                                        </p:tgtEl>
                                        <p:attrNameLst>
                                          <p:attrName>style.visibility</p:attrName>
                                        </p:attrNameLst>
                                      </p:cBhvr>
                                      <p:to>
                                        <p:strVal val="visible"/>
                                      </p:to>
                                    </p:set>
                                    <p:animEffect transition="in" filter="fade">
                                      <p:cBhvr>
                                        <p:cTn id="12" dur="500"/>
                                        <p:tgtEl>
                                          <p:spTgt spid="84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42">
                                            <p:txEl>
                                              <p:pRg st="2" end="2"/>
                                            </p:txEl>
                                          </p:spTgt>
                                        </p:tgtEl>
                                        <p:attrNameLst>
                                          <p:attrName>style.visibility</p:attrName>
                                        </p:attrNameLst>
                                      </p:cBhvr>
                                      <p:to>
                                        <p:strVal val="visible"/>
                                      </p:to>
                                    </p:set>
                                    <p:animEffect transition="in" filter="fade">
                                      <p:cBhvr>
                                        <p:cTn id="17" dur="500"/>
                                        <p:tgtEl>
                                          <p:spTgt spid="84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42">
                                            <p:txEl>
                                              <p:pRg st="3" end="3"/>
                                            </p:txEl>
                                          </p:spTgt>
                                        </p:tgtEl>
                                        <p:attrNameLst>
                                          <p:attrName>style.visibility</p:attrName>
                                        </p:attrNameLst>
                                      </p:cBhvr>
                                      <p:to>
                                        <p:strVal val="visible"/>
                                      </p:to>
                                    </p:set>
                                    <p:animEffect transition="in" filter="fade">
                                      <p:cBhvr>
                                        <p:cTn id="22" dur="500"/>
                                        <p:tgtEl>
                                          <p:spTgt spid="84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42">
                                            <p:txEl>
                                              <p:pRg st="4" end="4"/>
                                            </p:txEl>
                                          </p:spTgt>
                                        </p:tgtEl>
                                        <p:attrNameLst>
                                          <p:attrName>style.visibility</p:attrName>
                                        </p:attrNameLst>
                                      </p:cBhvr>
                                      <p:to>
                                        <p:strVal val="visible"/>
                                      </p:to>
                                    </p:set>
                                    <p:animEffect transition="in" filter="fade">
                                      <p:cBhvr>
                                        <p:cTn id="27" dur="500"/>
                                        <p:tgtEl>
                                          <p:spTgt spid="84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42">
                                            <p:txEl>
                                              <p:pRg st="5" end="5"/>
                                            </p:txEl>
                                          </p:spTgt>
                                        </p:tgtEl>
                                        <p:attrNameLst>
                                          <p:attrName>style.visibility</p:attrName>
                                        </p:attrNameLst>
                                      </p:cBhvr>
                                      <p:to>
                                        <p:strVal val="visible"/>
                                      </p:to>
                                    </p:set>
                                    <p:animEffect transition="in" filter="fade">
                                      <p:cBhvr>
                                        <p:cTn id="32" dur="500"/>
                                        <p:tgtEl>
                                          <p:spTgt spid="84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42">
                                            <p:txEl>
                                              <p:pRg st="6" end="6"/>
                                            </p:txEl>
                                          </p:spTgt>
                                        </p:tgtEl>
                                        <p:attrNameLst>
                                          <p:attrName>style.visibility</p:attrName>
                                        </p:attrNameLst>
                                      </p:cBhvr>
                                      <p:to>
                                        <p:strVal val="visible"/>
                                      </p:to>
                                    </p:set>
                                    <p:animEffect transition="in" filter="fade">
                                      <p:cBhvr>
                                        <p:cTn id="37" dur="500"/>
                                        <p:tgtEl>
                                          <p:spTgt spid="84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42">
                                            <p:txEl>
                                              <p:pRg st="7" end="7"/>
                                            </p:txEl>
                                          </p:spTgt>
                                        </p:tgtEl>
                                        <p:attrNameLst>
                                          <p:attrName>style.visibility</p:attrName>
                                        </p:attrNameLst>
                                      </p:cBhvr>
                                      <p:to>
                                        <p:strVal val="visible"/>
                                      </p:to>
                                    </p:set>
                                    <p:animEffect transition="in" filter="fade">
                                      <p:cBhvr>
                                        <p:cTn id="42" dur="500"/>
                                        <p:tgtEl>
                                          <p:spTgt spid="84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43">
                                            <p:txEl>
                                              <p:pRg st="0" end="0"/>
                                            </p:txEl>
                                          </p:spTgt>
                                        </p:tgtEl>
                                        <p:attrNameLst>
                                          <p:attrName>style.visibility</p:attrName>
                                        </p:attrNameLst>
                                      </p:cBhvr>
                                      <p:to>
                                        <p:strVal val="visible"/>
                                      </p:to>
                                    </p:set>
                                    <p:animEffect transition="in" filter="fade">
                                      <p:cBhvr>
                                        <p:cTn id="47" dur="500"/>
                                        <p:tgtEl>
                                          <p:spTgt spid="843">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43">
                                            <p:txEl>
                                              <p:pRg st="0" end="0"/>
                                            </p:txEl>
                                          </p:spTgt>
                                        </p:tgtEl>
                                        <p:attrNameLst>
                                          <p:attrName>style.visibility</p:attrName>
                                        </p:attrNameLst>
                                      </p:cBhvr>
                                      <p:to>
                                        <p:strVal val="visible"/>
                                      </p:to>
                                    </p:set>
                                    <p:animEffect transition="in" filter="fade">
                                      <p:cBhvr>
                                        <p:cTn id="52" dur="2000"/>
                                        <p:tgtEl>
                                          <p:spTgt spid="8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847"/>
        <p:cNvGrpSpPr/>
        <p:nvPr/>
      </p:nvGrpSpPr>
      <p:grpSpPr>
        <a:xfrm>
          <a:off x="0" y="0"/>
          <a:ext cx="0" cy="0"/>
          <a:chOff x="0" y="0"/>
          <a:chExt cx="0" cy="0"/>
        </a:xfrm>
      </p:grpSpPr>
      <p:sp>
        <p:nvSpPr>
          <p:cNvPr id="848" name="Google Shape;848;p59"/>
          <p:cNvSpPr txBox="1">
            <a:spLocks noGrp="1"/>
          </p:cNvSpPr>
          <p:nvPr>
            <p:ph type="ctrTitle"/>
          </p:nvPr>
        </p:nvSpPr>
        <p:spPr>
          <a:xfrm>
            <a:off x="0" y="168813"/>
            <a:ext cx="12192000" cy="770400"/>
          </a:xfrm>
          <a:prstGeom prst="rect">
            <a:avLst/>
          </a:prstGeom>
          <a:noFill/>
          <a:ln>
            <a:noFill/>
          </a:ln>
        </p:spPr>
        <p:txBody>
          <a:bodyPr spcFirstLastPara="1" wrap="square" lIns="121875" tIns="121875" rIns="121875" bIns="121875" anchor="t" anchorCtr="0">
            <a:noAutofit/>
          </a:bodyPr>
          <a:lstStyle/>
          <a:p>
            <a:pPr marL="0" lvl="0" indent="0" algn="l" rtl="0">
              <a:lnSpc>
                <a:spcPct val="90000"/>
              </a:lnSpc>
              <a:spcBef>
                <a:spcPts val="0"/>
              </a:spcBef>
              <a:spcAft>
                <a:spcPts val="0"/>
              </a:spcAft>
              <a:buClr>
                <a:schemeClr val="dk2"/>
              </a:buClr>
              <a:buSzPts val="1400"/>
              <a:buFont typeface="Arial"/>
              <a:buNone/>
            </a:pPr>
            <a:r>
              <a:rPr lang="fr-FR" sz="2800" b="1">
                <a:solidFill>
                  <a:srgbClr val="002060"/>
                </a:solidFill>
              </a:rPr>
              <a:t>Put the verbs in the correct Past Perfect form, Simple or Continuous </a:t>
            </a:r>
            <a:endParaRPr sz="2800" b="1">
              <a:solidFill>
                <a:srgbClr val="002060"/>
              </a:solidFill>
            </a:endParaRPr>
          </a:p>
        </p:txBody>
      </p:sp>
      <p:sp>
        <p:nvSpPr>
          <p:cNvPr id="849" name="Google Shape;849;p59"/>
          <p:cNvSpPr txBox="1">
            <a:spLocks noGrp="1"/>
          </p:cNvSpPr>
          <p:nvPr>
            <p:ph type="subTitle" idx="1"/>
          </p:nvPr>
        </p:nvSpPr>
        <p:spPr>
          <a:xfrm>
            <a:off x="272956" y="1009935"/>
            <a:ext cx="11133028" cy="6148316"/>
          </a:xfrm>
          <a:prstGeom prst="rect">
            <a:avLst/>
          </a:prstGeom>
          <a:noFill/>
          <a:ln>
            <a:noFill/>
          </a:ln>
        </p:spPr>
        <p:txBody>
          <a:bodyPr spcFirstLastPara="1" wrap="square" lIns="121875" tIns="121875" rIns="121875" bIns="121875" anchor="b" anchorCtr="0">
            <a:noAutofit/>
          </a:bodyPr>
          <a:lstStyle/>
          <a:p>
            <a:pPr marL="609585" lvl="0" indent="-491054" algn="l" rtl="0">
              <a:lnSpc>
                <a:spcPct val="150000"/>
              </a:lnSpc>
              <a:spcBef>
                <a:spcPts val="0"/>
              </a:spcBef>
              <a:spcAft>
                <a:spcPts val="0"/>
              </a:spcAft>
              <a:buClr>
                <a:srgbClr val="023F61"/>
              </a:buClr>
              <a:buSzPts val="2200"/>
              <a:buAutoNum type="arabicPeriod"/>
            </a:pPr>
            <a:r>
              <a:rPr lang="fr-FR" sz="2400">
                <a:solidFill>
                  <a:srgbClr val="023F61"/>
                </a:solidFill>
              </a:rPr>
              <a:t>When I arrived at the cinema, the film ______________(start).</a:t>
            </a:r>
            <a:endParaRPr sz="2400">
              <a:solidFill>
                <a:srgbClr val="023F61"/>
              </a:solidFill>
            </a:endParaRPr>
          </a:p>
          <a:p>
            <a:pPr marL="609585" lvl="0" indent="-491054" algn="l" rtl="0">
              <a:lnSpc>
                <a:spcPct val="150000"/>
              </a:lnSpc>
              <a:spcBef>
                <a:spcPts val="0"/>
              </a:spcBef>
              <a:spcAft>
                <a:spcPts val="0"/>
              </a:spcAft>
              <a:buClr>
                <a:srgbClr val="023F61"/>
              </a:buClr>
              <a:buSzPts val="2200"/>
              <a:buAutoNum type="arabicPeriod"/>
            </a:pPr>
            <a:r>
              <a:rPr lang="fr-FR" sz="2400">
                <a:solidFill>
                  <a:srgbClr val="023F61"/>
                </a:solidFill>
              </a:rPr>
              <a:t>After they _____________(eat) the shellfish, they began to feel sick.</a:t>
            </a:r>
            <a:endParaRPr/>
          </a:p>
          <a:p>
            <a:pPr marL="609585" lvl="0" indent="-491054" algn="l" rtl="0">
              <a:lnSpc>
                <a:spcPct val="150000"/>
              </a:lnSpc>
              <a:spcBef>
                <a:spcPts val="0"/>
              </a:spcBef>
              <a:spcAft>
                <a:spcPts val="0"/>
              </a:spcAft>
              <a:buClr>
                <a:srgbClr val="023F61"/>
              </a:buClr>
              <a:buSzPts val="2200"/>
              <a:buAutoNum type="arabicPeriod"/>
            </a:pPr>
            <a:r>
              <a:rPr lang="fr-FR" sz="2400">
                <a:solidFill>
                  <a:srgbClr val="023F61"/>
                </a:solidFill>
              </a:rPr>
              <a:t>She _____________________(not/work) but she was tired anyway </a:t>
            </a:r>
            <a:endParaRPr sz="2400">
              <a:solidFill>
                <a:srgbClr val="023F61"/>
              </a:solidFill>
            </a:endParaRPr>
          </a:p>
          <a:p>
            <a:pPr marL="609585" lvl="0" indent="-491054" algn="l" rtl="0">
              <a:lnSpc>
                <a:spcPct val="150000"/>
              </a:lnSpc>
              <a:spcBef>
                <a:spcPts val="0"/>
              </a:spcBef>
              <a:spcAft>
                <a:spcPts val="0"/>
              </a:spcAft>
              <a:buClr>
                <a:srgbClr val="023F61"/>
              </a:buClr>
              <a:buSzPts val="2200"/>
              <a:buAutoNum type="arabicPeriod"/>
            </a:pPr>
            <a:r>
              <a:rPr lang="fr-FR" sz="2400">
                <a:solidFill>
                  <a:srgbClr val="023F61"/>
                </a:solidFill>
              </a:rPr>
              <a:t>If you ____________(listen) to me, you would have got the job. </a:t>
            </a:r>
            <a:endParaRPr sz="2400">
              <a:solidFill>
                <a:srgbClr val="023F61"/>
              </a:solidFill>
            </a:endParaRPr>
          </a:p>
          <a:p>
            <a:pPr marL="609585" lvl="0" indent="-491054" algn="l" rtl="0">
              <a:lnSpc>
                <a:spcPct val="150000"/>
              </a:lnSpc>
              <a:spcBef>
                <a:spcPts val="0"/>
              </a:spcBef>
              <a:spcAft>
                <a:spcPts val="0"/>
              </a:spcAft>
              <a:buClr>
                <a:srgbClr val="023F61"/>
              </a:buClr>
              <a:buSzPts val="2200"/>
              <a:buFont typeface="Arial"/>
              <a:buAutoNum type="arabicPeriod"/>
            </a:pPr>
            <a:r>
              <a:rPr lang="fr-FR" sz="2400">
                <a:solidFill>
                  <a:srgbClr val="023F61"/>
                </a:solidFill>
              </a:rPr>
              <a:t>We __________________(walk) all day, so we felt a bit tired. </a:t>
            </a:r>
            <a:endParaRPr sz="2400">
              <a:solidFill>
                <a:srgbClr val="023F61"/>
              </a:solidFill>
            </a:endParaRPr>
          </a:p>
          <a:p>
            <a:pPr marL="609585" lvl="0" indent="-491054" algn="l" rtl="0">
              <a:lnSpc>
                <a:spcPct val="150000"/>
              </a:lnSpc>
              <a:spcBef>
                <a:spcPts val="0"/>
              </a:spcBef>
              <a:spcAft>
                <a:spcPts val="0"/>
              </a:spcAft>
              <a:buClr>
                <a:srgbClr val="023F61"/>
              </a:buClr>
              <a:buSzPts val="2200"/>
              <a:buAutoNum type="arabicPeriod"/>
            </a:pPr>
            <a:r>
              <a:rPr lang="fr-FR" sz="2400">
                <a:solidFill>
                  <a:srgbClr val="023F61"/>
                </a:solidFill>
              </a:rPr>
              <a:t>Julie didn’t arrive until after I __________(leave).</a:t>
            </a:r>
            <a:endParaRPr sz="2400">
              <a:solidFill>
                <a:srgbClr val="023F61"/>
              </a:solidFill>
            </a:endParaRPr>
          </a:p>
          <a:p>
            <a:pPr marL="609585" lvl="0" indent="-491054" algn="l" rtl="0">
              <a:lnSpc>
                <a:spcPct val="150000"/>
              </a:lnSpc>
              <a:spcBef>
                <a:spcPts val="0"/>
              </a:spcBef>
              <a:spcAft>
                <a:spcPts val="0"/>
              </a:spcAft>
              <a:buClr>
                <a:srgbClr val="023F61"/>
              </a:buClr>
              <a:buSzPts val="2200"/>
              <a:buAutoNum type="arabicPeriod"/>
            </a:pPr>
            <a:r>
              <a:rPr lang="fr-FR" sz="2400">
                <a:solidFill>
                  <a:srgbClr val="023F61"/>
                </a:solidFill>
              </a:rPr>
              <a:t>______________(you/read) the book before you came to class?</a:t>
            </a:r>
            <a:endParaRPr/>
          </a:p>
          <a:p>
            <a:pPr marL="609585" lvl="0" indent="-491054" algn="l" rtl="0">
              <a:lnSpc>
                <a:spcPct val="150000"/>
              </a:lnSpc>
              <a:spcBef>
                <a:spcPts val="0"/>
              </a:spcBef>
              <a:spcAft>
                <a:spcPts val="0"/>
              </a:spcAft>
              <a:buClr>
                <a:srgbClr val="023F61"/>
              </a:buClr>
              <a:buSzPts val="2200"/>
              <a:buFont typeface="Arial"/>
              <a:buAutoNum type="arabicPeriod"/>
            </a:pPr>
            <a:r>
              <a:rPr lang="fr-FR" sz="2400">
                <a:solidFill>
                  <a:srgbClr val="023F61"/>
                </a:solidFill>
              </a:rPr>
              <a:t>There was water everywhere. What ________________________(the children/do)?</a:t>
            </a:r>
            <a:endParaRPr sz="2400">
              <a:solidFill>
                <a:srgbClr val="023F61"/>
              </a:solidFill>
            </a:endParaRPr>
          </a:p>
          <a:p>
            <a:pPr marL="609585" lvl="0" indent="-491054" algn="l" rtl="0">
              <a:lnSpc>
                <a:spcPct val="150000"/>
              </a:lnSpc>
              <a:spcBef>
                <a:spcPts val="0"/>
              </a:spcBef>
              <a:spcAft>
                <a:spcPts val="0"/>
              </a:spcAft>
              <a:buClr>
                <a:srgbClr val="023F61"/>
              </a:buClr>
              <a:buSzPts val="2200"/>
              <a:buAutoNum type="arabicPeriod"/>
            </a:pPr>
            <a:r>
              <a:rPr lang="fr-FR" sz="2400">
                <a:solidFill>
                  <a:srgbClr val="023F61"/>
                </a:solidFill>
              </a:rPr>
              <a:t>______________(it/be) cold all week?</a:t>
            </a:r>
            <a:endParaRPr/>
          </a:p>
          <a:p>
            <a:pPr marL="609585" lvl="0" indent="-491054" algn="l" rtl="0">
              <a:lnSpc>
                <a:spcPct val="150000"/>
              </a:lnSpc>
              <a:spcBef>
                <a:spcPts val="0"/>
              </a:spcBef>
              <a:spcAft>
                <a:spcPts val="0"/>
              </a:spcAft>
              <a:buClr>
                <a:schemeClr val="accent5"/>
              </a:buClr>
              <a:buSzPts val="2200"/>
              <a:buNone/>
            </a:pPr>
            <a:endParaRPr sz="2400">
              <a:solidFill>
                <a:srgbClr val="023F61"/>
              </a:solidFill>
            </a:endParaRPr>
          </a:p>
        </p:txBody>
      </p:sp>
      <p:sp>
        <p:nvSpPr>
          <p:cNvPr id="850" name="Google Shape;850;p59"/>
          <p:cNvSpPr txBox="1"/>
          <p:nvPr/>
        </p:nvSpPr>
        <p:spPr>
          <a:xfrm>
            <a:off x="6373506" y="1078173"/>
            <a:ext cx="180150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000" b="1">
                <a:solidFill>
                  <a:srgbClr val="C00000"/>
                </a:solidFill>
                <a:latin typeface="Arial"/>
                <a:ea typeface="Arial"/>
                <a:cs typeface="Arial"/>
                <a:sym typeface="Arial"/>
              </a:rPr>
              <a:t>had started</a:t>
            </a:r>
            <a:endParaRPr sz="2000" b="1">
              <a:solidFill>
                <a:srgbClr val="C00000"/>
              </a:solidFill>
              <a:latin typeface="Arial"/>
              <a:ea typeface="Arial"/>
              <a:cs typeface="Arial"/>
              <a:sym typeface="Arial"/>
            </a:endParaRPr>
          </a:p>
        </p:txBody>
      </p:sp>
      <p:sp>
        <p:nvSpPr>
          <p:cNvPr id="851" name="Google Shape;851;p59"/>
          <p:cNvSpPr txBox="1"/>
          <p:nvPr/>
        </p:nvSpPr>
        <p:spPr>
          <a:xfrm>
            <a:off x="2593076" y="1637732"/>
            <a:ext cx="180150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000" b="1">
                <a:solidFill>
                  <a:srgbClr val="C00000"/>
                </a:solidFill>
                <a:latin typeface="Arial"/>
                <a:ea typeface="Arial"/>
                <a:cs typeface="Arial"/>
                <a:sym typeface="Arial"/>
              </a:rPr>
              <a:t>had eaten</a:t>
            </a:r>
            <a:endParaRPr sz="2000" b="1">
              <a:solidFill>
                <a:srgbClr val="C00000"/>
              </a:solidFill>
              <a:latin typeface="Arial"/>
              <a:ea typeface="Arial"/>
              <a:cs typeface="Arial"/>
              <a:sym typeface="Arial"/>
            </a:endParaRPr>
          </a:p>
        </p:txBody>
      </p:sp>
      <p:sp>
        <p:nvSpPr>
          <p:cNvPr id="852" name="Google Shape;852;p59"/>
          <p:cNvSpPr txBox="1"/>
          <p:nvPr/>
        </p:nvSpPr>
        <p:spPr>
          <a:xfrm>
            <a:off x="1678675" y="2197290"/>
            <a:ext cx="357571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000" b="1">
                <a:solidFill>
                  <a:srgbClr val="C00000"/>
                </a:solidFill>
                <a:latin typeface="Arial"/>
                <a:ea typeface="Arial"/>
                <a:cs typeface="Arial"/>
                <a:sym typeface="Arial"/>
              </a:rPr>
              <a:t>hadn’t been working eaten</a:t>
            </a:r>
            <a:endParaRPr sz="2000" b="1">
              <a:solidFill>
                <a:srgbClr val="C00000"/>
              </a:solidFill>
              <a:latin typeface="Arial"/>
              <a:ea typeface="Arial"/>
              <a:cs typeface="Arial"/>
              <a:sym typeface="Arial"/>
            </a:endParaRPr>
          </a:p>
        </p:txBody>
      </p:sp>
      <p:sp>
        <p:nvSpPr>
          <p:cNvPr id="853" name="Google Shape;853;p59"/>
          <p:cNvSpPr txBox="1"/>
          <p:nvPr/>
        </p:nvSpPr>
        <p:spPr>
          <a:xfrm>
            <a:off x="1978926" y="2743201"/>
            <a:ext cx="180150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000" b="1">
                <a:solidFill>
                  <a:srgbClr val="C00000"/>
                </a:solidFill>
                <a:latin typeface="Arial"/>
                <a:ea typeface="Arial"/>
                <a:cs typeface="Arial"/>
                <a:sym typeface="Arial"/>
              </a:rPr>
              <a:t>had listened</a:t>
            </a:r>
            <a:endParaRPr sz="2000" b="1">
              <a:solidFill>
                <a:srgbClr val="C00000"/>
              </a:solidFill>
              <a:latin typeface="Arial"/>
              <a:ea typeface="Arial"/>
              <a:cs typeface="Arial"/>
              <a:sym typeface="Arial"/>
            </a:endParaRPr>
          </a:p>
        </p:txBody>
      </p:sp>
      <p:sp>
        <p:nvSpPr>
          <p:cNvPr id="854" name="Google Shape;854;p59"/>
          <p:cNvSpPr txBox="1"/>
          <p:nvPr/>
        </p:nvSpPr>
        <p:spPr>
          <a:xfrm>
            <a:off x="1678674" y="3302759"/>
            <a:ext cx="2947917"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000" b="1">
                <a:solidFill>
                  <a:srgbClr val="C00000"/>
                </a:solidFill>
                <a:latin typeface="Arial"/>
                <a:ea typeface="Arial"/>
                <a:cs typeface="Arial"/>
                <a:sym typeface="Arial"/>
              </a:rPr>
              <a:t>had been walking</a:t>
            </a:r>
            <a:endParaRPr sz="2000" b="1">
              <a:solidFill>
                <a:srgbClr val="C00000"/>
              </a:solidFill>
              <a:latin typeface="Arial"/>
              <a:ea typeface="Arial"/>
              <a:cs typeface="Arial"/>
              <a:sym typeface="Arial"/>
            </a:endParaRPr>
          </a:p>
        </p:txBody>
      </p:sp>
      <p:sp>
        <p:nvSpPr>
          <p:cNvPr id="855" name="Google Shape;855;p59"/>
          <p:cNvSpPr txBox="1"/>
          <p:nvPr/>
        </p:nvSpPr>
        <p:spPr>
          <a:xfrm>
            <a:off x="4913195" y="3862317"/>
            <a:ext cx="180150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000" b="1">
                <a:solidFill>
                  <a:srgbClr val="C00000"/>
                </a:solidFill>
                <a:latin typeface="Arial"/>
                <a:ea typeface="Arial"/>
                <a:cs typeface="Arial"/>
                <a:sym typeface="Arial"/>
              </a:rPr>
              <a:t>had left</a:t>
            </a:r>
            <a:endParaRPr sz="2000" b="1">
              <a:solidFill>
                <a:srgbClr val="C00000"/>
              </a:solidFill>
              <a:latin typeface="Arial"/>
              <a:ea typeface="Arial"/>
              <a:cs typeface="Arial"/>
              <a:sym typeface="Arial"/>
            </a:endParaRPr>
          </a:p>
        </p:txBody>
      </p:sp>
      <p:sp>
        <p:nvSpPr>
          <p:cNvPr id="856" name="Google Shape;856;p59"/>
          <p:cNvSpPr txBox="1"/>
          <p:nvPr/>
        </p:nvSpPr>
        <p:spPr>
          <a:xfrm>
            <a:off x="1119115" y="4394580"/>
            <a:ext cx="221093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000" b="1">
                <a:solidFill>
                  <a:srgbClr val="C00000"/>
                </a:solidFill>
                <a:latin typeface="Arial"/>
                <a:ea typeface="Arial"/>
                <a:cs typeface="Arial"/>
                <a:sym typeface="Arial"/>
              </a:rPr>
              <a:t>Had you read </a:t>
            </a:r>
            <a:endParaRPr sz="2000" b="1">
              <a:solidFill>
                <a:srgbClr val="C00000"/>
              </a:solidFill>
              <a:latin typeface="Arial"/>
              <a:ea typeface="Arial"/>
              <a:cs typeface="Arial"/>
              <a:sym typeface="Arial"/>
            </a:endParaRPr>
          </a:p>
        </p:txBody>
      </p:sp>
      <p:sp>
        <p:nvSpPr>
          <p:cNvPr id="857" name="Google Shape;857;p59"/>
          <p:cNvSpPr txBox="1"/>
          <p:nvPr/>
        </p:nvSpPr>
        <p:spPr>
          <a:xfrm>
            <a:off x="5950423" y="4967786"/>
            <a:ext cx="36303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000" b="1">
                <a:solidFill>
                  <a:srgbClr val="C00000"/>
                </a:solidFill>
                <a:latin typeface="Arial"/>
                <a:ea typeface="Arial"/>
                <a:cs typeface="Arial"/>
                <a:sym typeface="Arial"/>
              </a:rPr>
              <a:t>had the children been doing  </a:t>
            </a:r>
            <a:endParaRPr sz="2000" b="1">
              <a:solidFill>
                <a:srgbClr val="C00000"/>
              </a:solidFill>
              <a:latin typeface="Arial"/>
              <a:ea typeface="Arial"/>
              <a:cs typeface="Arial"/>
              <a:sym typeface="Arial"/>
            </a:endParaRPr>
          </a:p>
        </p:txBody>
      </p:sp>
      <p:sp>
        <p:nvSpPr>
          <p:cNvPr id="858" name="Google Shape;858;p59"/>
          <p:cNvSpPr txBox="1"/>
          <p:nvPr/>
        </p:nvSpPr>
        <p:spPr>
          <a:xfrm>
            <a:off x="1050878" y="6045959"/>
            <a:ext cx="227917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000" b="1">
                <a:solidFill>
                  <a:srgbClr val="C00000"/>
                </a:solidFill>
                <a:latin typeface="Arial"/>
                <a:ea typeface="Arial"/>
                <a:cs typeface="Arial"/>
                <a:sym typeface="Arial"/>
              </a:rPr>
              <a:t>Had it been  </a:t>
            </a:r>
            <a:endParaRPr sz="2000" b="1">
              <a:solidFill>
                <a:srgbClr val="C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850"/>
                                        </p:tgtEl>
                                        <p:attrNameLst>
                                          <p:attrName>style.visibility</p:attrName>
                                        </p:attrNameLst>
                                      </p:cBhvr>
                                      <p:to>
                                        <p:strVal val="visible"/>
                                      </p:to>
                                    </p:set>
                                    <p:anim calcmode="lin" valueType="num">
                                      <p:cBhvr additive="base">
                                        <p:cTn id="7" dur="1000"/>
                                        <p:tgtEl>
                                          <p:spTgt spid="850"/>
                                        </p:tgtEl>
                                        <p:attrNameLst>
                                          <p:attrName>ppt_w</p:attrName>
                                        </p:attrNameLst>
                                      </p:cBhvr>
                                      <p:tavLst>
                                        <p:tav tm="0">
                                          <p:val>
                                            <p:strVal val="0"/>
                                          </p:val>
                                        </p:tav>
                                        <p:tav tm="100000">
                                          <p:val>
                                            <p:strVal val="#ppt_w"/>
                                          </p:val>
                                        </p:tav>
                                      </p:tavLst>
                                    </p:anim>
                                    <p:anim calcmode="lin" valueType="num">
                                      <p:cBhvr additive="base">
                                        <p:cTn id="8" dur="1000"/>
                                        <p:tgtEl>
                                          <p:spTgt spid="850"/>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851"/>
                                        </p:tgtEl>
                                        <p:attrNameLst>
                                          <p:attrName>style.visibility</p:attrName>
                                        </p:attrNameLst>
                                      </p:cBhvr>
                                      <p:to>
                                        <p:strVal val="visible"/>
                                      </p:to>
                                    </p:set>
                                    <p:anim calcmode="lin" valueType="num">
                                      <p:cBhvr additive="base">
                                        <p:cTn id="13" dur="1000"/>
                                        <p:tgtEl>
                                          <p:spTgt spid="851"/>
                                        </p:tgtEl>
                                        <p:attrNameLst>
                                          <p:attrName>ppt_w</p:attrName>
                                        </p:attrNameLst>
                                      </p:cBhvr>
                                      <p:tavLst>
                                        <p:tav tm="0">
                                          <p:val>
                                            <p:strVal val="0"/>
                                          </p:val>
                                        </p:tav>
                                        <p:tav tm="100000">
                                          <p:val>
                                            <p:strVal val="#ppt_w"/>
                                          </p:val>
                                        </p:tav>
                                      </p:tavLst>
                                    </p:anim>
                                    <p:anim calcmode="lin" valueType="num">
                                      <p:cBhvr additive="base">
                                        <p:cTn id="14" dur="1000"/>
                                        <p:tgtEl>
                                          <p:spTgt spid="851"/>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852"/>
                                        </p:tgtEl>
                                        <p:attrNameLst>
                                          <p:attrName>style.visibility</p:attrName>
                                        </p:attrNameLst>
                                      </p:cBhvr>
                                      <p:to>
                                        <p:strVal val="visible"/>
                                      </p:to>
                                    </p:set>
                                    <p:anim calcmode="lin" valueType="num">
                                      <p:cBhvr additive="base">
                                        <p:cTn id="19" dur="1000"/>
                                        <p:tgtEl>
                                          <p:spTgt spid="852"/>
                                        </p:tgtEl>
                                        <p:attrNameLst>
                                          <p:attrName>ppt_w</p:attrName>
                                        </p:attrNameLst>
                                      </p:cBhvr>
                                      <p:tavLst>
                                        <p:tav tm="0">
                                          <p:val>
                                            <p:strVal val="0"/>
                                          </p:val>
                                        </p:tav>
                                        <p:tav tm="100000">
                                          <p:val>
                                            <p:strVal val="#ppt_w"/>
                                          </p:val>
                                        </p:tav>
                                      </p:tavLst>
                                    </p:anim>
                                    <p:anim calcmode="lin" valueType="num">
                                      <p:cBhvr additive="base">
                                        <p:cTn id="20" dur="1000"/>
                                        <p:tgtEl>
                                          <p:spTgt spid="852"/>
                                        </p:tgtEl>
                                        <p:attrNameLst>
                                          <p:attrName>ppt_h</p:attrName>
                                        </p:attrNameLst>
                                      </p:cBhvr>
                                      <p:tavLst>
                                        <p:tav tm="0">
                                          <p:val>
                                            <p:str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853"/>
                                        </p:tgtEl>
                                        <p:attrNameLst>
                                          <p:attrName>style.visibility</p:attrName>
                                        </p:attrNameLst>
                                      </p:cBhvr>
                                      <p:to>
                                        <p:strVal val="visible"/>
                                      </p:to>
                                    </p:set>
                                    <p:anim calcmode="lin" valueType="num">
                                      <p:cBhvr additive="base">
                                        <p:cTn id="25" dur="1000"/>
                                        <p:tgtEl>
                                          <p:spTgt spid="853"/>
                                        </p:tgtEl>
                                        <p:attrNameLst>
                                          <p:attrName>ppt_w</p:attrName>
                                        </p:attrNameLst>
                                      </p:cBhvr>
                                      <p:tavLst>
                                        <p:tav tm="0">
                                          <p:val>
                                            <p:strVal val="0"/>
                                          </p:val>
                                        </p:tav>
                                        <p:tav tm="100000">
                                          <p:val>
                                            <p:strVal val="#ppt_w"/>
                                          </p:val>
                                        </p:tav>
                                      </p:tavLst>
                                    </p:anim>
                                    <p:anim calcmode="lin" valueType="num">
                                      <p:cBhvr additive="base">
                                        <p:cTn id="26" dur="1000"/>
                                        <p:tgtEl>
                                          <p:spTgt spid="853"/>
                                        </p:tgtEl>
                                        <p:attrNameLst>
                                          <p:attrName>ppt_h</p:attrName>
                                        </p:attrNameLst>
                                      </p:cBhvr>
                                      <p:tavLst>
                                        <p:tav tm="0">
                                          <p:val>
                                            <p:str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854"/>
                                        </p:tgtEl>
                                        <p:attrNameLst>
                                          <p:attrName>style.visibility</p:attrName>
                                        </p:attrNameLst>
                                      </p:cBhvr>
                                      <p:to>
                                        <p:strVal val="visible"/>
                                      </p:to>
                                    </p:set>
                                    <p:anim calcmode="lin" valueType="num">
                                      <p:cBhvr additive="base">
                                        <p:cTn id="31" dur="1000"/>
                                        <p:tgtEl>
                                          <p:spTgt spid="854"/>
                                        </p:tgtEl>
                                        <p:attrNameLst>
                                          <p:attrName>ppt_w</p:attrName>
                                        </p:attrNameLst>
                                      </p:cBhvr>
                                      <p:tavLst>
                                        <p:tav tm="0">
                                          <p:val>
                                            <p:strVal val="0"/>
                                          </p:val>
                                        </p:tav>
                                        <p:tav tm="100000">
                                          <p:val>
                                            <p:strVal val="#ppt_w"/>
                                          </p:val>
                                        </p:tav>
                                      </p:tavLst>
                                    </p:anim>
                                    <p:anim calcmode="lin" valueType="num">
                                      <p:cBhvr additive="base">
                                        <p:cTn id="32" dur="1000"/>
                                        <p:tgtEl>
                                          <p:spTgt spid="854"/>
                                        </p:tgtEl>
                                        <p:attrNameLst>
                                          <p:attrName>ppt_h</p:attrName>
                                        </p:attrNameLst>
                                      </p:cBhvr>
                                      <p:tavLst>
                                        <p:tav tm="0">
                                          <p:val>
                                            <p:str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855"/>
                                        </p:tgtEl>
                                        <p:attrNameLst>
                                          <p:attrName>style.visibility</p:attrName>
                                        </p:attrNameLst>
                                      </p:cBhvr>
                                      <p:to>
                                        <p:strVal val="visible"/>
                                      </p:to>
                                    </p:set>
                                    <p:anim calcmode="lin" valueType="num">
                                      <p:cBhvr additive="base">
                                        <p:cTn id="37" dur="1000"/>
                                        <p:tgtEl>
                                          <p:spTgt spid="855"/>
                                        </p:tgtEl>
                                        <p:attrNameLst>
                                          <p:attrName>ppt_w</p:attrName>
                                        </p:attrNameLst>
                                      </p:cBhvr>
                                      <p:tavLst>
                                        <p:tav tm="0">
                                          <p:val>
                                            <p:strVal val="0"/>
                                          </p:val>
                                        </p:tav>
                                        <p:tav tm="100000">
                                          <p:val>
                                            <p:strVal val="#ppt_w"/>
                                          </p:val>
                                        </p:tav>
                                      </p:tavLst>
                                    </p:anim>
                                    <p:anim calcmode="lin" valueType="num">
                                      <p:cBhvr additive="base">
                                        <p:cTn id="38" dur="1000"/>
                                        <p:tgtEl>
                                          <p:spTgt spid="855"/>
                                        </p:tgtEl>
                                        <p:attrNameLst>
                                          <p:attrName>ppt_h</p:attrName>
                                        </p:attrNameLst>
                                      </p:cBhvr>
                                      <p:tavLst>
                                        <p:tav tm="0">
                                          <p:val>
                                            <p:str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856"/>
                                        </p:tgtEl>
                                        <p:attrNameLst>
                                          <p:attrName>style.visibility</p:attrName>
                                        </p:attrNameLst>
                                      </p:cBhvr>
                                      <p:to>
                                        <p:strVal val="visible"/>
                                      </p:to>
                                    </p:set>
                                    <p:anim calcmode="lin" valueType="num">
                                      <p:cBhvr additive="base">
                                        <p:cTn id="43" dur="1000"/>
                                        <p:tgtEl>
                                          <p:spTgt spid="856"/>
                                        </p:tgtEl>
                                        <p:attrNameLst>
                                          <p:attrName>ppt_w</p:attrName>
                                        </p:attrNameLst>
                                      </p:cBhvr>
                                      <p:tavLst>
                                        <p:tav tm="0">
                                          <p:val>
                                            <p:strVal val="0"/>
                                          </p:val>
                                        </p:tav>
                                        <p:tav tm="100000">
                                          <p:val>
                                            <p:strVal val="#ppt_w"/>
                                          </p:val>
                                        </p:tav>
                                      </p:tavLst>
                                    </p:anim>
                                    <p:anim calcmode="lin" valueType="num">
                                      <p:cBhvr additive="base">
                                        <p:cTn id="44" dur="1000"/>
                                        <p:tgtEl>
                                          <p:spTgt spid="856"/>
                                        </p:tgtEl>
                                        <p:attrNameLst>
                                          <p:attrName>ppt_h</p:attrName>
                                        </p:attrNameLst>
                                      </p:cBhvr>
                                      <p:tavLst>
                                        <p:tav tm="0">
                                          <p:val>
                                            <p:str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nodeType="clickEffect">
                                  <p:stCondLst>
                                    <p:cond delay="0"/>
                                  </p:stCondLst>
                                  <p:childTnLst>
                                    <p:set>
                                      <p:cBhvr>
                                        <p:cTn id="48" dur="1" fill="hold">
                                          <p:stCondLst>
                                            <p:cond delay="0"/>
                                          </p:stCondLst>
                                        </p:cTn>
                                        <p:tgtEl>
                                          <p:spTgt spid="857"/>
                                        </p:tgtEl>
                                        <p:attrNameLst>
                                          <p:attrName>style.visibility</p:attrName>
                                        </p:attrNameLst>
                                      </p:cBhvr>
                                      <p:to>
                                        <p:strVal val="visible"/>
                                      </p:to>
                                    </p:set>
                                    <p:anim calcmode="lin" valueType="num">
                                      <p:cBhvr additive="base">
                                        <p:cTn id="49" dur="1000"/>
                                        <p:tgtEl>
                                          <p:spTgt spid="857"/>
                                        </p:tgtEl>
                                        <p:attrNameLst>
                                          <p:attrName>ppt_w</p:attrName>
                                        </p:attrNameLst>
                                      </p:cBhvr>
                                      <p:tavLst>
                                        <p:tav tm="0">
                                          <p:val>
                                            <p:strVal val="0"/>
                                          </p:val>
                                        </p:tav>
                                        <p:tav tm="100000">
                                          <p:val>
                                            <p:strVal val="#ppt_w"/>
                                          </p:val>
                                        </p:tav>
                                      </p:tavLst>
                                    </p:anim>
                                    <p:anim calcmode="lin" valueType="num">
                                      <p:cBhvr additive="base">
                                        <p:cTn id="50" dur="1000"/>
                                        <p:tgtEl>
                                          <p:spTgt spid="857"/>
                                        </p:tgtEl>
                                        <p:attrNameLst>
                                          <p:attrName>ppt_h</p:attrName>
                                        </p:attrNameLst>
                                      </p:cBhvr>
                                      <p:tavLst>
                                        <p:tav tm="0">
                                          <p:val>
                                            <p:str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3" presetClass="entr" presetSubtype="16" fill="hold" nodeType="clickEffect">
                                  <p:stCondLst>
                                    <p:cond delay="0"/>
                                  </p:stCondLst>
                                  <p:childTnLst>
                                    <p:set>
                                      <p:cBhvr>
                                        <p:cTn id="54" dur="1" fill="hold">
                                          <p:stCondLst>
                                            <p:cond delay="0"/>
                                          </p:stCondLst>
                                        </p:cTn>
                                        <p:tgtEl>
                                          <p:spTgt spid="858"/>
                                        </p:tgtEl>
                                        <p:attrNameLst>
                                          <p:attrName>style.visibility</p:attrName>
                                        </p:attrNameLst>
                                      </p:cBhvr>
                                      <p:to>
                                        <p:strVal val="visible"/>
                                      </p:to>
                                    </p:set>
                                    <p:anim calcmode="lin" valueType="num">
                                      <p:cBhvr additive="base">
                                        <p:cTn id="55" dur="1000"/>
                                        <p:tgtEl>
                                          <p:spTgt spid="858"/>
                                        </p:tgtEl>
                                        <p:attrNameLst>
                                          <p:attrName>ppt_w</p:attrName>
                                        </p:attrNameLst>
                                      </p:cBhvr>
                                      <p:tavLst>
                                        <p:tav tm="0">
                                          <p:val>
                                            <p:strVal val="0"/>
                                          </p:val>
                                        </p:tav>
                                        <p:tav tm="100000">
                                          <p:val>
                                            <p:strVal val="#ppt_w"/>
                                          </p:val>
                                        </p:tav>
                                      </p:tavLst>
                                    </p:anim>
                                    <p:anim calcmode="lin" valueType="num">
                                      <p:cBhvr additive="base">
                                        <p:cTn id="56" dur="1000"/>
                                        <p:tgtEl>
                                          <p:spTgt spid="85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862"/>
        <p:cNvGrpSpPr/>
        <p:nvPr/>
      </p:nvGrpSpPr>
      <p:grpSpPr>
        <a:xfrm>
          <a:off x="0" y="0"/>
          <a:ext cx="0" cy="0"/>
          <a:chOff x="0" y="0"/>
          <a:chExt cx="0" cy="0"/>
        </a:xfrm>
      </p:grpSpPr>
      <p:sp>
        <p:nvSpPr>
          <p:cNvPr id="863" name="Google Shape;863;p60"/>
          <p:cNvSpPr/>
          <p:nvPr/>
        </p:nvSpPr>
        <p:spPr>
          <a:xfrm>
            <a:off x="272955" y="1918639"/>
            <a:ext cx="11109277" cy="4673230"/>
          </a:xfrm>
          <a:prstGeom prst="roundRect">
            <a:avLst>
              <a:gd name="adj" fmla="val 16667"/>
            </a:avLst>
          </a:prstGeom>
          <a:noFill/>
          <a:ln w="28575" cap="flat" cmpd="sng">
            <a:solidFill>
              <a:schemeClr val="hlink"/>
            </a:solidFill>
            <a:prstDash val="solid"/>
            <a:round/>
            <a:headEnd type="none" w="sm" len="sm"/>
            <a:tailEnd type="none" w="sm" len="sm"/>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64" name="Google Shape;864;p60"/>
          <p:cNvSpPr txBox="1"/>
          <p:nvPr/>
        </p:nvSpPr>
        <p:spPr>
          <a:xfrm>
            <a:off x="1066801" y="274104"/>
            <a:ext cx="10058400" cy="759486"/>
          </a:xfrm>
          <a:prstGeom prst="rect">
            <a:avLst/>
          </a:prstGeom>
          <a:noFill/>
          <a:ln>
            <a:noFill/>
          </a:ln>
        </p:spPr>
        <p:txBody>
          <a:bodyPr spcFirstLastPara="1" wrap="square" lIns="121875" tIns="121875" rIns="121875" bIns="121875" anchor="t" anchorCtr="0">
            <a:noAutofit/>
          </a:bodyPr>
          <a:lstStyle/>
          <a:p>
            <a:pPr marL="0" marR="0" lvl="0" indent="0" algn="ctr" rtl="0">
              <a:lnSpc>
                <a:spcPct val="90000"/>
              </a:lnSpc>
              <a:spcBef>
                <a:spcPts val="0"/>
              </a:spcBef>
              <a:spcAft>
                <a:spcPts val="0"/>
              </a:spcAft>
              <a:buClr>
                <a:srgbClr val="F3F3F3"/>
              </a:buClr>
              <a:buSzPts val="2400"/>
              <a:buFont typeface="Arial"/>
              <a:buNone/>
            </a:pPr>
            <a:r>
              <a:rPr lang="fr-FR" sz="4000" b="0" i="0" u="none" strike="noStrike" cap="none">
                <a:solidFill>
                  <a:srgbClr val="C00000"/>
                </a:solidFill>
                <a:latin typeface="Arial"/>
                <a:ea typeface="Arial"/>
                <a:cs typeface="Arial"/>
                <a:sym typeface="Arial"/>
              </a:rPr>
              <a:t>Rephrase using past perfect:</a:t>
            </a:r>
            <a:endParaRPr sz="4000" b="0" i="0" u="none" strike="noStrike" cap="none">
              <a:solidFill>
                <a:srgbClr val="C00000"/>
              </a:solidFill>
              <a:latin typeface="Arial"/>
              <a:ea typeface="Arial"/>
              <a:cs typeface="Arial"/>
              <a:sym typeface="Arial"/>
            </a:endParaRPr>
          </a:p>
        </p:txBody>
      </p:sp>
      <p:sp>
        <p:nvSpPr>
          <p:cNvPr id="865" name="Google Shape;865;p60"/>
          <p:cNvSpPr txBox="1"/>
          <p:nvPr/>
        </p:nvSpPr>
        <p:spPr>
          <a:xfrm>
            <a:off x="422929" y="2996833"/>
            <a:ext cx="504952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a:solidFill>
                  <a:srgbClr val="023F61"/>
                </a:solidFill>
                <a:latin typeface="Arial"/>
                <a:ea typeface="Arial"/>
                <a:cs typeface="Arial"/>
                <a:sym typeface="Arial"/>
              </a:rPr>
              <a:t>I visited London in 2018. In 2019 I went there again and it was easy to find my way around. </a:t>
            </a:r>
            <a:endParaRPr/>
          </a:p>
        </p:txBody>
      </p:sp>
      <p:sp>
        <p:nvSpPr>
          <p:cNvPr id="866" name="Google Shape;866;p60"/>
          <p:cNvSpPr txBox="1"/>
          <p:nvPr/>
        </p:nvSpPr>
        <p:spPr>
          <a:xfrm>
            <a:off x="6630689" y="2885072"/>
            <a:ext cx="50292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a:solidFill>
                  <a:srgbClr val="FF0000"/>
                </a:solidFill>
                <a:latin typeface="Arial"/>
                <a:ea typeface="Arial"/>
                <a:cs typeface="Arial"/>
                <a:sym typeface="Arial"/>
              </a:rPr>
              <a:t>When I went to London this year, it was easy to find my way around because I had been there before.</a:t>
            </a:r>
            <a:endParaRPr/>
          </a:p>
        </p:txBody>
      </p:sp>
      <p:sp>
        <p:nvSpPr>
          <p:cNvPr id="867" name="Google Shape;867;p60"/>
          <p:cNvSpPr/>
          <p:nvPr/>
        </p:nvSpPr>
        <p:spPr>
          <a:xfrm>
            <a:off x="5370849" y="3363316"/>
            <a:ext cx="1056640" cy="243840"/>
          </a:xfrm>
          <a:prstGeom prst="rightArrow">
            <a:avLst>
              <a:gd name="adj1" fmla="val 50000"/>
              <a:gd name="adj2" fmla="val 50000"/>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68" name="Google Shape;868;p60"/>
          <p:cNvSpPr txBox="1"/>
          <p:nvPr/>
        </p:nvSpPr>
        <p:spPr>
          <a:xfrm>
            <a:off x="422929" y="4629716"/>
            <a:ext cx="5049520"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a:solidFill>
                  <a:srgbClr val="023F61"/>
                </a:solidFill>
                <a:latin typeface="Arial"/>
                <a:ea typeface="Arial"/>
                <a:cs typeface="Arial"/>
                <a:sym typeface="Arial"/>
              </a:rPr>
              <a:t>I worked at the airport 5 years ago. When I went on holiday last month, I met many familiar faces at the airport.</a:t>
            </a:r>
            <a:endParaRPr/>
          </a:p>
        </p:txBody>
      </p:sp>
      <p:sp>
        <p:nvSpPr>
          <p:cNvPr id="869" name="Google Shape;869;p60"/>
          <p:cNvSpPr/>
          <p:nvPr/>
        </p:nvSpPr>
        <p:spPr>
          <a:xfrm>
            <a:off x="5370849" y="4986041"/>
            <a:ext cx="1056640" cy="243840"/>
          </a:xfrm>
          <a:prstGeom prst="rightArrow">
            <a:avLst>
              <a:gd name="adj1" fmla="val 50000"/>
              <a:gd name="adj2" fmla="val 50000"/>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70" name="Google Shape;870;p60"/>
          <p:cNvSpPr txBox="1"/>
          <p:nvPr/>
        </p:nvSpPr>
        <p:spPr>
          <a:xfrm>
            <a:off x="6630689" y="4585754"/>
            <a:ext cx="5029200"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a:solidFill>
                  <a:srgbClr val="FF0000"/>
                </a:solidFill>
                <a:latin typeface="Arial"/>
                <a:ea typeface="Arial"/>
                <a:cs typeface="Arial"/>
                <a:sym typeface="Arial"/>
              </a:rPr>
              <a:t>When I went on holiday last month, I met many familiar faces at the airport because I had worked there five years ago.</a:t>
            </a:r>
            <a:endParaRPr/>
          </a:p>
        </p:txBody>
      </p:sp>
      <p:sp>
        <p:nvSpPr>
          <p:cNvPr id="871" name="Google Shape;871;p60"/>
          <p:cNvSpPr txBox="1"/>
          <p:nvPr/>
        </p:nvSpPr>
        <p:spPr>
          <a:xfrm>
            <a:off x="368338" y="1944331"/>
            <a:ext cx="4828127"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a:solidFill>
                  <a:schemeClr val="dk1"/>
                </a:solidFill>
                <a:latin typeface="Arial"/>
                <a:ea typeface="Arial"/>
                <a:cs typeface="Arial"/>
                <a:sym typeface="Arial"/>
              </a:rPr>
              <a:t>The movie started at 6:00pm. We arrived at 6:05pm. </a:t>
            </a:r>
            <a:endParaRPr sz="2400">
              <a:solidFill>
                <a:schemeClr val="dk1"/>
              </a:solidFill>
              <a:latin typeface="Arial"/>
              <a:ea typeface="Arial"/>
              <a:cs typeface="Arial"/>
              <a:sym typeface="Arial"/>
            </a:endParaRPr>
          </a:p>
        </p:txBody>
      </p:sp>
      <p:sp>
        <p:nvSpPr>
          <p:cNvPr id="872" name="Google Shape;872;p60"/>
          <p:cNvSpPr txBox="1"/>
          <p:nvPr/>
        </p:nvSpPr>
        <p:spPr>
          <a:xfrm>
            <a:off x="6576098" y="1944331"/>
            <a:ext cx="504952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a:solidFill>
                  <a:schemeClr val="dk1"/>
                </a:solidFill>
                <a:latin typeface="Arial"/>
                <a:ea typeface="Arial"/>
                <a:cs typeface="Arial"/>
                <a:sym typeface="Arial"/>
              </a:rPr>
              <a:t>The movie had started when we arrived. </a:t>
            </a:r>
            <a:endParaRPr/>
          </a:p>
        </p:txBody>
      </p:sp>
      <p:sp>
        <p:nvSpPr>
          <p:cNvPr id="873" name="Google Shape;873;p60"/>
          <p:cNvSpPr/>
          <p:nvPr/>
        </p:nvSpPr>
        <p:spPr>
          <a:xfrm>
            <a:off x="5316258" y="2115989"/>
            <a:ext cx="1056640" cy="243840"/>
          </a:xfrm>
          <a:prstGeom prst="rightArrow">
            <a:avLst>
              <a:gd name="adj1" fmla="val 50000"/>
              <a:gd name="adj2" fmla="val 50000"/>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74" name="Google Shape;874;p60"/>
          <p:cNvSpPr txBox="1"/>
          <p:nvPr/>
        </p:nvSpPr>
        <p:spPr>
          <a:xfrm>
            <a:off x="409281" y="1152761"/>
            <a:ext cx="482812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a:solidFill>
                  <a:schemeClr val="dk1"/>
                </a:solidFill>
                <a:latin typeface="Arial"/>
                <a:ea typeface="Arial"/>
                <a:cs typeface="Arial"/>
                <a:sym typeface="Arial"/>
              </a:rPr>
              <a:t>Example:</a:t>
            </a:r>
            <a:endParaRPr sz="240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6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6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Shape 878"/>
        <p:cNvGrpSpPr/>
        <p:nvPr/>
      </p:nvGrpSpPr>
      <p:grpSpPr>
        <a:xfrm>
          <a:off x="0" y="0"/>
          <a:ext cx="0" cy="0"/>
          <a:chOff x="0" y="0"/>
          <a:chExt cx="0" cy="0"/>
        </a:xfrm>
      </p:grpSpPr>
      <p:pic>
        <p:nvPicPr>
          <p:cNvPr id="879" name="Google Shape;879;p61" descr="C:\Users\Lenovo\OneDrive\Desktop\22286-why_people_learn_english_poluhina_8.jpg"/>
          <p:cNvPicPr preferRelativeResize="0"/>
          <p:nvPr/>
        </p:nvPicPr>
        <p:blipFill rotWithShape="1">
          <a:blip r:embed="rId3">
            <a:alphaModFix/>
          </a:blip>
          <a:srcRect/>
          <a:stretch/>
        </p:blipFill>
        <p:spPr>
          <a:xfrm>
            <a:off x="1943163" y="1099236"/>
            <a:ext cx="8240587" cy="4612247"/>
          </a:xfrm>
          <a:prstGeom prst="rect">
            <a:avLst/>
          </a:prstGeom>
          <a:noFill/>
          <a:ln>
            <a:noFill/>
          </a:ln>
        </p:spPr>
      </p:pic>
      <p:pic>
        <p:nvPicPr>
          <p:cNvPr id="880" name="Google Shape;880;p61"/>
          <p:cNvPicPr preferRelativeResize="0"/>
          <p:nvPr/>
        </p:nvPicPr>
        <p:blipFill rotWithShape="1">
          <a:blip r:embed="rId4">
            <a:alphaModFix/>
          </a:blip>
          <a:srcRect/>
          <a:stretch/>
        </p:blipFill>
        <p:spPr>
          <a:xfrm>
            <a:off x="10119137" y="189800"/>
            <a:ext cx="1864549" cy="2159506"/>
          </a:xfrm>
          <a:prstGeom prst="rect">
            <a:avLst/>
          </a:prstGeom>
          <a:noFill/>
          <a:ln>
            <a:noFill/>
          </a:ln>
          <a:effectLst>
            <a:outerShdw blurRad="139700" sx="102000" sy="102000" algn="ctr" rotWithShape="0">
              <a:srgbClr val="000000">
                <a:alpha val="62745"/>
              </a:srgbClr>
            </a:outerShdw>
          </a:effectLst>
        </p:spPr>
      </p:pic>
      <p:pic>
        <p:nvPicPr>
          <p:cNvPr id="881" name="Google Shape;881;p61"/>
          <p:cNvPicPr preferRelativeResize="0"/>
          <p:nvPr/>
        </p:nvPicPr>
        <p:blipFill rotWithShape="1">
          <a:blip r:embed="rId5">
            <a:alphaModFix/>
          </a:blip>
          <a:srcRect/>
          <a:stretch/>
        </p:blipFill>
        <p:spPr>
          <a:xfrm>
            <a:off x="239151" y="4719023"/>
            <a:ext cx="1780947" cy="2138977"/>
          </a:xfrm>
          <a:prstGeom prst="rect">
            <a:avLst/>
          </a:prstGeom>
          <a:noFill/>
          <a:ln>
            <a:noFill/>
          </a:ln>
          <a:effectLst>
            <a:outerShdw blurRad="139700" sx="102000" sy="102000" algn="ctr" rotWithShape="0">
              <a:srgbClr val="000000">
                <a:alpha val="62745"/>
              </a:srgbClr>
            </a:outerShdw>
          </a:effectLst>
        </p:spPr>
      </p:pic>
    </p:spTree>
  </p:cSld>
  <p:clrMapOvr>
    <a:masterClrMapping/>
  </p:clrMapOvr>
</p:sld>
</file>

<file path=ppt/theme/theme1.xml><?xml version="1.0" encoding="utf-8"?>
<a:theme xmlns:a="http://schemas.openxmlformats.org/drawingml/2006/main" name="Office Theme">
  <a:themeElements>
    <a:clrScheme name="Allppt-Diagram-Theme-Color-01">
      <a:dk1>
        <a:srgbClr val="000000"/>
      </a:dk1>
      <a:lt1>
        <a:srgbClr val="FFFFFF"/>
      </a:lt1>
      <a:dk2>
        <a:srgbClr val="1F497D"/>
      </a:dk2>
      <a:lt2>
        <a:srgbClr val="EEECE1"/>
      </a:lt2>
      <a:accent1>
        <a:srgbClr val="0680C3"/>
      </a:accent1>
      <a:accent2>
        <a:srgbClr val="07A398"/>
      </a:accent2>
      <a:accent3>
        <a:srgbClr val="90C221"/>
      </a:accent3>
      <a:accent4>
        <a:srgbClr val="FBA200"/>
      </a:accent4>
      <a:accent5>
        <a:srgbClr val="E62601"/>
      </a:accent5>
      <a:accent6>
        <a:srgbClr val="57687C"/>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302</TotalTime>
  <Words>5032</Words>
  <Application>Microsoft Office PowerPoint</Application>
  <PresentationFormat>Grand écran</PresentationFormat>
  <Paragraphs>645</Paragraphs>
  <Slides>60</Slides>
  <Notes>59</Notes>
  <HiddenSlides>0</HiddenSlides>
  <MMClips>0</MMClips>
  <ScaleCrop>false</ScaleCrop>
  <HeadingPairs>
    <vt:vector size="8" baseType="variant">
      <vt:variant>
        <vt:lpstr>Polices utilisées</vt:lpstr>
      </vt:variant>
      <vt:variant>
        <vt:i4>12</vt:i4>
      </vt:variant>
      <vt:variant>
        <vt:lpstr>Thème</vt:lpstr>
      </vt:variant>
      <vt:variant>
        <vt:i4>1</vt:i4>
      </vt:variant>
      <vt:variant>
        <vt:lpstr>Serveurs OLE incorporés</vt:lpstr>
      </vt:variant>
      <vt:variant>
        <vt:i4>1</vt:i4>
      </vt:variant>
      <vt:variant>
        <vt:lpstr>Titres des diapositives</vt:lpstr>
      </vt:variant>
      <vt:variant>
        <vt:i4>60</vt:i4>
      </vt:variant>
    </vt:vector>
  </HeadingPairs>
  <TitlesOfParts>
    <vt:vector size="74" baseType="lpstr">
      <vt:lpstr>Noto Sans Symbols</vt:lpstr>
      <vt:lpstr>Arial</vt:lpstr>
      <vt:lpstr>Open Sans</vt:lpstr>
      <vt:lpstr>Times New Roman</vt:lpstr>
      <vt:lpstr>Corben</vt:lpstr>
      <vt:lpstr>Georgia</vt:lpstr>
      <vt:lpstr>Overlock</vt:lpstr>
      <vt:lpstr>Calibri</vt:lpstr>
      <vt:lpstr>Arial Rounded</vt:lpstr>
      <vt:lpstr>Anton</vt:lpstr>
      <vt:lpstr>Tulpen One</vt:lpstr>
      <vt:lpstr>Barlow</vt:lpstr>
      <vt:lpstr>Office Theme</vt:lpstr>
      <vt:lpstr>Microsoft Excel 97-2003 Worksheet</vt:lpstr>
      <vt:lpstr>Warm-Up</vt:lpstr>
      <vt:lpstr>Distinctive Symbols &amp; Landmarks </vt:lpstr>
      <vt:lpstr>The United Kingdom and the United States share various cultural aspects, yet, many divergences divide the two nations as well:  </vt:lpstr>
      <vt:lpstr>Divergences and Convergences</vt:lpstr>
      <vt:lpstr>One Language, Two Cultures..</vt:lpstr>
      <vt:lpstr>Learning Outcomes</vt:lpstr>
      <vt:lpstr>Presentation Outline</vt:lpstr>
      <vt:lpstr>Présentation PowerPoint</vt:lpstr>
      <vt:lpstr>Origins of English language</vt:lpstr>
      <vt:lpstr>Présentation PowerPoint</vt:lpstr>
      <vt:lpstr>Présentation PowerPoint</vt:lpstr>
      <vt:lpstr>Présentation PowerPoint</vt:lpstr>
      <vt:lpstr>Guess American or British culture</vt:lpstr>
      <vt:lpstr>So at what language levels is American English different from British English?</vt:lpstr>
      <vt:lpstr>Differences in Spelling</vt:lpstr>
      <vt:lpstr>How  would you pronounce these words?</vt:lpstr>
      <vt:lpstr>Differences in Pronunciation</vt:lpstr>
      <vt:lpstr>Differences in Pronunciation</vt:lpstr>
      <vt:lpstr>Differences in Word Stress</vt:lpstr>
      <vt:lpstr>American vs British Grammatical Differences </vt:lpstr>
      <vt:lpstr>Other Grammar Differences</vt:lpstr>
      <vt:lpstr>Differences also concern preposition usage:</vt:lpstr>
      <vt:lpstr>Can you name these objects in English? </vt:lpstr>
      <vt:lpstr>Can you name these things in English? </vt:lpstr>
      <vt:lpstr>Hi dudes and dudettes, I’m Chad from New  York City. Fill in the gaps for me please. Alright!!</vt:lpstr>
      <vt:lpstr>Hello everyone. I’m Basil from London. Could you  please fill in the gaps for me? Jolly good!!</vt:lpstr>
      <vt:lpstr>Vocabulary Differences</vt:lpstr>
      <vt:lpstr>Présentation PowerPoint</vt:lpstr>
      <vt:lpstr> Guess the word in the opposite English Version: </vt:lpstr>
      <vt:lpstr> </vt:lpstr>
      <vt:lpstr>Spot the American </vt:lpstr>
      <vt:lpstr>Présentation PowerPoint</vt:lpstr>
      <vt:lpstr>Présentation PowerPoint</vt:lpstr>
      <vt:lpstr>Time &amp; Date Telling</vt:lpstr>
      <vt:lpstr>Colloquialism</vt:lpstr>
      <vt:lpstr>Présentation PowerPoint</vt:lpstr>
      <vt:lpstr>Definition and Meaning of “Slang” </vt:lpstr>
      <vt:lpstr>Présentation PowerPoint</vt:lpstr>
      <vt:lpstr>Match the slangs with their meanings: </vt:lpstr>
      <vt:lpstr>Idioms</vt:lpstr>
      <vt:lpstr>Can you now tell the meaning of each?  </vt:lpstr>
      <vt:lpstr>Complete the sentences with the convenient idiom</vt:lpstr>
      <vt:lpstr>Difference related to cultural values </vt:lpstr>
      <vt:lpstr>Présentation PowerPoint</vt:lpstr>
      <vt:lpstr>How has English language evolved to have more than  1 million words?</vt:lpstr>
      <vt:lpstr>Présentation PowerPoint</vt:lpstr>
      <vt:lpstr>English Words of Arabic Origin</vt:lpstr>
      <vt:lpstr>Présentation PowerPoint</vt:lpstr>
      <vt:lpstr>Guess the origin of the following words:</vt:lpstr>
      <vt:lpstr>Présentation PowerPoint</vt:lpstr>
      <vt:lpstr>To Wrap it  up</vt:lpstr>
      <vt:lpstr>English language had taken over thousands of words from other languages and adopted them to enrich its vocabulary range.</vt:lpstr>
      <vt:lpstr>Présentation PowerPoint</vt:lpstr>
      <vt:lpstr>Past Perfect Simple Forms</vt:lpstr>
      <vt:lpstr>Présentation PowerPoint</vt:lpstr>
      <vt:lpstr>Past Perfect Continuous Forms</vt:lpstr>
      <vt:lpstr>Présentation PowerPoint</vt:lpstr>
      <vt:lpstr>Put the verbs in the correct Past Perfect form, Simple or Continuous </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Warm-Up</dc:title>
  <dc:creator>googleslidesppt.com;allppt.com</dc:creator>
  <cp:lastModifiedBy>user</cp:lastModifiedBy>
  <cp:revision>12</cp:revision>
  <dcterms:created xsi:type="dcterms:W3CDTF">2018-02-18T19:39:47Z</dcterms:created>
  <dcterms:modified xsi:type="dcterms:W3CDTF">2023-09-15T13:05:32Z</dcterms:modified>
</cp:coreProperties>
</file>