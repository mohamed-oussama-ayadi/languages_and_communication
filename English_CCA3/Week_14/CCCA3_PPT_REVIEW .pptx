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5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6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7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8.xml" ContentType="application/vnd.openxmlformats-officedocument.theme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9.xml" ContentType="application/vnd.openxmlformats-officedocument.theme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theme/theme10.xml" ContentType="application/vnd.openxmlformats-officedocument.theme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theme/theme11.xml" ContentType="application/vnd.openxmlformats-officedocument.theme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0" r:id="rId2"/>
    <p:sldMasterId id="2147483678" r:id="rId3"/>
    <p:sldMasterId id="2147483696" r:id="rId4"/>
    <p:sldMasterId id="2147483708" r:id="rId5"/>
    <p:sldMasterId id="2147483720" r:id="rId6"/>
    <p:sldMasterId id="2147483732" r:id="rId7"/>
    <p:sldMasterId id="2147483744" r:id="rId8"/>
    <p:sldMasterId id="2147483762" r:id="rId9"/>
    <p:sldMasterId id="2147483774" r:id="rId10"/>
    <p:sldMasterId id="2147483786" r:id="rId11"/>
    <p:sldMasterId id="2147483798" r:id="rId12"/>
  </p:sldMasterIdLst>
  <p:notesMasterIdLst>
    <p:notesMasterId r:id="rId80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23" r:id="rId61"/>
    <p:sldId id="305" r:id="rId62"/>
    <p:sldId id="306" r:id="rId63"/>
    <p:sldId id="307" r:id="rId64"/>
    <p:sldId id="308" r:id="rId65"/>
    <p:sldId id="309" r:id="rId66"/>
    <p:sldId id="310" r:id="rId67"/>
    <p:sldId id="311" r:id="rId68"/>
    <p:sldId id="312" r:id="rId69"/>
    <p:sldId id="313" r:id="rId70"/>
    <p:sldId id="314" r:id="rId71"/>
    <p:sldId id="315" r:id="rId72"/>
    <p:sldId id="316" r:id="rId73"/>
    <p:sldId id="317" r:id="rId74"/>
    <p:sldId id="318" r:id="rId75"/>
    <p:sldId id="319" r:id="rId76"/>
    <p:sldId id="320" r:id="rId77"/>
    <p:sldId id="321" r:id="rId78"/>
    <p:sldId id="322" r:id="rId79"/>
  </p:sldIdLst>
  <p:sldSz cx="12192000" cy="6858000"/>
  <p:notesSz cx="6858000" cy="9144000"/>
  <p:embeddedFontLst>
    <p:embeddedFont>
      <p:font typeface="Libre Franklin" panose="020B0604020202020204" charset="0"/>
      <p:regular r:id="rId81"/>
      <p:bold r:id="rId82"/>
      <p:italic r:id="rId83"/>
      <p:boldItalic r:id="rId84"/>
    </p:embeddedFont>
    <p:embeddedFont>
      <p:font typeface="Fira Sans Extra Condensed" panose="020B0604020202020204" charset="0"/>
      <p:regular r:id="rId85"/>
      <p:bold r:id="rId86"/>
      <p:italic r:id="rId87"/>
      <p:boldItalic r:id="rId88"/>
    </p:embeddedFont>
    <p:embeddedFont>
      <p:font typeface="Times" panose="02020603050405020304" pitchFamily="18" charset="0"/>
      <p:regular r:id="rId89"/>
      <p:bold r:id="rId90"/>
      <p:italic r:id="rId91"/>
      <p:boldItalic r:id="rId92"/>
    </p:embeddedFont>
    <p:embeddedFont>
      <p:font typeface="Comic Sans MS" panose="030F0702030302020204" pitchFamily="66" charset="0"/>
      <p:regular r:id="rId93"/>
      <p:bold r:id="rId94"/>
      <p:italic r:id="rId95"/>
      <p:boldItalic r:id="rId96"/>
    </p:embeddedFont>
    <p:embeddedFont>
      <p:font typeface="Verdana" panose="020B0604030504040204" pitchFamily="34" charset="0"/>
      <p:regular r:id="rId97"/>
      <p:bold r:id="rId98"/>
      <p:italic r:id="rId99"/>
      <p:boldItalic r:id="rId100"/>
    </p:embeddedFont>
    <p:embeddedFont>
      <p:font typeface="Roboto" panose="020B0604020202020204" charset="0"/>
      <p:regular r:id="rId101"/>
      <p:bold r:id="rId102"/>
      <p:italic r:id="rId103"/>
      <p:boldItalic r:id="rId104"/>
    </p:embeddedFont>
    <p:embeddedFont>
      <p:font typeface="Palatino Linotype" panose="02040502050505030304" pitchFamily="18" charset="0"/>
      <p:regular r:id="rId105"/>
      <p:bold r:id="rId106"/>
      <p:italic r:id="rId107"/>
      <p:boldItalic r:id="rId108"/>
    </p:embeddedFont>
    <p:embeddedFont>
      <p:font typeface="Calibri" panose="020F0502020204030204" pitchFamily="34" charset="0"/>
      <p:regular r:id="rId109"/>
      <p:bold r:id="rId110"/>
      <p:italic r:id="rId111"/>
      <p:boldItalic r:id="rId1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3" roundtripDataSignature="AMtx7mgVyZ9zLIHeMeztBxzkBoccwJ6w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AAA64A-F339-4590-8BEA-177A8140EC4F}">
  <a:tblStyle styleId="{90AAA64A-F339-4590-8BEA-177A8140EC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35D6372-6922-4B93-A199-F7B93A6FEDE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FB0B011-026B-44EE-957C-1ADCE5B81EC7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75" autoAdjust="0"/>
    <p:restoredTop sz="94660"/>
  </p:normalViewPr>
  <p:slideViewPr>
    <p:cSldViewPr snapToGrid="0">
      <p:cViewPr varScale="1">
        <p:scale>
          <a:sx n="72" d="100"/>
          <a:sy n="72" d="100"/>
        </p:scale>
        <p:origin x="90" y="2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4.xml"/><Relationship Id="rId117" Type="http://schemas.openxmlformats.org/officeDocument/2006/relationships/tableStyles" Target="tableStyles.xml"/><Relationship Id="rId21" Type="http://schemas.openxmlformats.org/officeDocument/2006/relationships/slide" Target="slides/slide9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63" Type="http://schemas.openxmlformats.org/officeDocument/2006/relationships/slide" Target="slides/slide51.xml"/><Relationship Id="rId68" Type="http://schemas.openxmlformats.org/officeDocument/2006/relationships/slide" Target="slides/slide56.xml"/><Relationship Id="rId84" Type="http://schemas.openxmlformats.org/officeDocument/2006/relationships/font" Target="fonts/font4.fntdata"/><Relationship Id="rId89" Type="http://schemas.openxmlformats.org/officeDocument/2006/relationships/font" Target="fonts/font9.fntdata"/><Relationship Id="rId112" Type="http://schemas.openxmlformats.org/officeDocument/2006/relationships/font" Target="fonts/font32.fntdata"/><Relationship Id="rId16" Type="http://schemas.openxmlformats.org/officeDocument/2006/relationships/slide" Target="slides/slide4.xml"/><Relationship Id="rId107" Type="http://schemas.openxmlformats.org/officeDocument/2006/relationships/font" Target="fonts/font27.fntdata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53" Type="http://schemas.openxmlformats.org/officeDocument/2006/relationships/slide" Target="slides/slide41.xml"/><Relationship Id="rId58" Type="http://schemas.openxmlformats.org/officeDocument/2006/relationships/slide" Target="slides/slide46.xml"/><Relationship Id="rId74" Type="http://schemas.openxmlformats.org/officeDocument/2006/relationships/slide" Target="slides/slide62.xml"/><Relationship Id="rId79" Type="http://schemas.openxmlformats.org/officeDocument/2006/relationships/slide" Target="slides/slide67.xml"/><Relationship Id="rId102" Type="http://schemas.openxmlformats.org/officeDocument/2006/relationships/font" Target="fonts/font22.fntdata"/><Relationship Id="rId5" Type="http://schemas.openxmlformats.org/officeDocument/2006/relationships/slideMaster" Target="slideMasters/slideMaster5.xml"/><Relationship Id="rId90" Type="http://schemas.openxmlformats.org/officeDocument/2006/relationships/font" Target="fonts/font10.fntdata"/><Relationship Id="rId95" Type="http://schemas.openxmlformats.org/officeDocument/2006/relationships/font" Target="fonts/font15.fntdata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64" Type="http://schemas.openxmlformats.org/officeDocument/2006/relationships/slide" Target="slides/slide52.xml"/><Relationship Id="rId69" Type="http://schemas.openxmlformats.org/officeDocument/2006/relationships/slide" Target="slides/slide57.xml"/><Relationship Id="rId113" Type="http://customschemas.google.com/relationships/presentationmetadata" Target="metadata"/><Relationship Id="rId80" Type="http://schemas.openxmlformats.org/officeDocument/2006/relationships/notesMaster" Target="notesMasters/notesMaster1.xml"/><Relationship Id="rId85" Type="http://schemas.openxmlformats.org/officeDocument/2006/relationships/font" Target="fonts/font5.fntdata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59" Type="http://schemas.openxmlformats.org/officeDocument/2006/relationships/slide" Target="slides/slide47.xml"/><Relationship Id="rId103" Type="http://schemas.openxmlformats.org/officeDocument/2006/relationships/font" Target="fonts/font23.fntdata"/><Relationship Id="rId108" Type="http://schemas.openxmlformats.org/officeDocument/2006/relationships/font" Target="fonts/font28.fntdata"/><Relationship Id="rId54" Type="http://schemas.openxmlformats.org/officeDocument/2006/relationships/slide" Target="slides/slide42.xml"/><Relationship Id="rId70" Type="http://schemas.openxmlformats.org/officeDocument/2006/relationships/slide" Target="slides/slide58.xml"/><Relationship Id="rId75" Type="http://schemas.openxmlformats.org/officeDocument/2006/relationships/slide" Target="slides/slide63.xml"/><Relationship Id="rId91" Type="http://schemas.openxmlformats.org/officeDocument/2006/relationships/font" Target="fonts/font11.fntdata"/><Relationship Id="rId96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49" Type="http://schemas.openxmlformats.org/officeDocument/2006/relationships/slide" Target="slides/slide37.xml"/><Relationship Id="rId114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slide" Target="slides/slide40.xml"/><Relationship Id="rId60" Type="http://schemas.openxmlformats.org/officeDocument/2006/relationships/slide" Target="slides/slide48.xml"/><Relationship Id="rId65" Type="http://schemas.openxmlformats.org/officeDocument/2006/relationships/slide" Target="slides/slide53.xml"/><Relationship Id="rId73" Type="http://schemas.openxmlformats.org/officeDocument/2006/relationships/slide" Target="slides/slide61.xml"/><Relationship Id="rId78" Type="http://schemas.openxmlformats.org/officeDocument/2006/relationships/slide" Target="slides/slide66.xml"/><Relationship Id="rId81" Type="http://schemas.openxmlformats.org/officeDocument/2006/relationships/font" Target="fonts/font1.fntdata"/><Relationship Id="rId86" Type="http://schemas.openxmlformats.org/officeDocument/2006/relationships/font" Target="fonts/font6.fntdata"/><Relationship Id="rId94" Type="http://schemas.openxmlformats.org/officeDocument/2006/relationships/font" Target="fonts/font14.fntdata"/><Relationship Id="rId99" Type="http://schemas.openxmlformats.org/officeDocument/2006/relationships/font" Target="fonts/font19.fntdata"/><Relationship Id="rId101" Type="http://schemas.openxmlformats.org/officeDocument/2006/relationships/font" Target="fonts/font21.fntdata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9" Type="http://schemas.openxmlformats.org/officeDocument/2006/relationships/slide" Target="slides/slide27.xml"/><Relationship Id="rId109" Type="http://schemas.openxmlformats.org/officeDocument/2006/relationships/font" Target="fonts/font29.fntdata"/><Relationship Id="rId34" Type="http://schemas.openxmlformats.org/officeDocument/2006/relationships/slide" Target="slides/slide22.xml"/><Relationship Id="rId50" Type="http://schemas.openxmlformats.org/officeDocument/2006/relationships/slide" Target="slides/slide38.xml"/><Relationship Id="rId55" Type="http://schemas.openxmlformats.org/officeDocument/2006/relationships/slide" Target="slides/slide43.xml"/><Relationship Id="rId76" Type="http://schemas.openxmlformats.org/officeDocument/2006/relationships/slide" Target="slides/slide64.xml"/><Relationship Id="rId97" Type="http://schemas.openxmlformats.org/officeDocument/2006/relationships/font" Target="fonts/font17.fntdata"/><Relationship Id="rId104" Type="http://schemas.openxmlformats.org/officeDocument/2006/relationships/font" Target="fonts/font24.fntdata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59.xml"/><Relationship Id="rId92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7.xml"/><Relationship Id="rId24" Type="http://schemas.openxmlformats.org/officeDocument/2006/relationships/slide" Target="slides/slide12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66" Type="http://schemas.openxmlformats.org/officeDocument/2006/relationships/slide" Target="slides/slide54.xml"/><Relationship Id="rId87" Type="http://schemas.openxmlformats.org/officeDocument/2006/relationships/font" Target="fonts/font7.fntdata"/><Relationship Id="rId110" Type="http://schemas.openxmlformats.org/officeDocument/2006/relationships/font" Target="fonts/font30.fntdata"/><Relationship Id="rId115" Type="http://schemas.openxmlformats.org/officeDocument/2006/relationships/viewProps" Target="viewProps.xml"/><Relationship Id="rId61" Type="http://schemas.openxmlformats.org/officeDocument/2006/relationships/slide" Target="slides/slide49.xml"/><Relationship Id="rId82" Type="http://schemas.openxmlformats.org/officeDocument/2006/relationships/font" Target="fonts/font2.fntdata"/><Relationship Id="rId19" Type="http://schemas.openxmlformats.org/officeDocument/2006/relationships/slide" Target="slides/slide7.xml"/><Relationship Id="rId14" Type="http://schemas.openxmlformats.org/officeDocument/2006/relationships/slide" Target="slides/slide2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56" Type="http://schemas.openxmlformats.org/officeDocument/2006/relationships/slide" Target="slides/slide44.xml"/><Relationship Id="rId77" Type="http://schemas.openxmlformats.org/officeDocument/2006/relationships/slide" Target="slides/slide65.xml"/><Relationship Id="rId100" Type="http://schemas.openxmlformats.org/officeDocument/2006/relationships/font" Target="fonts/font20.fntdata"/><Relationship Id="rId105" Type="http://schemas.openxmlformats.org/officeDocument/2006/relationships/font" Target="fonts/font25.fntdata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9.xml"/><Relationship Id="rId72" Type="http://schemas.openxmlformats.org/officeDocument/2006/relationships/slide" Target="slides/slide60.xml"/><Relationship Id="rId93" Type="http://schemas.openxmlformats.org/officeDocument/2006/relationships/font" Target="fonts/font13.fntdata"/><Relationship Id="rId98" Type="http://schemas.openxmlformats.org/officeDocument/2006/relationships/font" Target="fonts/font18.fntdata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3.xml"/><Relationship Id="rId46" Type="http://schemas.openxmlformats.org/officeDocument/2006/relationships/slide" Target="slides/slide34.xml"/><Relationship Id="rId67" Type="http://schemas.openxmlformats.org/officeDocument/2006/relationships/slide" Target="slides/slide55.xml"/><Relationship Id="rId116" Type="http://schemas.openxmlformats.org/officeDocument/2006/relationships/theme" Target="theme/theme1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62" Type="http://schemas.openxmlformats.org/officeDocument/2006/relationships/slide" Target="slides/slide50.xml"/><Relationship Id="rId83" Type="http://schemas.openxmlformats.org/officeDocument/2006/relationships/font" Target="fonts/font3.fntdata"/><Relationship Id="rId88" Type="http://schemas.openxmlformats.org/officeDocument/2006/relationships/font" Target="fonts/font8.fntdata"/><Relationship Id="rId111" Type="http://schemas.openxmlformats.org/officeDocument/2006/relationships/font" Target="fonts/font31.fntdata"/><Relationship Id="rId15" Type="http://schemas.openxmlformats.org/officeDocument/2006/relationships/slide" Target="slides/slide3.xml"/><Relationship Id="rId36" Type="http://schemas.openxmlformats.org/officeDocument/2006/relationships/slide" Target="slides/slide24.xml"/><Relationship Id="rId57" Type="http://schemas.openxmlformats.org/officeDocument/2006/relationships/slide" Target="slides/slide45.xml"/><Relationship Id="rId106" Type="http://schemas.openxmlformats.org/officeDocument/2006/relationships/font" Target="fonts/font2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075117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9" name="Google Shape;13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5973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7" name="Google Shape;13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8" name="Google Shape;138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10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5" name="Google Shape;13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6" name="Google Shape;139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6398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4" name="Google Shape;14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0405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0" name="Google Shape;14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7134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8" name="Google Shape;14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6372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6" name="Google Shape;14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18463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4" name="Google Shape;14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09270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9" name="Google Shape;14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025989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3" name="Google Shape;14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21325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9" name="Google Shape;14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8691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6" name="Google Shape;14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01253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2" name="Google Shape;14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549742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7" name="Google Shape;14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219470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6" name="Google Shape;14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5592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5" name="Google Shape;149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21519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1" name="Google Shape;150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30197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1ec64e88b1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7" name="Google Shape;1507;g1ec64e88b1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8" name="Google Shape;1508;g1ec64e88b10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44599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3" name="Google Shape;151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9416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5" name="Google Shape;152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89599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2" name="Google Shape;153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07235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7" name="Google Shape;153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8" name="Google Shape;1538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2435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1" name="Google Shape;155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063482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7" name="Google Shape;155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58" name="Google Shape;155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57183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1ec64e88b10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6" name="Google Shape;1566;g1ec64e88b10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7" name="Google Shape;1567;g1ec64e88b10_1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82834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1ec64e88b1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4" name="Google Shape;1574;g1ec64e88b1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5" name="Google Shape;1575;g1ec64e88b10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55047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1" name="Google Shape;158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098186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6" name="Google Shape;158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931609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2a3640339fe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7" name="Google Shape;1597;g2a3640339fe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71812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2a3640339fe_0_1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g2a3640339fe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4" name="Google Shape;1604;g2a3640339fe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75267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2a3640339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2a3640339f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4" name="Google Shape;1614;g2a3640339f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06347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g2a3640339fe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g2a3640339fe_0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2" name="Google Shape;1622;g2a3640339fe_0_3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19206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g2a3640339fe_0_5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9" name="Google Shape;1629;g2a3640339fe_0_5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0" name="Google Shape;1630;g2a3640339fe_0_5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90924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g2a3cd02bce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1" name="Google Shape;1641;g2a3cd02bce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g2a3cd02bcec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88826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3" name="Google Shape;165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706308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g1ec64e88b10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9" name="Google Shape;1659;g1ec64e88b10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0" name="Google Shape;1660;g1ec64e88b10_1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21742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g1ec64e88b10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6" name="Google Shape;1666;g1ec64e88b10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7" name="Google Shape;1667;g1ec64e88b10_1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73042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3" name="Google Shape;167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622449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9" name="Google Shape;167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74222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g1ec64e88b10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5" name="Google Shape;1685;g1ec64e88b10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6" name="Google Shape;1686;g1ec64e88b10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1299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3" name="Google Shape;169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703460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8" name="Google Shape;169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56438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2" name="Google Shape;171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4110607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8" name="Google Shape;1718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396748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3" name="Google Shape;172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05005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8" name="Google Shape;1728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check</a:t>
            </a:r>
            <a:endParaRPr/>
          </a:p>
        </p:txBody>
      </p:sp>
      <p:sp>
        <p:nvSpPr>
          <p:cNvPr id="1729" name="Google Shape;1729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500725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9" name="Google Shape;1739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5620586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5" name="Google Shape;1745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81360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2" name="Google Shape;592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879707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2" name="Google Shape;1782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368031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8" name="Google Shape;1828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104887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9" name="Google Shape;1849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147146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5" name="Google Shape;1855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5331574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3" name="Google Shape;1863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183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8" name="Google Shape;1868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1924757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3" name="Google Shape;1873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</p:txBody>
      </p:sp>
      <p:sp>
        <p:nvSpPr>
          <p:cNvPr id="1874" name="Google Shape;1874;p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851446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0" name="Google Shape;1890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2468765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6" name="Google Shape;1896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1274045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4" name="Google Shape;1904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022381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2" name="Google Shape;1912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2806412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0" name="Google Shape;1920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692952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8" name="Google Shape;1928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2349846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6" name="Google Shape;1936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8981599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4" name="Google Shape;1944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943606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2" name="Google Shape;1952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8859529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0" name="Google Shape;1960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8279739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6" name="Google Shape;1966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8836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o de título" type="title">
  <p:cSld name="TITLE">
    <p:bg>
      <p:bgPr>
        <a:gradFill>
          <a:gsLst>
            <a:gs pos="0">
              <a:srgbClr val="FFC993"/>
            </a:gs>
            <a:gs pos="100000">
              <a:srgbClr val="FFB061"/>
            </a:gs>
          </a:gsLst>
          <a:lin ang="5400000" scaled="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75" descr="vdsvs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28600"/>
            <a:ext cx="12192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75" descr="vdv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7184" y="4057650"/>
            <a:ext cx="1437216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75" descr="chari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0" y="4495800"/>
            <a:ext cx="42418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75" descr="desk"/>
          <p:cNvPicPr preferRelativeResize="0"/>
          <p:nvPr/>
        </p:nvPicPr>
        <p:blipFill rotWithShape="1">
          <a:blip r:embed="rId5">
            <a:alphaModFix/>
          </a:blip>
          <a:srcRect b="32500"/>
          <a:stretch/>
        </p:blipFill>
        <p:spPr>
          <a:xfrm>
            <a:off x="1625600" y="4800600"/>
            <a:ext cx="93472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75" descr="office_art_calenda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43200" y="5570538"/>
            <a:ext cx="2133600" cy="1287462"/>
          </a:xfrm>
          <a:prstGeom prst="rect">
            <a:avLst/>
          </a:prstGeom>
          <a:noFill/>
          <a:ln>
            <a:noFill/>
          </a:ln>
          <a:effectLst>
            <a:outerShdw dist="53882" dir="2700000" algn="ctr" rotWithShape="0">
              <a:srgbClr val="333333"/>
            </a:outerShdw>
          </a:effectLst>
        </p:spPr>
      </p:pic>
      <p:pic>
        <p:nvPicPr>
          <p:cNvPr id="23" name="Google Shape;23;p75" descr="education_art_awards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23200" y="5715001"/>
            <a:ext cx="2235200" cy="949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333333"/>
            </a:outerShdw>
          </a:effectLst>
        </p:spPr>
      </p:pic>
      <p:pic>
        <p:nvPicPr>
          <p:cNvPr id="24" name="Google Shape;24;p75" descr="dss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30400" y="-304800"/>
            <a:ext cx="8229600" cy="981075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333333">
                <a:alpha val="49019"/>
              </a:srgbClr>
            </a:outerShdw>
          </a:effectLst>
        </p:spPr>
      </p:pic>
      <p:sp>
        <p:nvSpPr>
          <p:cNvPr id="25" name="Google Shape;25;p75"/>
          <p:cNvSpPr txBox="1">
            <a:spLocks noGrp="1"/>
          </p:cNvSpPr>
          <p:nvPr>
            <p:ph type="ctrTitle"/>
          </p:nvPr>
        </p:nvSpPr>
        <p:spPr>
          <a:xfrm>
            <a:off x="914400" y="76200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5"/>
          <p:cNvSpPr txBox="1">
            <a:spLocks noGrp="1"/>
          </p:cNvSpPr>
          <p:nvPr>
            <p:ph type="subTitle" idx="1"/>
          </p:nvPr>
        </p:nvSpPr>
        <p:spPr>
          <a:xfrm>
            <a:off x="1828800" y="2517775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7" name="Google Shape;27;p7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5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objecto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2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2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10972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3" name="Google Shape;33;p11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cção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3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3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39" name="Google Shape;39;p11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1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1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Duplo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4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4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5384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45" name="Google Shape;45;p114"/>
          <p:cNvSpPr txBox="1">
            <a:spLocks noGrp="1"/>
          </p:cNvSpPr>
          <p:nvPr>
            <p:ph type="body" idx="2"/>
          </p:nvPr>
        </p:nvSpPr>
        <p:spPr>
          <a:xfrm>
            <a:off x="6197600" y="1066801"/>
            <a:ext cx="5384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46" name="Google Shape;46;p11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5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15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53" name="Google Shape;53;p115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15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55" name="Google Shape;55;p11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5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 título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6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1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7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8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8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70" name="Google Shape;70;p118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11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8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9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9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9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78" name="Google Shape;78;p11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0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0"/>
          <p:cNvSpPr txBox="1">
            <a:spLocks noGrp="1"/>
          </p:cNvSpPr>
          <p:nvPr>
            <p:ph type="body" idx="1"/>
          </p:nvPr>
        </p:nvSpPr>
        <p:spPr>
          <a:xfrm rot="5400000">
            <a:off x="3566318" y="-1889918"/>
            <a:ext cx="50593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2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0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e texto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1"/>
          <p:cNvSpPr txBox="1">
            <a:spLocks noGrp="1"/>
          </p:cNvSpPr>
          <p:nvPr>
            <p:ph type="title"/>
          </p:nvPr>
        </p:nvSpPr>
        <p:spPr>
          <a:xfrm rot="5400000">
            <a:off x="7071519" y="1615282"/>
            <a:ext cx="62785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1"/>
          <p:cNvSpPr txBox="1">
            <a:spLocks noGrp="1"/>
          </p:cNvSpPr>
          <p:nvPr>
            <p:ph type="body" idx="1"/>
          </p:nvPr>
        </p:nvSpPr>
        <p:spPr>
          <a:xfrm rot="5400000">
            <a:off x="1483518" y="-1026318"/>
            <a:ext cx="62785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90" name="Google Shape;90;p12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7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7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7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80"/>
          <p:cNvGrpSpPr/>
          <p:nvPr/>
        </p:nvGrpSpPr>
        <p:grpSpPr>
          <a:xfrm>
            <a:off x="139034" y="67400"/>
            <a:ext cx="13688787" cy="7050285"/>
            <a:chOff x="104275" y="50550"/>
            <a:chExt cx="10266590" cy="5287714"/>
          </a:xfrm>
        </p:grpSpPr>
        <p:sp>
          <p:nvSpPr>
            <p:cNvPr id="107" name="Google Shape;107;p80"/>
            <p:cNvSpPr/>
            <p:nvPr/>
          </p:nvSpPr>
          <p:spPr>
            <a:xfrm>
              <a:off x="2444298" y="3856703"/>
              <a:ext cx="2558390" cy="1098526"/>
            </a:xfrm>
            <a:custGeom>
              <a:avLst/>
              <a:gdLst/>
              <a:ahLst/>
              <a:cxnLst/>
              <a:rect l="l" t="t" r="r" b="b"/>
              <a:pathLst>
                <a:path w="5472493" h="2349788" extrusionOk="0">
                  <a:moveTo>
                    <a:pt x="5436617" y="2349535"/>
                  </a:moveTo>
                  <a:cubicBezTo>
                    <a:pt x="5460493" y="2251739"/>
                    <a:pt x="5472557" y="2151434"/>
                    <a:pt x="5472494" y="2050767"/>
                  </a:cubicBezTo>
                  <a:cubicBezTo>
                    <a:pt x="5472494" y="1357538"/>
                    <a:pt x="4910519" y="795563"/>
                    <a:pt x="4217290" y="795563"/>
                  </a:cubicBezTo>
                  <a:cubicBezTo>
                    <a:pt x="4134930" y="795556"/>
                    <a:pt x="4052761" y="803596"/>
                    <a:pt x="3971989" y="819566"/>
                  </a:cubicBezTo>
                  <a:cubicBezTo>
                    <a:pt x="3864356" y="269832"/>
                    <a:pt x="3331401" y="-88551"/>
                    <a:pt x="2781681" y="19095"/>
                  </a:cubicBezTo>
                  <a:cubicBezTo>
                    <a:pt x="2480437" y="78083"/>
                    <a:pt x="2222119" y="270325"/>
                    <a:pt x="2079118" y="541944"/>
                  </a:cubicBezTo>
                  <a:cubicBezTo>
                    <a:pt x="1556068" y="340890"/>
                    <a:pt x="969017" y="601932"/>
                    <a:pt x="767963" y="1125007"/>
                  </a:cubicBezTo>
                  <a:cubicBezTo>
                    <a:pt x="723354" y="1241066"/>
                    <a:pt x="700456" y="1364332"/>
                    <a:pt x="700405" y="1488665"/>
                  </a:cubicBezTo>
                  <a:cubicBezTo>
                    <a:pt x="700405" y="1512097"/>
                    <a:pt x="701294" y="1535274"/>
                    <a:pt x="702818" y="1558515"/>
                  </a:cubicBezTo>
                  <a:cubicBezTo>
                    <a:pt x="367094" y="1509627"/>
                    <a:pt x="55302" y="1742157"/>
                    <a:pt x="6414" y="2077882"/>
                  </a:cubicBezTo>
                  <a:cubicBezTo>
                    <a:pt x="2153" y="2107136"/>
                    <a:pt x="7" y="2136651"/>
                    <a:pt x="0" y="2166211"/>
                  </a:cubicBezTo>
                  <a:cubicBezTo>
                    <a:pt x="-63" y="2228466"/>
                    <a:pt x="9360" y="2290372"/>
                    <a:pt x="27940" y="234978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80"/>
            <p:cNvSpPr/>
            <p:nvPr/>
          </p:nvSpPr>
          <p:spPr>
            <a:xfrm>
              <a:off x="5295333" y="4495140"/>
              <a:ext cx="1449771" cy="493781"/>
            </a:xfrm>
            <a:custGeom>
              <a:avLst/>
              <a:gdLst/>
              <a:ahLst/>
              <a:cxnLst/>
              <a:rect l="l" t="t" r="r" b="b"/>
              <a:pathLst>
                <a:path w="2870834" h="977784" extrusionOk="0">
                  <a:moveTo>
                    <a:pt x="2870835" y="977785"/>
                  </a:moveTo>
                  <a:cubicBezTo>
                    <a:pt x="2845943" y="605751"/>
                    <a:pt x="2524252" y="324312"/>
                    <a:pt x="2152206" y="349172"/>
                  </a:cubicBezTo>
                  <a:cubicBezTo>
                    <a:pt x="2121916" y="351192"/>
                    <a:pt x="2091817" y="355256"/>
                    <a:pt x="2062099" y="361326"/>
                  </a:cubicBezTo>
                  <a:cubicBezTo>
                    <a:pt x="1974025" y="87578"/>
                    <a:pt x="1680655" y="-62923"/>
                    <a:pt x="1406906" y="25176"/>
                  </a:cubicBezTo>
                  <a:cubicBezTo>
                    <a:pt x="1329372" y="50126"/>
                    <a:pt x="1258760" y="92925"/>
                    <a:pt x="1200785" y="150125"/>
                  </a:cubicBezTo>
                  <a:cubicBezTo>
                    <a:pt x="925068" y="68357"/>
                    <a:pt x="635318" y="225570"/>
                    <a:pt x="553530" y="501274"/>
                  </a:cubicBezTo>
                  <a:cubicBezTo>
                    <a:pt x="543623" y="534656"/>
                    <a:pt x="537084" y="568952"/>
                    <a:pt x="534035" y="603643"/>
                  </a:cubicBezTo>
                  <a:cubicBezTo>
                    <a:pt x="325882" y="529640"/>
                    <a:pt x="97092" y="638409"/>
                    <a:pt x="23114" y="846587"/>
                  </a:cubicBezTo>
                  <a:cubicBezTo>
                    <a:pt x="8128" y="888726"/>
                    <a:pt x="318" y="933068"/>
                    <a:pt x="0" y="9777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80"/>
            <p:cNvSpPr/>
            <p:nvPr/>
          </p:nvSpPr>
          <p:spPr>
            <a:xfrm>
              <a:off x="4159304" y="3962484"/>
              <a:ext cx="1535294" cy="703291"/>
            </a:xfrm>
            <a:custGeom>
              <a:avLst/>
              <a:gdLst/>
              <a:ahLst/>
              <a:cxnLst/>
              <a:rect l="l" t="t" r="r" b="b"/>
              <a:pathLst>
                <a:path w="2580326" h="1182002" extrusionOk="0">
                  <a:moveTo>
                    <a:pt x="2518156" y="1182003"/>
                  </a:moveTo>
                  <a:cubicBezTo>
                    <a:pt x="2695257" y="740671"/>
                    <a:pt x="2481072" y="239313"/>
                    <a:pt x="2039747" y="62186"/>
                  </a:cubicBezTo>
                  <a:cubicBezTo>
                    <a:pt x="1598422" y="-114941"/>
                    <a:pt x="1097089" y="99239"/>
                    <a:pt x="919925" y="540570"/>
                  </a:cubicBezTo>
                  <a:cubicBezTo>
                    <a:pt x="906018" y="575279"/>
                    <a:pt x="894397" y="610858"/>
                    <a:pt x="885063" y="647079"/>
                  </a:cubicBezTo>
                  <a:cubicBezTo>
                    <a:pt x="557213" y="511557"/>
                    <a:pt x="181546" y="667475"/>
                    <a:pt x="46038" y="995338"/>
                  </a:cubicBezTo>
                  <a:cubicBezTo>
                    <a:pt x="21399" y="1054901"/>
                    <a:pt x="5905" y="1117823"/>
                    <a:pt x="0" y="118200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80"/>
            <p:cNvSpPr/>
            <p:nvPr/>
          </p:nvSpPr>
          <p:spPr>
            <a:xfrm>
              <a:off x="4832518" y="3687079"/>
              <a:ext cx="3420308" cy="1468618"/>
            </a:xfrm>
            <a:custGeom>
              <a:avLst/>
              <a:gdLst/>
              <a:ahLst/>
              <a:cxnLst/>
              <a:rect l="l" t="t" r="r" b="b"/>
              <a:pathLst>
                <a:path w="5472493" h="2349788" extrusionOk="0">
                  <a:moveTo>
                    <a:pt x="5436617" y="2349535"/>
                  </a:moveTo>
                  <a:cubicBezTo>
                    <a:pt x="5460493" y="2251739"/>
                    <a:pt x="5472557" y="2151434"/>
                    <a:pt x="5472494" y="2050767"/>
                  </a:cubicBezTo>
                  <a:cubicBezTo>
                    <a:pt x="5472494" y="1357538"/>
                    <a:pt x="4910519" y="795563"/>
                    <a:pt x="4217290" y="795563"/>
                  </a:cubicBezTo>
                  <a:cubicBezTo>
                    <a:pt x="4134930" y="795556"/>
                    <a:pt x="4052761" y="803596"/>
                    <a:pt x="3971989" y="819566"/>
                  </a:cubicBezTo>
                  <a:cubicBezTo>
                    <a:pt x="3864356" y="269832"/>
                    <a:pt x="3331401" y="-88551"/>
                    <a:pt x="2781681" y="19095"/>
                  </a:cubicBezTo>
                  <a:cubicBezTo>
                    <a:pt x="2480437" y="78083"/>
                    <a:pt x="2222119" y="270325"/>
                    <a:pt x="2079118" y="541944"/>
                  </a:cubicBezTo>
                  <a:cubicBezTo>
                    <a:pt x="1556068" y="340890"/>
                    <a:pt x="969017" y="601932"/>
                    <a:pt x="767963" y="1125007"/>
                  </a:cubicBezTo>
                  <a:cubicBezTo>
                    <a:pt x="723354" y="1241066"/>
                    <a:pt x="700456" y="1364332"/>
                    <a:pt x="700405" y="1488665"/>
                  </a:cubicBezTo>
                  <a:cubicBezTo>
                    <a:pt x="700405" y="1512097"/>
                    <a:pt x="701294" y="1535274"/>
                    <a:pt x="702818" y="1558515"/>
                  </a:cubicBezTo>
                  <a:cubicBezTo>
                    <a:pt x="367094" y="1509627"/>
                    <a:pt x="55302" y="1742157"/>
                    <a:pt x="6414" y="2077882"/>
                  </a:cubicBezTo>
                  <a:cubicBezTo>
                    <a:pt x="2153" y="2107136"/>
                    <a:pt x="7" y="2136651"/>
                    <a:pt x="0" y="2166211"/>
                  </a:cubicBezTo>
                  <a:cubicBezTo>
                    <a:pt x="-63" y="2228466"/>
                    <a:pt x="9360" y="2290372"/>
                    <a:pt x="27940" y="234978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80"/>
            <p:cNvSpPr/>
            <p:nvPr/>
          </p:nvSpPr>
          <p:spPr>
            <a:xfrm>
              <a:off x="2867782" y="4501768"/>
              <a:ext cx="1717868" cy="654661"/>
            </a:xfrm>
            <a:custGeom>
              <a:avLst/>
              <a:gdLst/>
              <a:ahLst/>
              <a:cxnLst/>
              <a:rect l="l" t="t" r="r" b="b"/>
              <a:pathLst>
                <a:path w="3674584" h="1400344" extrusionOk="0">
                  <a:moveTo>
                    <a:pt x="3674585" y="1400345"/>
                  </a:moveTo>
                  <a:cubicBezTo>
                    <a:pt x="3663789" y="1096548"/>
                    <a:pt x="3408773" y="859033"/>
                    <a:pt x="3104926" y="869834"/>
                  </a:cubicBezTo>
                  <a:cubicBezTo>
                    <a:pt x="3067460" y="871168"/>
                    <a:pt x="3030250" y="876324"/>
                    <a:pt x="2993801" y="885233"/>
                  </a:cubicBezTo>
                  <a:cubicBezTo>
                    <a:pt x="2942556" y="347585"/>
                    <a:pt x="2465220" y="-46744"/>
                    <a:pt x="1927572" y="4475"/>
                  </a:cubicBezTo>
                  <a:cubicBezTo>
                    <a:pt x="1581262" y="37463"/>
                    <a:pt x="1278551" y="251947"/>
                    <a:pt x="1132616" y="567733"/>
                  </a:cubicBezTo>
                  <a:cubicBezTo>
                    <a:pt x="771282" y="359332"/>
                    <a:pt x="309421" y="483310"/>
                    <a:pt x="101020" y="844637"/>
                  </a:cubicBezTo>
                  <a:cubicBezTo>
                    <a:pt x="4055" y="1012760"/>
                    <a:pt x="-24469" y="1211756"/>
                    <a:pt x="21366" y="140034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80"/>
            <p:cNvSpPr/>
            <p:nvPr/>
          </p:nvSpPr>
          <p:spPr>
            <a:xfrm flipH="1">
              <a:off x="2057325" y="4709438"/>
              <a:ext cx="941819" cy="431431"/>
            </a:xfrm>
            <a:custGeom>
              <a:avLst/>
              <a:gdLst/>
              <a:ahLst/>
              <a:cxnLst/>
              <a:rect l="l" t="t" r="r" b="b"/>
              <a:pathLst>
                <a:path w="2580326" h="1182002" extrusionOk="0">
                  <a:moveTo>
                    <a:pt x="2518156" y="1182003"/>
                  </a:moveTo>
                  <a:cubicBezTo>
                    <a:pt x="2695257" y="740671"/>
                    <a:pt x="2481072" y="239313"/>
                    <a:pt x="2039747" y="62186"/>
                  </a:cubicBezTo>
                  <a:cubicBezTo>
                    <a:pt x="1598422" y="-114941"/>
                    <a:pt x="1097089" y="99239"/>
                    <a:pt x="919925" y="540570"/>
                  </a:cubicBezTo>
                  <a:cubicBezTo>
                    <a:pt x="906018" y="575279"/>
                    <a:pt x="894397" y="610858"/>
                    <a:pt x="885063" y="647079"/>
                  </a:cubicBezTo>
                  <a:cubicBezTo>
                    <a:pt x="557213" y="511557"/>
                    <a:pt x="181546" y="667475"/>
                    <a:pt x="46038" y="995338"/>
                  </a:cubicBezTo>
                  <a:cubicBezTo>
                    <a:pt x="21399" y="1054901"/>
                    <a:pt x="5905" y="1117823"/>
                    <a:pt x="0" y="118200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80"/>
            <p:cNvSpPr/>
            <p:nvPr/>
          </p:nvSpPr>
          <p:spPr>
            <a:xfrm>
              <a:off x="6498024" y="3944922"/>
              <a:ext cx="3656211" cy="1393342"/>
            </a:xfrm>
            <a:custGeom>
              <a:avLst/>
              <a:gdLst/>
              <a:ahLst/>
              <a:cxnLst/>
              <a:rect l="l" t="t" r="r" b="b"/>
              <a:pathLst>
                <a:path w="3674584" h="1400344" extrusionOk="0">
                  <a:moveTo>
                    <a:pt x="3674585" y="1400345"/>
                  </a:moveTo>
                  <a:cubicBezTo>
                    <a:pt x="3663789" y="1096548"/>
                    <a:pt x="3408773" y="859033"/>
                    <a:pt x="3104926" y="869834"/>
                  </a:cubicBezTo>
                  <a:cubicBezTo>
                    <a:pt x="3067460" y="871168"/>
                    <a:pt x="3030250" y="876324"/>
                    <a:pt x="2993801" y="885233"/>
                  </a:cubicBezTo>
                  <a:cubicBezTo>
                    <a:pt x="2942556" y="347585"/>
                    <a:pt x="2465220" y="-46744"/>
                    <a:pt x="1927572" y="4475"/>
                  </a:cubicBezTo>
                  <a:cubicBezTo>
                    <a:pt x="1581262" y="37463"/>
                    <a:pt x="1278551" y="251947"/>
                    <a:pt x="1132616" y="567733"/>
                  </a:cubicBezTo>
                  <a:cubicBezTo>
                    <a:pt x="771282" y="359332"/>
                    <a:pt x="309421" y="483310"/>
                    <a:pt x="101020" y="844637"/>
                  </a:cubicBezTo>
                  <a:cubicBezTo>
                    <a:pt x="4055" y="1012760"/>
                    <a:pt x="-24469" y="1211756"/>
                    <a:pt x="21366" y="140034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80"/>
            <p:cNvSpPr/>
            <p:nvPr/>
          </p:nvSpPr>
          <p:spPr>
            <a:xfrm flipH="1">
              <a:off x="6348583" y="2926377"/>
              <a:ext cx="4022282" cy="1727094"/>
            </a:xfrm>
            <a:custGeom>
              <a:avLst/>
              <a:gdLst/>
              <a:ahLst/>
              <a:cxnLst/>
              <a:rect l="l" t="t" r="r" b="b"/>
              <a:pathLst>
                <a:path w="5472493" h="2349788" extrusionOk="0">
                  <a:moveTo>
                    <a:pt x="5436617" y="2349535"/>
                  </a:moveTo>
                  <a:cubicBezTo>
                    <a:pt x="5460493" y="2251739"/>
                    <a:pt x="5472557" y="2151434"/>
                    <a:pt x="5472494" y="2050767"/>
                  </a:cubicBezTo>
                  <a:cubicBezTo>
                    <a:pt x="5472494" y="1357538"/>
                    <a:pt x="4910519" y="795563"/>
                    <a:pt x="4217290" y="795563"/>
                  </a:cubicBezTo>
                  <a:cubicBezTo>
                    <a:pt x="4134930" y="795556"/>
                    <a:pt x="4052761" y="803596"/>
                    <a:pt x="3971989" y="819566"/>
                  </a:cubicBezTo>
                  <a:cubicBezTo>
                    <a:pt x="3864356" y="269832"/>
                    <a:pt x="3331401" y="-88551"/>
                    <a:pt x="2781681" y="19095"/>
                  </a:cubicBezTo>
                  <a:cubicBezTo>
                    <a:pt x="2480437" y="78083"/>
                    <a:pt x="2222119" y="270325"/>
                    <a:pt x="2079118" y="541944"/>
                  </a:cubicBezTo>
                  <a:cubicBezTo>
                    <a:pt x="1556068" y="340890"/>
                    <a:pt x="969017" y="601932"/>
                    <a:pt x="767963" y="1125007"/>
                  </a:cubicBezTo>
                  <a:cubicBezTo>
                    <a:pt x="723354" y="1241066"/>
                    <a:pt x="700456" y="1364332"/>
                    <a:pt x="700405" y="1488665"/>
                  </a:cubicBezTo>
                  <a:cubicBezTo>
                    <a:pt x="700405" y="1512097"/>
                    <a:pt x="701294" y="1535274"/>
                    <a:pt x="702818" y="1558515"/>
                  </a:cubicBezTo>
                  <a:cubicBezTo>
                    <a:pt x="367094" y="1509627"/>
                    <a:pt x="55302" y="1742157"/>
                    <a:pt x="6414" y="2077882"/>
                  </a:cubicBezTo>
                  <a:cubicBezTo>
                    <a:pt x="2153" y="2107136"/>
                    <a:pt x="7" y="2136651"/>
                    <a:pt x="0" y="2166211"/>
                  </a:cubicBezTo>
                  <a:cubicBezTo>
                    <a:pt x="-63" y="2228466"/>
                    <a:pt x="9360" y="2290372"/>
                    <a:pt x="27940" y="234978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5" name="Google Shape;115;p80"/>
            <p:cNvGrpSpPr/>
            <p:nvPr/>
          </p:nvGrpSpPr>
          <p:grpSpPr>
            <a:xfrm>
              <a:off x="7817748" y="1079748"/>
              <a:ext cx="408036" cy="4063663"/>
              <a:chOff x="967895" y="415018"/>
              <a:chExt cx="628714" cy="6262387"/>
            </a:xfrm>
          </p:grpSpPr>
          <p:sp>
            <p:nvSpPr>
              <p:cNvPr id="116" name="Google Shape;116;p80"/>
              <p:cNvSpPr/>
              <p:nvPr/>
            </p:nvSpPr>
            <p:spPr>
              <a:xfrm>
                <a:off x="1207111" y="963605"/>
                <a:ext cx="150300" cy="5713800"/>
              </a:xfrm>
              <a:prstGeom prst="trapezoid">
                <a:avLst>
                  <a:gd name="adj" fmla="val 25183"/>
                </a:avLst>
              </a:prstGeom>
              <a:gradFill>
                <a:gsLst>
                  <a:gs pos="0">
                    <a:srgbClr val="FFFFFF">
                      <a:alpha val="15294"/>
                    </a:srgbClr>
                  </a:gs>
                  <a:gs pos="100000">
                    <a:srgbClr val="FFFFFF">
                      <a:alpha val="1529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7" name="Google Shape;117;p80"/>
              <p:cNvGrpSpPr/>
              <p:nvPr/>
            </p:nvGrpSpPr>
            <p:grpSpPr>
              <a:xfrm>
                <a:off x="967895" y="415018"/>
                <a:ext cx="628714" cy="801374"/>
                <a:chOff x="1774126" y="766200"/>
                <a:chExt cx="1582467" cy="2017050"/>
              </a:xfrm>
            </p:grpSpPr>
            <p:sp>
              <p:nvSpPr>
                <p:cNvPr id="118" name="Google Shape;118;p80"/>
                <p:cNvSpPr/>
                <p:nvPr/>
              </p:nvSpPr>
              <p:spPr>
                <a:xfrm>
                  <a:off x="2394628" y="2579744"/>
                  <a:ext cx="341579" cy="20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811" h="163131" extrusionOk="0">
                      <a:moveTo>
                        <a:pt x="20002" y="0"/>
                      </a:moveTo>
                      <a:lnTo>
                        <a:pt x="0" y="120967"/>
                      </a:lnTo>
                      <a:cubicBezTo>
                        <a:pt x="0" y="120967"/>
                        <a:pt x="34798" y="163132"/>
                        <a:pt x="136906" y="163132"/>
                      </a:cubicBezTo>
                      <a:cubicBezTo>
                        <a:pt x="239014" y="163132"/>
                        <a:pt x="273812" y="120967"/>
                        <a:pt x="273812" y="120967"/>
                      </a:cubicBezTo>
                      <a:lnTo>
                        <a:pt x="25381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A7AFCB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" name="Google Shape;119;p80"/>
                <p:cNvSpPr/>
                <p:nvPr/>
              </p:nvSpPr>
              <p:spPr>
                <a:xfrm>
                  <a:off x="1774126" y="1886912"/>
                  <a:ext cx="638562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73" h="674116" extrusionOk="0">
                      <a:moveTo>
                        <a:pt x="436626" y="414528"/>
                      </a:moveTo>
                      <a:lnTo>
                        <a:pt x="0" y="674116"/>
                      </a:lnTo>
                      <a:cubicBezTo>
                        <a:pt x="0" y="674116"/>
                        <a:pt x="55118" y="297752"/>
                        <a:pt x="230759" y="183261"/>
                      </a:cubicBezTo>
                      <a:lnTo>
                        <a:pt x="51187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566185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" name="Google Shape;120;p80"/>
                <p:cNvSpPr/>
                <p:nvPr/>
              </p:nvSpPr>
              <p:spPr>
                <a:xfrm>
                  <a:off x="2718110" y="1886912"/>
                  <a:ext cx="638483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10" h="674116" extrusionOk="0">
                      <a:moveTo>
                        <a:pt x="75248" y="414528"/>
                      </a:moveTo>
                      <a:lnTo>
                        <a:pt x="511810" y="674116"/>
                      </a:lnTo>
                      <a:cubicBezTo>
                        <a:pt x="511810" y="674116"/>
                        <a:pt x="456755" y="297752"/>
                        <a:pt x="281114" y="18326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" name="Google Shape;121;p80"/>
                <p:cNvSpPr/>
                <p:nvPr/>
              </p:nvSpPr>
              <p:spPr>
                <a:xfrm>
                  <a:off x="2187286" y="766200"/>
                  <a:ext cx="756210" cy="1882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180" h="1508680" extrusionOk="0">
                      <a:moveTo>
                        <a:pt x="366146" y="30147"/>
                      </a:moveTo>
                      <a:cubicBezTo>
                        <a:pt x="336237" y="-10049"/>
                        <a:pt x="269943" y="-10049"/>
                        <a:pt x="239971" y="30147"/>
                      </a:cubicBezTo>
                      <a:cubicBezTo>
                        <a:pt x="140276" y="164005"/>
                        <a:pt x="-38095" y="453882"/>
                        <a:pt x="7244" y="765794"/>
                      </a:cubicBezTo>
                      <a:lnTo>
                        <a:pt x="84968" y="1391460"/>
                      </a:lnTo>
                      <a:cubicBezTo>
                        <a:pt x="84968" y="1391460"/>
                        <a:pt x="140403" y="1508681"/>
                        <a:pt x="303090" y="1508681"/>
                      </a:cubicBezTo>
                      <a:cubicBezTo>
                        <a:pt x="465777" y="1508681"/>
                        <a:pt x="521213" y="1391460"/>
                        <a:pt x="521213" y="1391460"/>
                      </a:cubicBezTo>
                      <a:lnTo>
                        <a:pt x="598937" y="765794"/>
                      </a:lnTo>
                      <a:cubicBezTo>
                        <a:pt x="644276" y="453882"/>
                        <a:pt x="465904" y="164005"/>
                        <a:pt x="366146" y="3014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6000">
                      <a:srgbClr val="808CAD"/>
                    </a:gs>
                    <a:gs pos="50000">
                      <a:srgbClr val="A7AFCB"/>
                    </a:gs>
                    <a:gs pos="85000">
                      <a:srgbClr val="808CAD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" name="Google Shape;122;p80"/>
                <p:cNvSpPr/>
                <p:nvPr/>
              </p:nvSpPr>
              <p:spPr>
                <a:xfrm>
                  <a:off x="2568529" y="766497"/>
                  <a:ext cx="375239" cy="1881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3" h="1508315" extrusionOk="0">
                      <a:moveTo>
                        <a:pt x="60579" y="29909"/>
                      </a:moveTo>
                      <a:cubicBezTo>
                        <a:pt x="46025" y="11195"/>
                        <a:pt x="23705" y="178"/>
                        <a:pt x="0" y="0"/>
                      </a:cubicBezTo>
                      <a:lnTo>
                        <a:pt x="0" y="1508316"/>
                      </a:lnTo>
                      <a:cubicBezTo>
                        <a:pt x="160718" y="1507109"/>
                        <a:pt x="215900" y="1391222"/>
                        <a:pt x="215900" y="1391222"/>
                      </a:cubicBezTo>
                      <a:lnTo>
                        <a:pt x="293624" y="765556"/>
                      </a:lnTo>
                      <a:cubicBezTo>
                        <a:pt x="338709" y="453644"/>
                        <a:pt x="160338" y="163766"/>
                        <a:pt x="60579" y="29909"/>
                      </a:cubicBezTo>
                      <a:close/>
                    </a:path>
                  </a:pathLst>
                </a:custGeom>
                <a:solidFill>
                  <a:srgbClr val="FFFFFF">
                    <a:alpha val="15294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" name="Google Shape;123;p80"/>
                <p:cNvSpPr/>
                <p:nvPr/>
              </p:nvSpPr>
              <p:spPr>
                <a:xfrm>
                  <a:off x="2353668" y="1074766"/>
                  <a:ext cx="423489" cy="184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470" h="148145" extrusionOk="0">
                      <a:moveTo>
                        <a:pt x="169736" y="78295"/>
                      </a:moveTo>
                      <a:cubicBezTo>
                        <a:pt x="233236" y="78295"/>
                        <a:pt x="292036" y="104457"/>
                        <a:pt x="339471" y="148145"/>
                      </a:cubicBezTo>
                      <a:cubicBezTo>
                        <a:pt x="301752" y="58610"/>
                        <a:pt x="239839" y="0"/>
                        <a:pt x="169736" y="0"/>
                      </a:cubicBezTo>
                      <a:cubicBezTo>
                        <a:pt x="99632" y="0"/>
                        <a:pt x="37719" y="58610"/>
                        <a:pt x="0" y="148145"/>
                      </a:cubicBezTo>
                      <a:cubicBezTo>
                        <a:pt x="47371" y="104457"/>
                        <a:pt x="106045" y="78295"/>
                        <a:pt x="169736" y="7829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80"/>
                <p:cNvSpPr/>
                <p:nvPr/>
              </p:nvSpPr>
              <p:spPr>
                <a:xfrm>
                  <a:off x="2568529" y="1074924"/>
                  <a:ext cx="208654" cy="184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258" h="148082" extrusionOk="0">
                      <a:moveTo>
                        <a:pt x="0" y="78232"/>
                      </a:moveTo>
                      <a:cubicBezTo>
                        <a:pt x="62738" y="78867"/>
                        <a:pt x="120650" y="104839"/>
                        <a:pt x="167259" y="148082"/>
                      </a:cubicBezTo>
                      <a:cubicBezTo>
                        <a:pt x="129985" y="59563"/>
                        <a:pt x="69088" y="1333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p80"/>
                <p:cNvSpPr/>
                <p:nvPr/>
              </p:nvSpPr>
              <p:spPr>
                <a:xfrm>
                  <a:off x="2513864" y="1953303"/>
                  <a:ext cx="103138" cy="765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76" h="613536" extrusionOk="0">
                      <a:moveTo>
                        <a:pt x="82677" y="414782"/>
                      </a:moveTo>
                      <a:cubicBezTo>
                        <a:pt x="82677" y="584200"/>
                        <a:pt x="41339" y="613537"/>
                        <a:pt x="41339" y="613537"/>
                      </a:cubicBezTo>
                      <a:cubicBezTo>
                        <a:pt x="41339" y="613537"/>
                        <a:pt x="0" y="584200"/>
                        <a:pt x="0" y="414782"/>
                      </a:cubicBezTo>
                      <a:cubicBezTo>
                        <a:pt x="0" y="245364"/>
                        <a:pt x="41339" y="0"/>
                        <a:pt x="41339" y="0"/>
                      </a:cubicBezTo>
                      <a:cubicBezTo>
                        <a:pt x="41339" y="0"/>
                        <a:pt x="82677" y="245364"/>
                        <a:pt x="82677" y="41478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6" name="Google Shape;126;p80"/>
            <p:cNvGrpSpPr/>
            <p:nvPr/>
          </p:nvGrpSpPr>
          <p:grpSpPr>
            <a:xfrm>
              <a:off x="7200036" y="3718572"/>
              <a:ext cx="284493" cy="1424795"/>
              <a:chOff x="967895" y="415018"/>
              <a:chExt cx="628714" cy="3148718"/>
            </a:xfrm>
          </p:grpSpPr>
          <p:sp>
            <p:nvSpPr>
              <p:cNvPr id="127" name="Google Shape;127;p80"/>
              <p:cNvSpPr/>
              <p:nvPr/>
            </p:nvSpPr>
            <p:spPr>
              <a:xfrm>
                <a:off x="1207096" y="963636"/>
                <a:ext cx="150300" cy="2600100"/>
              </a:xfrm>
              <a:prstGeom prst="trapezoid">
                <a:avLst>
                  <a:gd name="adj" fmla="val 25183"/>
                </a:avLst>
              </a:prstGeom>
              <a:gradFill>
                <a:gsLst>
                  <a:gs pos="0">
                    <a:srgbClr val="FFFFFF">
                      <a:alpha val="15294"/>
                    </a:srgbClr>
                  </a:gs>
                  <a:gs pos="100000">
                    <a:srgbClr val="FFFFFF">
                      <a:alpha val="1529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8" name="Google Shape;128;p80"/>
              <p:cNvGrpSpPr/>
              <p:nvPr/>
            </p:nvGrpSpPr>
            <p:grpSpPr>
              <a:xfrm>
                <a:off x="967895" y="415018"/>
                <a:ext cx="628714" cy="801374"/>
                <a:chOff x="1774126" y="766200"/>
                <a:chExt cx="1582467" cy="2017050"/>
              </a:xfrm>
            </p:grpSpPr>
            <p:sp>
              <p:nvSpPr>
                <p:cNvPr id="129" name="Google Shape;129;p80"/>
                <p:cNvSpPr/>
                <p:nvPr/>
              </p:nvSpPr>
              <p:spPr>
                <a:xfrm>
                  <a:off x="2394628" y="2579744"/>
                  <a:ext cx="341579" cy="20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811" h="163131" extrusionOk="0">
                      <a:moveTo>
                        <a:pt x="20002" y="0"/>
                      </a:moveTo>
                      <a:lnTo>
                        <a:pt x="0" y="120967"/>
                      </a:lnTo>
                      <a:cubicBezTo>
                        <a:pt x="0" y="120967"/>
                        <a:pt x="34798" y="163132"/>
                        <a:pt x="136906" y="163132"/>
                      </a:cubicBezTo>
                      <a:cubicBezTo>
                        <a:pt x="239014" y="163132"/>
                        <a:pt x="273812" y="120967"/>
                        <a:pt x="273812" y="120967"/>
                      </a:cubicBezTo>
                      <a:lnTo>
                        <a:pt x="25381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A7AFCB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" name="Google Shape;130;p80"/>
                <p:cNvSpPr/>
                <p:nvPr/>
              </p:nvSpPr>
              <p:spPr>
                <a:xfrm>
                  <a:off x="1774126" y="1886912"/>
                  <a:ext cx="638562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73" h="674116" extrusionOk="0">
                      <a:moveTo>
                        <a:pt x="436626" y="414528"/>
                      </a:moveTo>
                      <a:lnTo>
                        <a:pt x="0" y="674116"/>
                      </a:lnTo>
                      <a:cubicBezTo>
                        <a:pt x="0" y="674116"/>
                        <a:pt x="55118" y="297752"/>
                        <a:pt x="230759" y="183261"/>
                      </a:cubicBezTo>
                      <a:lnTo>
                        <a:pt x="51187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566185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" name="Google Shape;131;p80"/>
                <p:cNvSpPr/>
                <p:nvPr/>
              </p:nvSpPr>
              <p:spPr>
                <a:xfrm>
                  <a:off x="2718110" y="1886912"/>
                  <a:ext cx="638483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10" h="674116" extrusionOk="0">
                      <a:moveTo>
                        <a:pt x="75248" y="414528"/>
                      </a:moveTo>
                      <a:lnTo>
                        <a:pt x="511810" y="674116"/>
                      </a:lnTo>
                      <a:cubicBezTo>
                        <a:pt x="511810" y="674116"/>
                        <a:pt x="456755" y="297752"/>
                        <a:pt x="281114" y="18326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" name="Google Shape;132;p80"/>
                <p:cNvSpPr/>
                <p:nvPr/>
              </p:nvSpPr>
              <p:spPr>
                <a:xfrm>
                  <a:off x="2187286" y="766200"/>
                  <a:ext cx="756210" cy="1882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180" h="1508680" extrusionOk="0">
                      <a:moveTo>
                        <a:pt x="366146" y="30147"/>
                      </a:moveTo>
                      <a:cubicBezTo>
                        <a:pt x="336237" y="-10049"/>
                        <a:pt x="269943" y="-10049"/>
                        <a:pt x="239971" y="30147"/>
                      </a:cubicBezTo>
                      <a:cubicBezTo>
                        <a:pt x="140276" y="164005"/>
                        <a:pt x="-38095" y="453882"/>
                        <a:pt x="7244" y="765794"/>
                      </a:cubicBezTo>
                      <a:lnTo>
                        <a:pt x="84968" y="1391460"/>
                      </a:lnTo>
                      <a:cubicBezTo>
                        <a:pt x="84968" y="1391460"/>
                        <a:pt x="140403" y="1508681"/>
                        <a:pt x="303090" y="1508681"/>
                      </a:cubicBezTo>
                      <a:cubicBezTo>
                        <a:pt x="465777" y="1508681"/>
                        <a:pt x="521213" y="1391460"/>
                        <a:pt x="521213" y="1391460"/>
                      </a:cubicBezTo>
                      <a:lnTo>
                        <a:pt x="598937" y="765794"/>
                      </a:lnTo>
                      <a:cubicBezTo>
                        <a:pt x="644276" y="453882"/>
                        <a:pt x="465904" y="164005"/>
                        <a:pt x="366146" y="3014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6000">
                      <a:srgbClr val="808CAD"/>
                    </a:gs>
                    <a:gs pos="50000">
                      <a:srgbClr val="A7AFCB"/>
                    </a:gs>
                    <a:gs pos="85000">
                      <a:srgbClr val="808CAD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" name="Google Shape;133;p80"/>
                <p:cNvSpPr/>
                <p:nvPr/>
              </p:nvSpPr>
              <p:spPr>
                <a:xfrm>
                  <a:off x="2568529" y="766497"/>
                  <a:ext cx="375239" cy="1881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3" h="1508315" extrusionOk="0">
                      <a:moveTo>
                        <a:pt x="60579" y="29909"/>
                      </a:moveTo>
                      <a:cubicBezTo>
                        <a:pt x="46025" y="11195"/>
                        <a:pt x="23705" y="178"/>
                        <a:pt x="0" y="0"/>
                      </a:cubicBezTo>
                      <a:lnTo>
                        <a:pt x="0" y="1508316"/>
                      </a:lnTo>
                      <a:cubicBezTo>
                        <a:pt x="160718" y="1507109"/>
                        <a:pt x="215900" y="1391222"/>
                        <a:pt x="215900" y="1391222"/>
                      </a:cubicBezTo>
                      <a:lnTo>
                        <a:pt x="293624" y="765556"/>
                      </a:lnTo>
                      <a:cubicBezTo>
                        <a:pt x="338709" y="453644"/>
                        <a:pt x="160338" y="163766"/>
                        <a:pt x="60579" y="29909"/>
                      </a:cubicBezTo>
                      <a:close/>
                    </a:path>
                  </a:pathLst>
                </a:custGeom>
                <a:solidFill>
                  <a:srgbClr val="FFFFFF">
                    <a:alpha val="15294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" name="Google Shape;134;p80"/>
                <p:cNvSpPr/>
                <p:nvPr/>
              </p:nvSpPr>
              <p:spPr>
                <a:xfrm>
                  <a:off x="2353668" y="1074766"/>
                  <a:ext cx="423489" cy="184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470" h="148145" extrusionOk="0">
                      <a:moveTo>
                        <a:pt x="169736" y="78295"/>
                      </a:moveTo>
                      <a:cubicBezTo>
                        <a:pt x="233236" y="78295"/>
                        <a:pt x="292036" y="104457"/>
                        <a:pt x="339471" y="148145"/>
                      </a:cubicBezTo>
                      <a:cubicBezTo>
                        <a:pt x="301752" y="58610"/>
                        <a:pt x="239839" y="0"/>
                        <a:pt x="169736" y="0"/>
                      </a:cubicBezTo>
                      <a:cubicBezTo>
                        <a:pt x="99632" y="0"/>
                        <a:pt x="37719" y="58610"/>
                        <a:pt x="0" y="148145"/>
                      </a:cubicBezTo>
                      <a:cubicBezTo>
                        <a:pt x="47371" y="104457"/>
                        <a:pt x="106045" y="78295"/>
                        <a:pt x="169736" y="7829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" name="Google Shape;135;p80"/>
                <p:cNvSpPr/>
                <p:nvPr/>
              </p:nvSpPr>
              <p:spPr>
                <a:xfrm>
                  <a:off x="2568529" y="1074924"/>
                  <a:ext cx="208654" cy="184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258" h="148082" extrusionOk="0">
                      <a:moveTo>
                        <a:pt x="0" y="78232"/>
                      </a:moveTo>
                      <a:cubicBezTo>
                        <a:pt x="62738" y="78867"/>
                        <a:pt x="120650" y="104839"/>
                        <a:pt x="167259" y="148082"/>
                      </a:cubicBezTo>
                      <a:cubicBezTo>
                        <a:pt x="129985" y="59563"/>
                        <a:pt x="69088" y="1333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" name="Google Shape;136;p80"/>
                <p:cNvSpPr/>
                <p:nvPr/>
              </p:nvSpPr>
              <p:spPr>
                <a:xfrm>
                  <a:off x="2513864" y="1953303"/>
                  <a:ext cx="103138" cy="765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76" h="613536" extrusionOk="0">
                      <a:moveTo>
                        <a:pt x="82677" y="414782"/>
                      </a:moveTo>
                      <a:cubicBezTo>
                        <a:pt x="82677" y="584200"/>
                        <a:pt x="41339" y="613537"/>
                        <a:pt x="41339" y="613537"/>
                      </a:cubicBezTo>
                      <a:cubicBezTo>
                        <a:pt x="41339" y="613537"/>
                        <a:pt x="0" y="584200"/>
                        <a:pt x="0" y="414782"/>
                      </a:cubicBezTo>
                      <a:cubicBezTo>
                        <a:pt x="0" y="245364"/>
                        <a:pt x="41339" y="0"/>
                        <a:pt x="41339" y="0"/>
                      </a:cubicBezTo>
                      <a:cubicBezTo>
                        <a:pt x="41339" y="0"/>
                        <a:pt x="82677" y="245364"/>
                        <a:pt x="82677" y="41478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37" name="Google Shape;137;p80"/>
            <p:cNvGrpSpPr/>
            <p:nvPr/>
          </p:nvGrpSpPr>
          <p:grpSpPr>
            <a:xfrm>
              <a:off x="8299552" y="3133869"/>
              <a:ext cx="333219" cy="2017815"/>
              <a:chOff x="967895" y="415018"/>
              <a:chExt cx="628714" cy="3807197"/>
            </a:xfrm>
          </p:grpSpPr>
          <p:sp>
            <p:nvSpPr>
              <p:cNvPr id="138" name="Google Shape;138;p80"/>
              <p:cNvSpPr/>
              <p:nvPr/>
            </p:nvSpPr>
            <p:spPr>
              <a:xfrm>
                <a:off x="1207136" y="963615"/>
                <a:ext cx="150300" cy="3258600"/>
              </a:xfrm>
              <a:prstGeom prst="trapezoid">
                <a:avLst>
                  <a:gd name="adj" fmla="val 25183"/>
                </a:avLst>
              </a:prstGeom>
              <a:gradFill>
                <a:gsLst>
                  <a:gs pos="0">
                    <a:srgbClr val="FFFFFF">
                      <a:alpha val="15294"/>
                    </a:srgbClr>
                  </a:gs>
                  <a:gs pos="100000">
                    <a:srgbClr val="FFFFFF">
                      <a:alpha val="1529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9" name="Google Shape;139;p80"/>
              <p:cNvGrpSpPr/>
              <p:nvPr/>
            </p:nvGrpSpPr>
            <p:grpSpPr>
              <a:xfrm>
                <a:off x="967895" y="415018"/>
                <a:ext cx="628714" cy="801374"/>
                <a:chOff x="1774126" y="766200"/>
                <a:chExt cx="1582467" cy="2017050"/>
              </a:xfrm>
            </p:grpSpPr>
            <p:sp>
              <p:nvSpPr>
                <p:cNvPr id="140" name="Google Shape;140;p80"/>
                <p:cNvSpPr/>
                <p:nvPr/>
              </p:nvSpPr>
              <p:spPr>
                <a:xfrm>
                  <a:off x="2394628" y="2579744"/>
                  <a:ext cx="341579" cy="20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811" h="163131" extrusionOk="0">
                      <a:moveTo>
                        <a:pt x="20002" y="0"/>
                      </a:moveTo>
                      <a:lnTo>
                        <a:pt x="0" y="120967"/>
                      </a:lnTo>
                      <a:cubicBezTo>
                        <a:pt x="0" y="120967"/>
                        <a:pt x="34798" y="163132"/>
                        <a:pt x="136906" y="163132"/>
                      </a:cubicBezTo>
                      <a:cubicBezTo>
                        <a:pt x="239014" y="163132"/>
                        <a:pt x="273812" y="120967"/>
                        <a:pt x="273812" y="120967"/>
                      </a:cubicBezTo>
                      <a:lnTo>
                        <a:pt x="25381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A7AFCB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" name="Google Shape;141;p80"/>
                <p:cNvSpPr/>
                <p:nvPr/>
              </p:nvSpPr>
              <p:spPr>
                <a:xfrm>
                  <a:off x="1774126" y="1886912"/>
                  <a:ext cx="638562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73" h="674116" extrusionOk="0">
                      <a:moveTo>
                        <a:pt x="436626" y="414528"/>
                      </a:moveTo>
                      <a:lnTo>
                        <a:pt x="0" y="674116"/>
                      </a:lnTo>
                      <a:cubicBezTo>
                        <a:pt x="0" y="674116"/>
                        <a:pt x="55118" y="297752"/>
                        <a:pt x="230759" y="183261"/>
                      </a:cubicBezTo>
                      <a:lnTo>
                        <a:pt x="51187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566185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" name="Google Shape;142;p80"/>
                <p:cNvSpPr/>
                <p:nvPr/>
              </p:nvSpPr>
              <p:spPr>
                <a:xfrm>
                  <a:off x="2718110" y="1886912"/>
                  <a:ext cx="638483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10" h="674116" extrusionOk="0">
                      <a:moveTo>
                        <a:pt x="75248" y="414528"/>
                      </a:moveTo>
                      <a:lnTo>
                        <a:pt x="511810" y="674116"/>
                      </a:lnTo>
                      <a:cubicBezTo>
                        <a:pt x="511810" y="674116"/>
                        <a:pt x="456755" y="297752"/>
                        <a:pt x="281114" y="18326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" name="Google Shape;143;p80"/>
                <p:cNvSpPr/>
                <p:nvPr/>
              </p:nvSpPr>
              <p:spPr>
                <a:xfrm>
                  <a:off x="2187286" y="766200"/>
                  <a:ext cx="756210" cy="1882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180" h="1508680" extrusionOk="0">
                      <a:moveTo>
                        <a:pt x="366146" y="30147"/>
                      </a:moveTo>
                      <a:cubicBezTo>
                        <a:pt x="336237" y="-10049"/>
                        <a:pt x="269943" y="-10049"/>
                        <a:pt x="239971" y="30147"/>
                      </a:cubicBezTo>
                      <a:cubicBezTo>
                        <a:pt x="140276" y="164005"/>
                        <a:pt x="-38095" y="453882"/>
                        <a:pt x="7244" y="765794"/>
                      </a:cubicBezTo>
                      <a:lnTo>
                        <a:pt x="84968" y="1391460"/>
                      </a:lnTo>
                      <a:cubicBezTo>
                        <a:pt x="84968" y="1391460"/>
                        <a:pt x="140403" y="1508681"/>
                        <a:pt x="303090" y="1508681"/>
                      </a:cubicBezTo>
                      <a:cubicBezTo>
                        <a:pt x="465777" y="1508681"/>
                        <a:pt x="521213" y="1391460"/>
                        <a:pt x="521213" y="1391460"/>
                      </a:cubicBezTo>
                      <a:lnTo>
                        <a:pt x="598937" y="765794"/>
                      </a:lnTo>
                      <a:cubicBezTo>
                        <a:pt x="644276" y="453882"/>
                        <a:pt x="465904" y="164005"/>
                        <a:pt x="366146" y="3014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6000">
                      <a:srgbClr val="808CAD"/>
                    </a:gs>
                    <a:gs pos="50000">
                      <a:srgbClr val="A7AFCB"/>
                    </a:gs>
                    <a:gs pos="85000">
                      <a:srgbClr val="808CAD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" name="Google Shape;144;p80"/>
                <p:cNvSpPr/>
                <p:nvPr/>
              </p:nvSpPr>
              <p:spPr>
                <a:xfrm>
                  <a:off x="2568529" y="766497"/>
                  <a:ext cx="375239" cy="1881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3" h="1508315" extrusionOk="0">
                      <a:moveTo>
                        <a:pt x="60579" y="29909"/>
                      </a:moveTo>
                      <a:cubicBezTo>
                        <a:pt x="46025" y="11195"/>
                        <a:pt x="23705" y="178"/>
                        <a:pt x="0" y="0"/>
                      </a:cubicBezTo>
                      <a:lnTo>
                        <a:pt x="0" y="1508316"/>
                      </a:lnTo>
                      <a:cubicBezTo>
                        <a:pt x="160718" y="1507109"/>
                        <a:pt x="215900" y="1391222"/>
                        <a:pt x="215900" y="1391222"/>
                      </a:cubicBezTo>
                      <a:lnTo>
                        <a:pt x="293624" y="765556"/>
                      </a:lnTo>
                      <a:cubicBezTo>
                        <a:pt x="338709" y="453644"/>
                        <a:pt x="160338" y="163766"/>
                        <a:pt x="60579" y="29909"/>
                      </a:cubicBezTo>
                      <a:close/>
                    </a:path>
                  </a:pathLst>
                </a:custGeom>
                <a:solidFill>
                  <a:srgbClr val="FFFFFF">
                    <a:alpha val="15294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" name="Google Shape;145;p80"/>
                <p:cNvSpPr/>
                <p:nvPr/>
              </p:nvSpPr>
              <p:spPr>
                <a:xfrm>
                  <a:off x="2353668" y="1074766"/>
                  <a:ext cx="423489" cy="184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470" h="148145" extrusionOk="0">
                      <a:moveTo>
                        <a:pt x="169736" y="78295"/>
                      </a:moveTo>
                      <a:cubicBezTo>
                        <a:pt x="233236" y="78295"/>
                        <a:pt x="292036" y="104457"/>
                        <a:pt x="339471" y="148145"/>
                      </a:cubicBezTo>
                      <a:cubicBezTo>
                        <a:pt x="301752" y="58610"/>
                        <a:pt x="239839" y="0"/>
                        <a:pt x="169736" y="0"/>
                      </a:cubicBezTo>
                      <a:cubicBezTo>
                        <a:pt x="99632" y="0"/>
                        <a:pt x="37719" y="58610"/>
                        <a:pt x="0" y="148145"/>
                      </a:cubicBezTo>
                      <a:cubicBezTo>
                        <a:pt x="47371" y="104457"/>
                        <a:pt x="106045" y="78295"/>
                        <a:pt x="169736" y="7829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" name="Google Shape;146;p80"/>
                <p:cNvSpPr/>
                <p:nvPr/>
              </p:nvSpPr>
              <p:spPr>
                <a:xfrm>
                  <a:off x="2568529" y="1074924"/>
                  <a:ext cx="208654" cy="184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258" h="148082" extrusionOk="0">
                      <a:moveTo>
                        <a:pt x="0" y="78232"/>
                      </a:moveTo>
                      <a:cubicBezTo>
                        <a:pt x="62738" y="78867"/>
                        <a:pt x="120650" y="104839"/>
                        <a:pt x="167259" y="148082"/>
                      </a:cubicBezTo>
                      <a:cubicBezTo>
                        <a:pt x="129985" y="59563"/>
                        <a:pt x="69088" y="1333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" name="Google Shape;147;p80"/>
                <p:cNvSpPr/>
                <p:nvPr/>
              </p:nvSpPr>
              <p:spPr>
                <a:xfrm>
                  <a:off x="2513864" y="1953303"/>
                  <a:ext cx="103138" cy="765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76" h="613536" extrusionOk="0">
                      <a:moveTo>
                        <a:pt x="82677" y="414782"/>
                      </a:moveTo>
                      <a:cubicBezTo>
                        <a:pt x="82677" y="584200"/>
                        <a:pt x="41339" y="613537"/>
                        <a:pt x="41339" y="613537"/>
                      </a:cubicBezTo>
                      <a:cubicBezTo>
                        <a:pt x="41339" y="613537"/>
                        <a:pt x="0" y="584200"/>
                        <a:pt x="0" y="414782"/>
                      </a:cubicBezTo>
                      <a:cubicBezTo>
                        <a:pt x="0" y="245364"/>
                        <a:pt x="41339" y="0"/>
                        <a:pt x="41339" y="0"/>
                      </a:cubicBezTo>
                      <a:cubicBezTo>
                        <a:pt x="41339" y="0"/>
                        <a:pt x="82677" y="245364"/>
                        <a:pt x="82677" y="41478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8" name="Google Shape;148;p80"/>
            <p:cNvGrpSpPr/>
            <p:nvPr/>
          </p:nvGrpSpPr>
          <p:grpSpPr>
            <a:xfrm>
              <a:off x="104275" y="50550"/>
              <a:ext cx="8948150" cy="772675"/>
              <a:chOff x="104275" y="50550"/>
              <a:chExt cx="8948150" cy="772675"/>
            </a:xfrm>
          </p:grpSpPr>
          <p:sp>
            <p:nvSpPr>
              <p:cNvPr id="149" name="Google Shape;149;p80"/>
              <p:cNvSpPr/>
              <p:nvPr/>
            </p:nvSpPr>
            <p:spPr>
              <a:xfrm>
                <a:off x="8694850" y="1143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80"/>
              <p:cNvSpPr/>
              <p:nvPr/>
            </p:nvSpPr>
            <p:spPr>
              <a:xfrm>
                <a:off x="5156375" y="146713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80"/>
              <p:cNvSpPr/>
              <p:nvPr/>
            </p:nvSpPr>
            <p:spPr>
              <a:xfrm>
                <a:off x="7219963" y="349471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80"/>
              <p:cNvSpPr/>
              <p:nvPr/>
            </p:nvSpPr>
            <p:spPr>
              <a:xfrm>
                <a:off x="7252363" y="114324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80"/>
              <p:cNvSpPr/>
              <p:nvPr/>
            </p:nvSpPr>
            <p:spPr>
              <a:xfrm>
                <a:off x="7998675" y="226350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80"/>
              <p:cNvSpPr/>
              <p:nvPr/>
            </p:nvSpPr>
            <p:spPr>
              <a:xfrm>
                <a:off x="6352675" y="1143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80"/>
              <p:cNvSpPr/>
              <p:nvPr/>
            </p:nvSpPr>
            <p:spPr>
              <a:xfrm>
                <a:off x="3736700" y="30070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80"/>
              <p:cNvSpPr/>
              <p:nvPr/>
            </p:nvSpPr>
            <p:spPr>
              <a:xfrm>
                <a:off x="2805625" y="30070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80"/>
              <p:cNvSpPr/>
              <p:nvPr/>
            </p:nvSpPr>
            <p:spPr>
              <a:xfrm>
                <a:off x="1913750" y="30070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80"/>
              <p:cNvSpPr/>
              <p:nvPr/>
            </p:nvSpPr>
            <p:spPr>
              <a:xfrm>
                <a:off x="3266675" y="11432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80"/>
              <p:cNvSpPr/>
              <p:nvPr/>
            </p:nvSpPr>
            <p:spPr>
              <a:xfrm>
                <a:off x="262050" y="1143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80"/>
              <p:cNvSpPr/>
              <p:nvPr/>
            </p:nvSpPr>
            <p:spPr>
              <a:xfrm>
                <a:off x="1279125" y="22082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80"/>
              <p:cNvSpPr/>
              <p:nvPr/>
            </p:nvSpPr>
            <p:spPr>
              <a:xfrm>
                <a:off x="1055175" y="47235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80"/>
              <p:cNvSpPr/>
              <p:nvPr/>
            </p:nvSpPr>
            <p:spPr>
              <a:xfrm>
                <a:off x="872350" y="352353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80"/>
              <p:cNvSpPr/>
              <p:nvPr/>
            </p:nvSpPr>
            <p:spPr>
              <a:xfrm>
                <a:off x="7014788" y="260903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80"/>
              <p:cNvSpPr/>
              <p:nvPr/>
            </p:nvSpPr>
            <p:spPr>
              <a:xfrm>
                <a:off x="8777500" y="319953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80"/>
              <p:cNvSpPr/>
              <p:nvPr/>
            </p:nvSpPr>
            <p:spPr>
              <a:xfrm>
                <a:off x="4467225" y="191303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80"/>
              <p:cNvSpPr/>
              <p:nvPr/>
            </p:nvSpPr>
            <p:spPr>
              <a:xfrm>
                <a:off x="2601875" y="196828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80"/>
              <p:cNvSpPr/>
              <p:nvPr/>
            </p:nvSpPr>
            <p:spPr>
              <a:xfrm>
                <a:off x="5288025" y="22635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80"/>
              <p:cNvSpPr/>
              <p:nvPr/>
            </p:nvSpPr>
            <p:spPr>
              <a:xfrm>
                <a:off x="5948425" y="38187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80"/>
              <p:cNvSpPr/>
              <p:nvPr/>
            </p:nvSpPr>
            <p:spPr>
              <a:xfrm>
                <a:off x="9020025" y="41427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80"/>
              <p:cNvSpPr/>
              <p:nvPr/>
            </p:nvSpPr>
            <p:spPr>
              <a:xfrm>
                <a:off x="1588200" y="5055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80"/>
              <p:cNvSpPr/>
              <p:nvPr/>
            </p:nvSpPr>
            <p:spPr>
              <a:xfrm>
                <a:off x="3636675" y="47235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80"/>
              <p:cNvSpPr/>
              <p:nvPr/>
            </p:nvSpPr>
            <p:spPr>
              <a:xfrm>
                <a:off x="104275" y="34947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80"/>
              <p:cNvSpPr/>
              <p:nvPr/>
            </p:nvSpPr>
            <p:spPr>
              <a:xfrm>
                <a:off x="4558675" y="300700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80"/>
              <p:cNvSpPr/>
              <p:nvPr/>
            </p:nvSpPr>
            <p:spPr>
              <a:xfrm>
                <a:off x="6054325" y="29042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80"/>
              <p:cNvSpPr/>
              <p:nvPr/>
            </p:nvSpPr>
            <p:spPr>
              <a:xfrm>
                <a:off x="8181475" y="2904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80"/>
              <p:cNvSpPr/>
              <p:nvPr/>
            </p:nvSpPr>
            <p:spPr>
              <a:xfrm>
                <a:off x="6024800" y="442828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80"/>
              <p:cNvSpPr/>
              <p:nvPr/>
            </p:nvSpPr>
            <p:spPr>
              <a:xfrm>
                <a:off x="2292625" y="63197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80"/>
              <p:cNvSpPr/>
              <p:nvPr/>
            </p:nvSpPr>
            <p:spPr>
              <a:xfrm>
                <a:off x="5464400" y="71997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80"/>
              <p:cNvSpPr/>
              <p:nvPr/>
            </p:nvSpPr>
            <p:spPr>
              <a:xfrm>
                <a:off x="294450" y="71997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80"/>
              <p:cNvSpPr/>
              <p:nvPr/>
            </p:nvSpPr>
            <p:spPr>
              <a:xfrm>
                <a:off x="7822650" y="63197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80"/>
              <p:cNvSpPr/>
              <p:nvPr/>
            </p:nvSpPr>
            <p:spPr>
              <a:xfrm>
                <a:off x="8583225" y="7908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2" name="Google Shape;182;p80"/>
          <p:cNvSpPr txBox="1">
            <a:spLocks noGrp="1"/>
          </p:cNvSpPr>
          <p:nvPr>
            <p:ph type="title"/>
          </p:nvPr>
        </p:nvSpPr>
        <p:spPr>
          <a:xfrm>
            <a:off x="1140400" y="1114667"/>
            <a:ext cx="83212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80"/>
          <p:cNvSpPr txBox="1">
            <a:spLocks noGrp="1"/>
          </p:cNvSpPr>
          <p:nvPr>
            <p:ph type="body" idx="1"/>
          </p:nvPr>
        </p:nvSpPr>
        <p:spPr>
          <a:xfrm>
            <a:off x="1140400" y="2071767"/>
            <a:ext cx="8321200" cy="3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➢"/>
              <a:defRPr/>
            </a:lvl1pPr>
            <a:lvl2pPr marL="914400" lvl="1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▻"/>
              <a:defRPr/>
            </a:lvl2pPr>
            <a:lvl3pPr marL="1371600" lvl="2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/>
            </a:lvl3pPr>
            <a:lvl4pPr marL="1828800" lvl="3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/>
            </a:lvl4pPr>
            <a:lvl5pPr marL="2286000" lvl="4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/>
            </a:lvl5pPr>
            <a:lvl6pPr marL="2743200" lvl="5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/>
            </a:lvl6pPr>
            <a:lvl7pPr marL="3200400" lvl="6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/>
            </a:lvl7pPr>
            <a:lvl8pPr marL="3657600" lvl="7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/>
            </a:lvl8pPr>
            <a:lvl9pPr marL="4114800" lvl="8" indent="-368300" algn="l">
              <a:lnSpc>
                <a:spcPct val="90000"/>
              </a:lnSpc>
              <a:spcBef>
                <a:spcPts val="1067"/>
              </a:spcBef>
              <a:spcAft>
                <a:spcPts val="1067"/>
              </a:spcAft>
              <a:buClr>
                <a:schemeClr val="dk1"/>
              </a:buClr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84" name="Google Shape;184;p80"/>
          <p:cNvSpPr txBox="1">
            <a:spLocks noGrp="1"/>
          </p:cNvSpPr>
          <p:nvPr>
            <p:ph type="sldNum" idx="12"/>
          </p:nvPr>
        </p:nvSpPr>
        <p:spPr>
          <a:xfrm>
            <a:off x="5730200" y="6129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 2 ">
  <p:cSld name="TITLE + TWO COLUMNS 2 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1"/>
          <p:cNvSpPr txBox="1">
            <a:spLocks noGrp="1"/>
          </p:cNvSpPr>
          <p:nvPr>
            <p:ph type="title"/>
          </p:nvPr>
        </p:nvSpPr>
        <p:spPr>
          <a:xfrm>
            <a:off x="1542800" y="485800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87" name="Google Shape;187;p81"/>
          <p:cNvSpPr txBox="1">
            <a:spLocks noGrp="1"/>
          </p:cNvSpPr>
          <p:nvPr>
            <p:ph type="subTitle" idx="1"/>
          </p:nvPr>
        </p:nvSpPr>
        <p:spPr>
          <a:xfrm>
            <a:off x="6797667" y="2900600"/>
            <a:ext cx="34012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188" name="Google Shape;188;p81"/>
          <p:cNvSpPr txBox="1">
            <a:spLocks noGrp="1"/>
          </p:cNvSpPr>
          <p:nvPr>
            <p:ph type="subTitle" idx="2"/>
          </p:nvPr>
        </p:nvSpPr>
        <p:spPr>
          <a:xfrm>
            <a:off x="6797667" y="4729533"/>
            <a:ext cx="34012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4"/>
          <p:cNvSpPr txBox="1">
            <a:spLocks noGrp="1"/>
          </p:cNvSpPr>
          <p:nvPr>
            <p:ph type="body" idx="1"/>
          </p:nvPr>
        </p:nvSpPr>
        <p:spPr>
          <a:xfrm>
            <a:off x="1109249" y="2277548"/>
            <a:ext cx="5234800" cy="3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0" lvl="0" indent="-425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  <a:defRPr sz="2100"/>
            </a:lvl1pPr>
            <a:lvl2pPr marL="914400" lvl="1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1" name="Google Shape;191;p84"/>
          <p:cNvSpPr txBox="1">
            <a:spLocks noGrp="1"/>
          </p:cNvSpPr>
          <p:nvPr>
            <p:ph type="title"/>
          </p:nvPr>
        </p:nvSpPr>
        <p:spPr>
          <a:xfrm>
            <a:off x="960000" y="491767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10">
  <p:cSld name="TITLE + DESIGN 10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7"/>
          <p:cNvSpPr txBox="1">
            <a:spLocks noGrp="1"/>
          </p:cNvSpPr>
          <p:nvPr>
            <p:ph type="title"/>
          </p:nvPr>
        </p:nvSpPr>
        <p:spPr>
          <a:xfrm>
            <a:off x="1542800" y="485800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8"/>
          <p:cNvSpPr txBox="1">
            <a:spLocks noGrp="1"/>
          </p:cNvSpPr>
          <p:nvPr>
            <p:ph type="title"/>
          </p:nvPr>
        </p:nvSpPr>
        <p:spPr>
          <a:xfrm>
            <a:off x="1542800" y="485800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96" name="Google Shape;196;p88"/>
          <p:cNvSpPr txBox="1">
            <a:spLocks noGrp="1"/>
          </p:cNvSpPr>
          <p:nvPr>
            <p:ph type="subTitle" idx="1"/>
          </p:nvPr>
        </p:nvSpPr>
        <p:spPr>
          <a:xfrm>
            <a:off x="1709964" y="5440600"/>
            <a:ext cx="22872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197" name="Google Shape;197;p88"/>
          <p:cNvSpPr txBox="1">
            <a:spLocks noGrp="1"/>
          </p:cNvSpPr>
          <p:nvPr>
            <p:ph type="title" idx="2"/>
          </p:nvPr>
        </p:nvSpPr>
        <p:spPr>
          <a:xfrm>
            <a:off x="1516167" y="5061733"/>
            <a:ext cx="2674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98" name="Google Shape;198;p88"/>
          <p:cNvSpPr txBox="1">
            <a:spLocks noGrp="1"/>
          </p:cNvSpPr>
          <p:nvPr>
            <p:ph type="subTitle" idx="3"/>
          </p:nvPr>
        </p:nvSpPr>
        <p:spPr>
          <a:xfrm>
            <a:off x="4952397" y="5440600"/>
            <a:ext cx="22872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199" name="Google Shape;199;p88"/>
          <p:cNvSpPr txBox="1">
            <a:spLocks noGrp="1"/>
          </p:cNvSpPr>
          <p:nvPr>
            <p:ph type="title" idx="4"/>
          </p:nvPr>
        </p:nvSpPr>
        <p:spPr>
          <a:xfrm>
            <a:off x="4758600" y="5061733"/>
            <a:ext cx="2674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200" name="Google Shape;200;p88"/>
          <p:cNvSpPr txBox="1">
            <a:spLocks noGrp="1"/>
          </p:cNvSpPr>
          <p:nvPr>
            <p:ph type="subTitle" idx="5"/>
          </p:nvPr>
        </p:nvSpPr>
        <p:spPr>
          <a:xfrm>
            <a:off x="8194831" y="5440600"/>
            <a:ext cx="22872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201" name="Google Shape;201;p88"/>
          <p:cNvSpPr txBox="1">
            <a:spLocks noGrp="1"/>
          </p:cNvSpPr>
          <p:nvPr>
            <p:ph type="title" idx="6"/>
          </p:nvPr>
        </p:nvSpPr>
        <p:spPr>
          <a:xfrm>
            <a:off x="8001033" y="5061733"/>
            <a:ext cx="2674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3">
  <p:cSld name="TITLE + DESIGN 3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1"/>
          <p:cNvSpPr txBox="1">
            <a:spLocks noGrp="1"/>
          </p:cNvSpPr>
          <p:nvPr>
            <p:ph type="title"/>
          </p:nvPr>
        </p:nvSpPr>
        <p:spPr>
          <a:xfrm>
            <a:off x="1542800" y="485800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9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7" name="Google Shape;207;p9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8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8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9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9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9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0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2" name="Google Shape;222;p10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0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10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0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10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10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0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10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0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5" name="Google Shape;235;p10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6" name="Google Shape;236;p10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7" name="Google Shape;237;p10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10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0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0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10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44" name="Google Shape;244;p10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45" name="Google Shape;245;p10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0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10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10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51" name="Google Shape;251;p10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52" name="Google Shape;252;p10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10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10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11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1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1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1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11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4" name="Google Shape;264;p1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1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1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79"/>
          <p:cNvGrpSpPr/>
          <p:nvPr/>
        </p:nvGrpSpPr>
        <p:grpSpPr>
          <a:xfrm>
            <a:off x="139034" y="67400"/>
            <a:ext cx="13688787" cy="7050285"/>
            <a:chOff x="104275" y="50550"/>
            <a:chExt cx="10266590" cy="5287714"/>
          </a:xfrm>
        </p:grpSpPr>
        <p:sp>
          <p:nvSpPr>
            <p:cNvPr id="275" name="Google Shape;275;p79"/>
            <p:cNvSpPr/>
            <p:nvPr/>
          </p:nvSpPr>
          <p:spPr>
            <a:xfrm>
              <a:off x="2444298" y="3856703"/>
              <a:ext cx="2558390" cy="1098526"/>
            </a:xfrm>
            <a:custGeom>
              <a:avLst/>
              <a:gdLst/>
              <a:ahLst/>
              <a:cxnLst/>
              <a:rect l="l" t="t" r="r" b="b"/>
              <a:pathLst>
                <a:path w="5472493" h="2349788" extrusionOk="0">
                  <a:moveTo>
                    <a:pt x="5436617" y="2349535"/>
                  </a:moveTo>
                  <a:cubicBezTo>
                    <a:pt x="5460493" y="2251739"/>
                    <a:pt x="5472557" y="2151434"/>
                    <a:pt x="5472494" y="2050767"/>
                  </a:cubicBezTo>
                  <a:cubicBezTo>
                    <a:pt x="5472494" y="1357538"/>
                    <a:pt x="4910519" y="795563"/>
                    <a:pt x="4217290" y="795563"/>
                  </a:cubicBezTo>
                  <a:cubicBezTo>
                    <a:pt x="4134930" y="795556"/>
                    <a:pt x="4052761" y="803596"/>
                    <a:pt x="3971989" y="819566"/>
                  </a:cubicBezTo>
                  <a:cubicBezTo>
                    <a:pt x="3864356" y="269832"/>
                    <a:pt x="3331401" y="-88551"/>
                    <a:pt x="2781681" y="19095"/>
                  </a:cubicBezTo>
                  <a:cubicBezTo>
                    <a:pt x="2480437" y="78083"/>
                    <a:pt x="2222119" y="270325"/>
                    <a:pt x="2079118" y="541944"/>
                  </a:cubicBezTo>
                  <a:cubicBezTo>
                    <a:pt x="1556068" y="340890"/>
                    <a:pt x="969017" y="601932"/>
                    <a:pt x="767963" y="1125007"/>
                  </a:cubicBezTo>
                  <a:cubicBezTo>
                    <a:pt x="723354" y="1241066"/>
                    <a:pt x="700456" y="1364332"/>
                    <a:pt x="700405" y="1488665"/>
                  </a:cubicBezTo>
                  <a:cubicBezTo>
                    <a:pt x="700405" y="1512097"/>
                    <a:pt x="701294" y="1535274"/>
                    <a:pt x="702818" y="1558515"/>
                  </a:cubicBezTo>
                  <a:cubicBezTo>
                    <a:pt x="367094" y="1509627"/>
                    <a:pt x="55302" y="1742157"/>
                    <a:pt x="6414" y="2077882"/>
                  </a:cubicBezTo>
                  <a:cubicBezTo>
                    <a:pt x="2153" y="2107136"/>
                    <a:pt x="7" y="2136651"/>
                    <a:pt x="0" y="2166211"/>
                  </a:cubicBezTo>
                  <a:cubicBezTo>
                    <a:pt x="-63" y="2228466"/>
                    <a:pt x="9360" y="2290372"/>
                    <a:pt x="27940" y="234978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79"/>
            <p:cNvSpPr/>
            <p:nvPr/>
          </p:nvSpPr>
          <p:spPr>
            <a:xfrm>
              <a:off x="5295333" y="4495140"/>
              <a:ext cx="1449771" cy="493781"/>
            </a:xfrm>
            <a:custGeom>
              <a:avLst/>
              <a:gdLst/>
              <a:ahLst/>
              <a:cxnLst/>
              <a:rect l="l" t="t" r="r" b="b"/>
              <a:pathLst>
                <a:path w="2870834" h="977784" extrusionOk="0">
                  <a:moveTo>
                    <a:pt x="2870835" y="977785"/>
                  </a:moveTo>
                  <a:cubicBezTo>
                    <a:pt x="2845943" y="605751"/>
                    <a:pt x="2524252" y="324312"/>
                    <a:pt x="2152206" y="349172"/>
                  </a:cubicBezTo>
                  <a:cubicBezTo>
                    <a:pt x="2121916" y="351192"/>
                    <a:pt x="2091817" y="355256"/>
                    <a:pt x="2062099" y="361326"/>
                  </a:cubicBezTo>
                  <a:cubicBezTo>
                    <a:pt x="1974025" y="87578"/>
                    <a:pt x="1680655" y="-62923"/>
                    <a:pt x="1406906" y="25176"/>
                  </a:cubicBezTo>
                  <a:cubicBezTo>
                    <a:pt x="1329372" y="50126"/>
                    <a:pt x="1258760" y="92925"/>
                    <a:pt x="1200785" y="150125"/>
                  </a:cubicBezTo>
                  <a:cubicBezTo>
                    <a:pt x="925068" y="68357"/>
                    <a:pt x="635318" y="225570"/>
                    <a:pt x="553530" y="501274"/>
                  </a:cubicBezTo>
                  <a:cubicBezTo>
                    <a:pt x="543623" y="534656"/>
                    <a:pt x="537084" y="568952"/>
                    <a:pt x="534035" y="603643"/>
                  </a:cubicBezTo>
                  <a:cubicBezTo>
                    <a:pt x="325882" y="529640"/>
                    <a:pt x="97092" y="638409"/>
                    <a:pt x="23114" y="846587"/>
                  </a:cubicBezTo>
                  <a:cubicBezTo>
                    <a:pt x="8128" y="888726"/>
                    <a:pt x="318" y="933068"/>
                    <a:pt x="0" y="9777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79"/>
            <p:cNvSpPr/>
            <p:nvPr/>
          </p:nvSpPr>
          <p:spPr>
            <a:xfrm>
              <a:off x="4159304" y="3962484"/>
              <a:ext cx="1535294" cy="703291"/>
            </a:xfrm>
            <a:custGeom>
              <a:avLst/>
              <a:gdLst/>
              <a:ahLst/>
              <a:cxnLst/>
              <a:rect l="l" t="t" r="r" b="b"/>
              <a:pathLst>
                <a:path w="2580326" h="1182002" extrusionOk="0">
                  <a:moveTo>
                    <a:pt x="2518156" y="1182003"/>
                  </a:moveTo>
                  <a:cubicBezTo>
                    <a:pt x="2695257" y="740671"/>
                    <a:pt x="2481072" y="239313"/>
                    <a:pt x="2039747" y="62186"/>
                  </a:cubicBezTo>
                  <a:cubicBezTo>
                    <a:pt x="1598422" y="-114941"/>
                    <a:pt x="1097089" y="99239"/>
                    <a:pt x="919925" y="540570"/>
                  </a:cubicBezTo>
                  <a:cubicBezTo>
                    <a:pt x="906018" y="575279"/>
                    <a:pt x="894397" y="610858"/>
                    <a:pt x="885063" y="647079"/>
                  </a:cubicBezTo>
                  <a:cubicBezTo>
                    <a:pt x="557213" y="511557"/>
                    <a:pt x="181546" y="667475"/>
                    <a:pt x="46038" y="995338"/>
                  </a:cubicBezTo>
                  <a:cubicBezTo>
                    <a:pt x="21399" y="1054901"/>
                    <a:pt x="5905" y="1117823"/>
                    <a:pt x="0" y="118200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79"/>
            <p:cNvSpPr/>
            <p:nvPr/>
          </p:nvSpPr>
          <p:spPr>
            <a:xfrm>
              <a:off x="4832518" y="3687079"/>
              <a:ext cx="3420308" cy="1468618"/>
            </a:xfrm>
            <a:custGeom>
              <a:avLst/>
              <a:gdLst/>
              <a:ahLst/>
              <a:cxnLst/>
              <a:rect l="l" t="t" r="r" b="b"/>
              <a:pathLst>
                <a:path w="5472493" h="2349788" extrusionOk="0">
                  <a:moveTo>
                    <a:pt x="5436617" y="2349535"/>
                  </a:moveTo>
                  <a:cubicBezTo>
                    <a:pt x="5460493" y="2251739"/>
                    <a:pt x="5472557" y="2151434"/>
                    <a:pt x="5472494" y="2050767"/>
                  </a:cubicBezTo>
                  <a:cubicBezTo>
                    <a:pt x="5472494" y="1357538"/>
                    <a:pt x="4910519" y="795563"/>
                    <a:pt x="4217290" y="795563"/>
                  </a:cubicBezTo>
                  <a:cubicBezTo>
                    <a:pt x="4134930" y="795556"/>
                    <a:pt x="4052761" y="803596"/>
                    <a:pt x="3971989" y="819566"/>
                  </a:cubicBezTo>
                  <a:cubicBezTo>
                    <a:pt x="3864356" y="269832"/>
                    <a:pt x="3331401" y="-88551"/>
                    <a:pt x="2781681" y="19095"/>
                  </a:cubicBezTo>
                  <a:cubicBezTo>
                    <a:pt x="2480437" y="78083"/>
                    <a:pt x="2222119" y="270325"/>
                    <a:pt x="2079118" y="541944"/>
                  </a:cubicBezTo>
                  <a:cubicBezTo>
                    <a:pt x="1556068" y="340890"/>
                    <a:pt x="969017" y="601932"/>
                    <a:pt x="767963" y="1125007"/>
                  </a:cubicBezTo>
                  <a:cubicBezTo>
                    <a:pt x="723354" y="1241066"/>
                    <a:pt x="700456" y="1364332"/>
                    <a:pt x="700405" y="1488665"/>
                  </a:cubicBezTo>
                  <a:cubicBezTo>
                    <a:pt x="700405" y="1512097"/>
                    <a:pt x="701294" y="1535274"/>
                    <a:pt x="702818" y="1558515"/>
                  </a:cubicBezTo>
                  <a:cubicBezTo>
                    <a:pt x="367094" y="1509627"/>
                    <a:pt x="55302" y="1742157"/>
                    <a:pt x="6414" y="2077882"/>
                  </a:cubicBezTo>
                  <a:cubicBezTo>
                    <a:pt x="2153" y="2107136"/>
                    <a:pt x="7" y="2136651"/>
                    <a:pt x="0" y="2166211"/>
                  </a:cubicBezTo>
                  <a:cubicBezTo>
                    <a:pt x="-63" y="2228466"/>
                    <a:pt x="9360" y="2290372"/>
                    <a:pt x="27940" y="234978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79"/>
            <p:cNvSpPr/>
            <p:nvPr/>
          </p:nvSpPr>
          <p:spPr>
            <a:xfrm>
              <a:off x="2867782" y="4501768"/>
              <a:ext cx="1717868" cy="654661"/>
            </a:xfrm>
            <a:custGeom>
              <a:avLst/>
              <a:gdLst/>
              <a:ahLst/>
              <a:cxnLst/>
              <a:rect l="l" t="t" r="r" b="b"/>
              <a:pathLst>
                <a:path w="3674584" h="1400344" extrusionOk="0">
                  <a:moveTo>
                    <a:pt x="3674585" y="1400345"/>
                  </a:moveTo>
                  <a:cubicBezTo>
                    <a:pt x="3663789" y="1096548"/>
                    <a:pt x="3408773" y="859033"/>
                    <a:pt x="3104926" y="869834"/>
                  </a:cubicBezTo>
                  <a:cubicBezTo>
                    <a:pt x="3067460" y="871168"/>
                    <a:pt x="3030250" y="876324"/>
                    <a:pt x="2993801" y="885233"/>
                  </a:cubicBezTo>
                  <a:cubicBezTo>
                    <a:pt x="2942556" y="347585"/>
                    <a:pt x="2465220" y="-46744"/>
                    <a:pt x="1927572" y="4475"/>
                  </a:cubicBezTo>
                  <a:cubicBezTo>
                    <a:pt x="1581262" y="37463"/>
                    <a:pt x="1278551" y="251947"/>
                    <a:pt x="1132616" y="567733"/>
                  </a:cubicBezTo>
                  <a:cubicBezTo>
                    <a:pt x="771282" y="359332"/>
                    <a:pt x="309421" y="483310"/>
                    <a:pt x="101020" y="844637"/>
                  </a:cubicBezTo>
                  <a:cubicBezTo>
                    <a:pt x="4055" y="1012760"/>
                    <a:pt x="-24469" y="1211756"/>
                    <a:pt x="21366" y="140034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79"/>
            <p:cNvSpPr/>
            <p:nvPr/>
          </p:nvSpPr>
          <p:spPr>
            <a:xfrm flipH="1">
              <a:off x="2057325" y="4709438"/>
              <a:ext cx="941819" cy="431431"/>
            </a:xfrm>
            <a:custGeom>
              <a:avLst/>
              <a:gdLst/>
              <a:ahLst/>
              <a:cxnLst/>
              <a:rect l="l" t="t" r="r" b="b"/>
              <a:pathLst>
                <a:path w="2580326" h="1182002" extrusionOk="0">
                  <a:moveTo>
                    <a:pt x="2518156" y="1182003"/>
                  </a:moveTo>
                  <a:cubicBezTo>
                    <a:pt x="2695257" y="740671"/>
                    <a:pt x="2481072" y="239313"/>
                    <a:pt x="2039747" y="62186"/>
                  </a:cubicBezTo>
                  <a:cubicBezTo>
                    <a:pt x="1598422" y="-114941"/>
                    <a:pt x="1097089" y="99239"/>
                    <a:pt x="919925" y="540570"/>
                  </a:cubicBezTo>
                  <a:cubicBezTo>
                    <a:pt x="906018" y="575279"/>
                    <a:pt x="894397" y="610858"/>
                    <a:pt x="885063" y="647079"/>
                  </a:cubicBezTo>
                  <a:cubicBezTo>
                    <a:pt x="557213" y="511557"/>
                    <a:pt x="181546" y="667475"/>
                    <a:pt x="46038" y="995338"/>
                  </a:cubicBezTo>
                  <a:cubicBezTo>
                    <a:pt x="21399" y="1054901"/>
                    <a:pt x="5905" y="1117823"/>
                    <a:pt x="0" y="118200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79"/>
            <p:cNvSpPr/>
            <p:nvPr/>
          </p:nvSpPr>
          <p:spPr>
            <a:xfrm>
              <a:off x="6498024" y="3944922"/>
              <a:ext cx="3656211" cy="1393342"/>
            </a:xfrm>
            <a:custGeom>
              <a:avLst/>
              <a:gdLst/>
              <a:ahLst/>
              <a:cxnLst/>
              <a:rect l="l" t="t" r="r" b="b"/>
              <a:pathLst>
                <a:path w="3674584" h="1400344" extrusionOk="0">
                  <a:moveTo>
                    <a:pt x="3674585" y="1400345"/>
                  </a:moveTo>
                  <a:cubicBezTo>
                    <a:pt x="3663789" y="1096548"/>
                    <a:pt x="3408773" y="859033"/>
                    <a:pt x="3104926" y="869834"/>
                  </a:cubicBezTo>
                  <a:cubicBezTo>
                    <a:pt x="3067460" y="871168"/>
                    <a:pt x="3030250" y="876324"/>
                    <a:pt x="2993801" y="885233"/>
                  </a:cubicBezTo>
                  <a:cubicBezTo>
                    <a:pt x="2942556" y="347585"/>
                    <a:pt x="2465220" y="-46744"/>
                    <a:pt x="1927572" y="4475"/>
                  </a:cubicBezTo>
                  <a:cubicBezTo>
                    <a:pt x="1581262" y="37463"/>
                    <a:pt x="1278551" y="251947"/>
                    <a:pt x="1132616" y="567733"/>
                  </a:cubicBezTo>
                  <a:cubicBezTo>
                    <a:pt x="771282" y="359332"/>
                    <a:pt x="309421" y="483310"/>
                    <a:pt x="101020" y="844637"/>
                  </a:cubicBezTo>
                  <a:cubicBezTo>
                    <a:pt x="4055" y="1012760"/>
                    <a:pt x="-24469" y="1211756"/>
                    <a:pt x="21366" y="140034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79"/>
            <p:cNvSpPr/>
            <p:nvPr/>
          </p:nvSpPr>
          <p:spPr>
            <a:xfrm flipH="1">
              <a:off x="6348583" y="2926377"/>
              <a:ext cx="4022282" cy="1727094"/>
            </a:xfrm>
            <a:custGeom>
              <a:avLst/>
              <a:gdLst/>
              <a:ahLst/>
              <a:cxnLst/>
              <a:rect l="l" t="t" r="r" b="b"/>
              <a:pathLst>
                <a:path w="5472493" h="2349788" extrusionOk="0">
                  <a:moveTo>
                    <a:pt x="5436617" y="2349535"/>
                  </a:moveTo>
                  <a:cubicBezTo>
                    <a:pt x="5460493" y="2251739"/>
                    <a:pt x="5472557" y="2151434"/>
                    <a:pt x="5472494" y="2050767"/>
                  </a:cubicBezTo>
                  <a:cubicBezTo>
                    <a:pt x="5472494" y="1357538"/>
                    <a:pt x="4910519" y="795563"/>
                    <a:pt x="4217290" y="795563"/>
                  </a:cubicBezTo>
                  <a:cubicBezTo>
                    <a:pt x="4134930" y="795556"/>
                    <a:pt x="4052761" y="803596"/>
                    <a:pt x="3971989" y="819566"/>
                  </a:cubicBezTo>
                  <a:cubicBezTo>
                    <a:pt x="3864356" y="269832"/>
                    <a:pt x="3331401" y="-88551"/>
                    <a:pt x="2781681" y="19095"/>
                  </a:cubicBezTo>
                  <a:cubicBezTo>
                    <a:pt x="2480437" y="78083"/>
                    <a:pt x="2222119" y="270325"/>
                    <a:pt x="2079118" y="541944"/>
                  </a:cubicBezTo>
                  <a:cubicBezTo>
                    <a:pt x="1556068" y="340890"/>
                    <a:pt x="969017" y="601932"/>
                    <a:pt x="767963" y="1125007"/>
                  </a:cubicBezTo>
                  <a:cubicBezTo>
                    <a:pt x="723354" y="1241066"/>
                    <a:pt x="700456" y="1364332"/>
                    <a:pt x="700405" y="1488665"/>
                  </a:cubicBezTo>
                  <a:cubicBezTo>
                    <a:pt x="700405" y="1512097"/>
                    <a:pt x="701294" y="1535274"/>
                    <a:pt x="702818" y="1558515"/>
                  </a:cubicBezTo>
                  <a:cubicBezTo>
                    <a:pt x="367094" y="1509627"/>
                    <a:pt x="55302" y="1742157"/>
                    <a:pt x="6414" y="2077882"/>
                  </a:cubicBezTo>
                  <a:cubicBezTo>
                    <a:pt x="2153" y="2107136"/>
                    <a:pt x="7" y="2136651"/>
                    <a:pt x="0" y="2166211"/>
                  </a:cubicBezTo>
                  <a:cubicBezTo>
                    <a:pt x="-63" y="2228466"/>
                    <a:pt x="9360" y="2290372"/>
                    <a:pt x="27940" y="234978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3" name="Google Shape;283;p79"/>
            <p:cNvGrpSpPr/>
            <p:nvPr/>
          </p:nvGrpSpPr>
          <p:grpSpPr>
            <a:xfrm>
              <a:off x="7817748" y="1079748"/>
              <a:ext cx="408036" cy="4063663"/>
              <a:chOff x="967895" y="415018"/>
              <a:chExt cx="628714" cy="6262387"/>
            </a:xfrm>
          </p:grpSpPr>
          <p:sp>
            <p:nvSpPr>
              <p:cNvPr id="284" name="Google Shape;284;p79"/>
              <p:cNvSpPr/>
              <p:nvPr/>
            </p:nvSpPr>
            <p:spPr>
              <a:xfrm>
                <a:off x="1207111" y="963605"/>
                <a:ext cx="150300" cy="5713800"/>
              </a:xfrm>
              <a:prstGeom prst="trapezoid">
                <a:avLst>
                  <a:gd name="adj" fmla="val 25183"/>
                </a:avLst>
              </a:prstGeom>
              <a:gradFill>
                <a:gsLst>
                  <a:gs pos="0">
                    <a:srgbClr val="FFFFFF">
                      <a:alpha val="15294"/>
                    </a:srgbClr>
                  </a:gs>
                  <a:gs pos="100000">
                    <a:srgbClr val="FFFFFF">
                      <a:alpha val="1529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5" name="Google Shape;285;p79"/>
              <p:cNvGrpSpPr/>
              <p:nvPr/>
            </p:nvGrpSpPr>
            <p:grpSpPr>
              <a:xfrm>
                <a:off x="967895" y="415018"/>
                <a:ext cx="628714" cy="801374"/>
                <a:chOff x="1774126" y="766200"/>
                <a:chExt cx="1582467" cy="2017050"/>
              </a:xfrm>
            </p:grpSpPr>
            <p:sp>
              <p:nvSpPr>
                <p:cNvPr id="286" name="Google Shape;286;p79"/>
                <p:cNvSpPr/>
                <p:nvPr/>
              </p:nvSpPr>
              <p:spPr>
                <a:xfrm>
                  <a:off x="2394628" y="2579744"/>
                  <a:ext cx="341579" cy="20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811" h="163131" extrusionOk="0">
                      <a:moveTo>
                        <a:pt x="20002" y="0"/>
                      </a:moveTo>
                      <a:lnTo>
                        <a:pt x="0" y="120967"/>
                      </a:lnTo>
                      <a:cubicBezTo>
                        <a:pt x="0" y="120967"/>
                        <a:pt x="34798" y="163132"/>
                        <a:pt x="136906" y="163132"/>
                      </a:cubicBezTo>
                      <a:cubicBezTo>
                        <a:pt x="239014" y="163132"/>
                        <a:pt x="273812" y="120967"/>
                        <a:pt x="273812" y="120967"/>
                      </a:cubicBezTo>
                      <a:lnTo>
                        <a:pt x="25381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A7AFCB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7" name="Google Shape;287;p79"/>
                <p:cNvSpPr/>
                <p:nvPr/>
              </p:nvSpPr>
              <p:spPr>
                <a:xfrm>
                  <a:off x="1774126" y="1886912"/>
                  <a:ext cx="638562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73" h="674116" extrusionOk="0">
                      <a:moveTo>
                        <a:pt x="436626" y="414528"/>
                      </a:moveTo>
                      <a:lnTo>
                        <a:pt x="0" y="674116"/>
                      </a:lnTo>
                      <a:cubicBezTo>
                        <a:pt x="0" y="674116"/>
                        <a:pt x="55118" y="297752"/>
                        <a:pt x="230759" y="183261"/>
                      </a:cubicBezTo>
                      <a:lnTo>
                        <a:pt x="51187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566185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8" name="Google Shape;288;p79"/>
                <p:cNvSpPr/>
                <p:nvPr/>
              </p:nvSpPr>
              <p:spPr>
                <a:xfrm>
                  <a:off x="2718110" y="1886912"/>
                  <a:ext cx="638483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10" h="674116" extrusionOk="0">
                      <a:moveTo>
                        <a:pt x="75248" y="414528"/>
                      </a:moveTo>
                      <a:lnTo>
                        <a:pt x="511810" y="674116"/>
                      </a:lnTo>
                      <a:cubicBezTo>
                        <a:pt x="511810" y="674116"/>
                        <a:pt x="456755" y="297752"/>
                        <a:pt x="281114" y="18326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79"/>
                <p:cNvSpPr/>
                <p:nvPr/>
              </p:nvSpPr>
              <p:spPr>
                <a:xfrm>
                  <a:off x="2187286" y="766200"/>
                  <a:ext cx="756210" cy="1882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180" h="1508680" extrusionOk="0">
                      <a:moveTo>
                        <a:pt x="366146" y="30147"/>
                      </a:moveTo>
                      <a:cubicBezTo>
                        <a:pt x="336237" y="-10049"/>
                        <a:pt x="269943" y="-10049"/>
                        <a:pt x="239971" y="30147"/>
                      </a:cubicBezTo>
                      <a:cubicBezTo>
                        <a:pt x="140276" y="164005"/>
                        <a:pt x="-38095" y="453882"/>
                        <a:pt x="7244" y="765794"/>
                      </a:cubicBezTo>
                      <a:lnTo>
                        <a:pt x="84968" y="1391460"/>
                      </a:lnTo>
                      <a:cubicBezTo>
                        <a:pt x="84968" y="1391460"/>
                        <a:pt x="140403" y="1508681"/>
                        <a:pt x="303090" y="1508681"/>
                      </a:cubicBezTo>
                      <a:cubicBezTo>
                        <a:pt x="465777" y="1508681"/>
                        <a:pt x="521213" y="1391460"/>
                        <a:pt x="521213" y="1391460"/>
                      </a:cubicBezTo>
                      <a:lnTo>
                        <a:pt x="598937" y="765794"/>
                      </a:lnTo>
                      <a:cubicBezTo>
                        <a:pt x="644276" y="453882"/>
                        <a:pt x="465904" y="164005"/>
                        <a:pt x="366146" y="3014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6000">
                      <a:srgbClr val="808CAD"/>
                    </a:gs>
                    <a:gs pos="50000">
                      <a:srgbClr val="A7AFCB"/>
                    </a:gs>
                    <a:gs pos="85000">
                      <a:srgbClr val="808CAD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" name="Google Shape;290;p79"/>
                <p:cNvSpPr/>
                <p:nvPr/>
              </p:nvSpPr>
              <p:spPr>
                <a:xfrm>
                  <a:off x="2568529" y="766497"/>
                  <a:ext cx="375239" cy="1881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3" h="1508315" extrusionOk="0">
                      <a:moveTo>
                        <a:pt x="60579" y="29909"/>
                      </a:moveTo>
                      <a:cubicBezTo>
                        <a:pt x="46025" y="11195"/>
                        <a:pt x="23705" y="178"/>
                        <a:pt x="0" y="0"/>
                      </a:cubicBezTo>
                      <a:lnTo>
                        <a:pt x="0" y="1508316"/>
                      </a:lnTo>
                      <a:cubicBezTo>
                        <a:pt x="160718" y="1507109"/>
                        <a:pt x="215900" y="1391222"/>
                        <a:pt x="215900" y="1391222"/>
                      </a:cubicBezTo>
                      <a:lnTo>
                        <a:pt x="293624" y="765556"/>
                      </a:lnTo>
                      <a:cubicBezTo>
                        <a:pt x="338709" y="453644"/>
                        <a:pt x="160338" y="163766"/>
                        <a:pt x="60579" y="29909"/>
                      </a:cubicBezTo>
                      <a:close/>
                    </a:path>
                  </a:pathLst>
                </a:custGeom>
                <a:solidFill>
                  <a:srgbClr val="FFFFFF">
                    <a:alpha val="15294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" name="Google Shape;291;p79"/>
                <p:cNvSpPr/>
                <p:nvPr/>
              </p:nvSpPr>
              <p:spPr>
                <a:xfrm>
                  <a:off x="2353668" y="1074766"/>
                  <a:ext cx="423489" cy="184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470" h="148145" extrusionOk="0">
                      <a:moveTo>
                        <a:pt x="169736" y="78295"/>
                      </a:moveTo>
                      <a:cubicBezTo>
                        <a:pt x="233236" y="78295"/>
                        <a:pt x="292036" y="104457"/>
                        <a:pt x="339471" y="148145"/>
                      </a:cubicBezTo>
                      <a:cubicBezTo>
                        <a:pt x="301752" y="58610"/>
                        <a:pt x="239839" y="0"/>
                        <a:pt x="169736" y="0"/>
                      </a:cubicBezTo>
                      <a:cubicBezTo>
                        <a:pt x="99632" y="0"/>
                        <a:pt x="37719" y="58610"/>
                        <a:pt x="0" y="148145"/>
                      </a:cubicBezTo>
                      <a:cubicBezTo>
                        <a:pt x="47371" y="104457"/>
                        <a:pt x="106045" y="78295"/>
                        <a:pt x="169736" y="7829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" name="Google Shape;292;p79"/>
                <p:cNvSpPr/>
                <p:nvPr/>
              </p:nvSpPr>
              <p:spPr>
                <a:xfrm>
                  <a:off x="2568529" y="1074924"/>
                  <a:ext cx="208654" cy="184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258" h="148082" extrusionOk="0">
                      <a:moveTo>
                        <a:pt x="0" y="78232"/>
                      </a:moveTo>
                      <a:cubicBezTo>
                        <a:pt x="62738" y="78867"/>
                        <a:pt x="120650" y="104839"/>
                        <a:pt x="167259" y="148082"/>
                      </a:cubicBezTo>
                      <a:cubicBezTo>
                        <a:pt x="129985" y="59563"/>
                        <a:pt x="69088" y="1333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" name="Google Shape;293;p79"/>
                <p:cNvSpPr/>
                <p:nvPr/>
              </p:nvSpPr>
              <p:spPr>
                <a:xfrm>
                  <a:off x="2513864" y="1953303"/>
                  <a:ext cx="103138" cy="765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76" h="613536" extrusionOk="0">
                      <a:moveTo>
                        <a:pt x="82677" y="414782"/>
                      </a:moveTo>
                      <a:cubicBezTo>
                        <a:pt x="82677" y="584200"/>
                        <a:pt x="41339" y="613537"/>
                        <a:pt x="41339" y="613537"/>
                      </a:cubicBezTo>
                      <a:cubicBezTo>
                        <a:pt x="41339" y="613537"/>
                        <a:pt x="0" y="584200"/>
                        <a:pt x="0" y="414782"/>
                      </a:cubicBezTo>
                      <a:cubicBezTo>
                        <a:pt x="0" y="245364"/>
                        <a:pt x="41339" y="0"/>
                        <a:pt x="41339" y="0"/>
                      </a:cubicBezTo>
                      <a:cubicBezTo>
                        <a:pt x="41339" y="0"/>
                        <a:pt x="82677" y="245364"/>
                        <a:pt x="82677" y="41478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94" name="Google Shape;294;p79"/>
            <p:cNvGrpSpPr/>
            <p:nvPr/>
          </p:nvGrpSpPr>
          <p:grpSpPr>
            <a:xfrm>
              <a:off x="7200036" y="3718572"/>
              <a:ext cx="284493" cy="1424795"/>
              <a:chOff x="967895" y="415018"/>
              <a:chExt cx="628714" cy="3148718"/>
            </a:xfrm>
          </p:grpSpPr>
          <p:sp>
            <p:nvSpPr>
              <p:cNvPr id="295" name="Google Shape;295;p79"/>
              <p:cNvSpPr/>
              <p:nvPr/>
            </p:nvSpPr>
            <p:spPr>
              <a:xfrm>
                <a:off x="1207096" y="963636"/>
                <a:ext cx="150300" cy="2600100"/>
              </a:xfrm>
              <a:prstGeom prst="trapezoid">
                <a:avLst>
                  <a:gd name="adj" fmla="val 25183"/>
                </a:avLst>
              </a:prstGeom>
              <a:gradFill>
                <a:gsLst>
                  <a:gs pos="0">
                    <a:srgbClr val="FFFFFF">
                      <a:alpha val="15294"/>
                    </a:srgbClr>
                  </a:gs>
                  <a:gs pos="100000">
                    <a:srgbClr val="FFFFFF">
                      <a:alpha val="1529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6" name="Google Shape;296;p79"/>
              <p:cNvGrpSpPr/>
              <p:nvPr/>
            </p:nvGrpSpPr>
            <p:grpSpPr>
              <a:xfrm>
                <a:off x="967895" y="415018"/>
                <a:ext cx="628714" cy="801374"/>
                <a:chOff x="1774126" y="766200"/>
                <a:chExt cx="1582467" cy="2017050"/>
              </a:xfrm>
            </p:grpSpPr>
            <p:sp>
              <p:nvSpPr>
                <p:cNvPr id="297" name="Google Shape;297;p79"/>
                <p:cNvSpPr/>
                <p:nvPr/>
              </p:nvSpPr>
              <p:spPr>
                <a:xfrm>
                  <a:off x="2394628" y="2579744"/>
                  <a:ext cx="341579" cy="20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811" h="163131" extrusionOk="0">
                      <a:moveTo>
                        <a:pt x="20002" y="0"/>
                      </a:moveTo>
                      <a:lnTo>
                        <a:pt x="0" y="120967"/>
                      </a:lnTo>
                      <a:cubicBezTo>
                        <a:pt x="0" y="120967"/>
                        <a:pt x="34798" y="163132"/>
                        <a:pt x="136906" y="163132"/>
                      </a:cubicBezTo>
                      <a:cubicBezTo>
                        <a:pt x="239014" y="163132"/>
                        <a:pt x="273812" y="120967"/>
                        <a:pt x="273812" y="120967"/>
                      </a:cubicBezTo>
                      <a:lnTo>
                        <a:pt x="25381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A7AFCB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79"/>
                <p:cNvSpPr/>
                <p:nvPr/>
              </p:nvSpPr>
              <p:spPr>
                <a:xfrm>
                  <a:off x="1774126" y="1886912"/>
                  <a:ext cx="638562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73" h="674116" extrusionOk="0">
                      <a:moveTo>
                        <a:pt x="436626" y="414528"/>
                      </a:moveTo>
                      <a:lnTo>
                        <a:pt x="0" y="674116"/>
                      </a:lnTo>
                      <a:cubicBezTo>
                        <a:pt x="0" y="674116"/>
                        <a:pt x="55118" y="297752"/>
                        <a:pt x="230759" y="183261"/>
                      </a:cubicBezTo>
                      <a:lnTo>
                        <a:pt x="51187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566185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79"/>
                <p:cNvSpPr/>
                <p:nvPr/>
              </p:nvSpPr>
              <p:spPr>
                <a:xfrm>
                  <a:off x="2718110" y="1886912"/>
                  <a:ext cx="638483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10" h="674116" extrusionOk="0">
                      <a:moveTo>
                        <a:pt x="75248" y="414528"/>
                      </a:moveTo>
                      <a:lnTo>
                        <a:pt x="511810" y="674116"/>
                      </a:lnTo>
                      <a:cubicBezTo>
                        <a:pt x="511810" y="674116"/>
                        <a:pt x="456755" y="297752"/>
                        <a:pt x="281114" y="18326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79"/>
                <p:cNvSpPr/>
                <p:nvPr/>
              </p:nvSpPr>
              <p:spPr>
                <a:xfrm>
                  <a:off x="2187286" y="766200"/>
                  <a:ext cx="756210" cy="1882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180" h="1508680" extrusionOk="0">
                      <a:moveTo>
                        <a:pt x="366146" y="30147"/>
                      </a:moveTo>
                      <a:cubicBezTo>
                        <a:pt x="336237" y="-10049"/>
                        <a:pt x="269943" y="-10049"/>
                        <a:pt x="239971" y="30147"/>
                      </a:cubicBezTo>
                      <a:cubicBezTo>
                        <a:pt x="140276" y="164005"/>
                        <a:pt x="-38095" y="453882"/>
                        <a:pt x="7244" y="765794"/>
                      </a:cubicBezTo>
                      <a:lnTo>
                        <a:pt x="84968" y="1391460"/>
                      </a:lnTo>
                      <a:cubicBezTo>
                        <a:pt x="84968" y="1391460"/>
                        <a:pt x="140403" y="1508681"/>
                        <a:pt x="303090" y="1508681"/>
                      </a:cubicBezTo>
                      <a:cubicBezTo>
                        <a:pt x="465777" y="1508681"/>
                        <a:pt x="521213" y="1391460"/>
                        <a:pt x="521213" y="1391460"/>
                      </a:cubicBezTo>
                      <a:lnTo>
                        <a:pt x="598937" y="765794"/>
                      </a:lnTo>
                      <a:cubicBezTo>
                        <a:pt x="644276" y="453882"/>
                        <a:pt x="465904" y="164005"/>
                        <a:pt x="366146" y="3014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6000">
                      <a:srgbClr val="808CAD"/>
                    </a:gs>
                    <a:gs pos="50000">
                      <a:srgbClr val="A7AFCB"/>
                    </a:gs>
                    <a:gs pos="85000">
                      <a:srgbClr val="808CAD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79"/>
                <p:cNvSpPr/>
                <p:nvPr/>
              </p:nvSpPr>
              <p:spPr>
                <a:xfrm>
                  <a:off x="2568529" y="766497"/>
                  <a:ext cx="375239" cy="1881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3" h="1508315" extrusionOk="0">
                      <a:moveTo>
                        <a:pt x="60579" y="29909"/>
                      </a:moveTo>
                      <a:cubicBezTo>
                        <a:pt x="46025" y="11195"/>
                        <a:pt x="23705" y="178"/>
                        <a:pt x="0" y="0"/>
                      </a:cubicBezTo>
                      <a:lnTo>
                        <a:pt x="0" y="1508316"/>
                      </a:lnTo>
                      <a:cubicBezTo>
                        <a:pt x="160718" y="1507109"/>
                        <a:pt x="215900" y="1391222"/>
                        <a:pt x="215900" y="1391222"/>
                      </a:cubicBezTo>
                      <a:lnTo>
                        <a:pt x="293624" y="765556"/>
                      </a:lnTo>
                      <a:cubicBezTo>
                        <a:pt x="338709" y="453644"/>
                        <a:pt x="160338" y="163766"/>
                        <a:pt x="60579" y="29909"/>
                      </a:cubicBezTo>
                      <a:close/>
                    </a:path>
                  </a:pathLst>
                </a:custGeom>
                <a:solidFill>
                  <a:srgbClr val="FFFFFF">
                    <a:alpha val="15294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79"/>
                <p:cNvSpPr/>
                <p:nvPr/>
              </p:nvSpPr>
              <p:spPr>
                <a:xfrm>
                  <a:off x="2353668" y="1074766"/>
                  <a:ext cx="423489" cy="184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470" h="148145" extrusionOk="0">
                      <a:moveTo>
                        <a:pt x="169736" y="78295"/>
                      </a:moveTo>
                      <a:cubicBezTo>
                        <a:pt x="233236" y="78295"/>
                        <a:pt x="292036" y="104457"/>
                        <a:pt x="339471" y="148145"/>
                      </a:cubicBezTo>
                      <a:cubicBezTo>
                        <a:pt x="301752" y="58610"/>
                        <a:pt x="239839" y="0"/>
                        <a:pt x="169736" y="0"/>
                      </a:cubicBezTo>
                      <a:cubicBezTo>
                        <a:pt x="99632" y="0"/>
                        <a:pt x="37719" y="58610"/>
                        <a:pt x="0" y="148145"/>
                      </a:cubicBezTo>
                      <a:cubicBezTo>
                        <a:pt x="47371" y="104457"/>
                        <a:pt x="106045" y="78295"/>
                        <a:pt x="169736" y="7829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" name="Google Shape;303;p79"/>
                <p:cNvSpPr/>
                <p:nvPr/>
              </p:nvSpPr>
              <p:spPr>
                <a:xfrm>
                  <a:off x="2568529" y="1074924"/>
                  <a:ext cx="208654" cy="184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258" h="148082" extrusionOk="0">
                      <a:moveTo>
                        <a:pt x="0" y="78232"/>
                      </a:moveTo>
                      <a:cubicBezTo>
                        <a:pt x="62738" y="78867"/>
                        <a:pt x="120650" y="104839"/>
                        <a:pt x="167259" y="148082"/>
                      </a:cubicBezTo>
                      <a:cubicBezTo>
                        <a:pt x="129985" y="59563"/>
                        <a:pt x="69088" y="1333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" name="Google Shape;304;p79"/>
                <p:cNvSpPr/>
                <p:nvPr/>
              </p:nvSpPr>
              <p:spPr>
                <a:xfrm>
                  <a:off x="2513864" y="1953303"/>
                  <a:ext cx="103138" cy="765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76" h="613536" extrusionOk="0">
                      <a:moveTo>
                        <a:pt x="82677" y="414782"/>
                      </a:moveTo>
                      <a:cubicBezTo>
                        <a:pt x="82677" y="584200"/>
                        <a:pt x="41339" y="613537"/>
                        <a:pt x="41339" y="613537"/>
                      </a:cubicBezTo>
                      <a:cubicBezTo>
                        <a:pt x="41339" y="613537"/>
                        <a:pt x="0" y="584200"/>
                        <a:pt x="0" y="414782"/>
                      </a:cubicBezTo>
                      <a:cubicBezTo>
                        <a:pt x="0" y="245364"/>
                        <a:pt x="41339" y="0"/>
                        <a:pt x="41339" y="0"/>
                      </a:cubicBezTo>
                      <a:cubicBezTo>
                        <a:pt x="41339" y="0"/>
                        <a:pt x="82677" y="245364"/>
                        <a:pt x="82677" y="41478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05" name="Google Shape;305;p79"/>
            <p:cNvGrpSpPr/>
            <p:nvPr/>
          </p:nvGrpSpPr>
          <p:grpSpPr>
            <a:xfrm>
              <a:off x="8299552" y="3133869"/>
              <a:ext cx="333219" cy="2017815"/>
              <a:chOff x="967895" y="415018"/>
              <a:chExt cx="628714" cy="3807197"/>
            </a:xfrm>
          </p:grpSpPr>
          <p:sp>
            <p:nvSpPr>
              <p:cNvPr id="306" name="Google Shape;306;p79"/>
              <p:cNvSpPr/>
              <p:nvPr/>
            </p:nvSpPr>
            <p:spPr>
              <a:xfrm>
                <a:off x="1207136" y="963615"/>
                <a:ext cx="150300" cy="3258600"/>
              </a:xfrm>
              <a:prstGeom prst="trapezoid">
                <a:avLst>
                  <a:gd name="adj" fmla="val 25183"/>
                </a:avLst>
              </a:prstGeom>
              <a:gradFill>
                <a:gsLst>
                  <a:gs pos="0">
                    <a:srgbClr val="FFFFFF">
                      <a:alpha val="15294"/>
                    </a:srgbClr>
                  </a:gs>
                  <a:gs pos="100000">
                    <a:srgbClr val="FFFFFF">
                      <a:alpha val="1529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7" name="Google Shape;307;p79"/>
              <p:cNvGrpSpPr/>
              <p:nvPr/>
            </p:nvGrpSpPr>
            <p:grpSpPr>
              <a:xfrm>
                <a:off x="967895" y="415018"/>
                <a:ext cx="628714" cy="801374"/>
                <a:chOff x="1774126" y="766200"/>
                <a:chExt cx="1582467" cy="2017050"/>
              </a:xfrm>
            </p:grpSpPr>
            <p:sp>
              <p:nvSpPr>
                <p:cNvPr id="308" name="Google Shape;308;p79"/>
                <p:cNvSpPr/>
                <p:nvPr/>
              </p:nvSpPr>
              <p:spPr>
                <a:xfrm>
                  <a:off x="2394628" y="2579744"/>
                  <a:ext cx="341579" cy="20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811" h="163131" extrusionOk="0">
                      <a:moveTo>
                        <a:pt x="20002" y="0"/>
                      </a:moveTo>
                      <a:lnTo>
                        <a:pt x="0" y="120967"/>
                      </a:lnTo>
                      <a:cubicBezTo>
                        <a:pt x="0" y="120967"/>
                        <a:pt x="34798" y="163132"/>
                        <a:pt x="136906" y="163132"/>
                      </a:cubicBezTo>
                      <a:cubicBezTo>
                        <a:pt x="239014" y="163132"/>
                        <a:pt x="273812" y="120967"/>
                        <a:pt x="273812" y="120967"/>
                      </a:cubicBezTo>
                      <a:lnTo>
                        <a:pt x="25381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A7AFCB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" name="Google Shape;309;p79"/>
                <p:cNvSpPr/>
                <p:nvPr/>
              </p:nvSpPr>
              <p:spPr>
                <a:xfrm>
                  <a:off x="1774126" y="1886912"/>
                  <a:ext cx="638562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73" h="674116" extrusionOk="0">
                      <a:moveTo>
                        <a:pt x="436626" y="414528"/>
                      </a:moveTo>
                      <a:lnTo>
                        <a:pt x="0" y="674116"/>
                      </a:lnTo>
                      <a:cubicBezTo>
                        <a:pt x="0" y="674116"/>
                        <a:pt x="55118" y="297752"/>
                        <a:pt x="230759" y="183261"/>
                      </a:cubicBezTo>
                      <a:lnTo>
                        <a:pt x="51187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566185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" name="Google Shape;310;p79"/>
                <p:cNvSpPr/>
                <p:nvPr/>
              </p:nvSpPr>
              <p:spPr>
                <a:xfrm>
                  <a:off x="2718110" y="1886912"/>
                  <a:ext cx="638483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10" h="674116" extrusionOk="0">
                      <a:moveTo>
                        <a:pt x="75248" y="414528"/>
                      </a:moveTo>
                      <a:lnTo>
                        <a:pt x="511810" y="674116"/>
                      </a:lnTo>
                      <a:cubicBezTo>
                        <a:pt x="511810" y="674116"/>
                        <a:pt x="456755" y="297752"/>
                        <a:pt x="281114" y="18326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" name="Google Shape;311;p79"/>
                <p:cNvSpPr/>
                <p:nvPr/>
              </p:nvSpPr>
              <p:spPr>
                <a:xfrm>
                  <a:off x="2187286" y="766200"/>
                  <a:ext cx="756210" cy="1882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180" h="1508680" extrusionOk="0">
                      <a:moveTo>
                        <a:pt x="366146" y="30147"/>
                      </a:moveTo>
                      <a:cubicBezTo>
                        <a:pt x="336237" y="-10049"/>
                        <a:pt x="269943" y="-10049"/>
                        <a:pt x="239971" y="30147"/>
                      </a:cubicBezTo>
                      <a:cubicBezTo>
                        <a:pt x="140276" y="164005"/>
                        <a:pt x="-38095" y="453882"/>
                        <a:pt x="7244" y="765794"/>
                      </a:cubicBezTo>
                      <a:lnTo>
                        <a:pt x="84968" y="1391460"/>
                      </a:lnTo>
                      <a:cubicBezTo>
                        <a:pt x="84968" y="1391460"/>
                        <a:pt x="140403" y="1508681"/>
                        <a:pt x="303090" y="1508681"/>
                      </a:cubicBezTo>
                      <a:cubicBezTo>
                        <a:pt x="465777" y="1508681"/>
                        <a:pt x="521213" y="1391460"/>
                        <a:pt x="521213" y="1391460"/>
                      </a:cubicBezTo>
                      <a:lnTo>
                        <a:pt x="598937" y="765794"/>
                      </a:lnTo>
                      <a:cubicBezTo>
                        <a:pt x="644276" y="453882"/>
                        <a:pt x="465904" y="164005"/>
                        <a:pt x="366146" y="3014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6000">
                      <a:srgbClr val="808CAD"/>
                    </a:gs>
                    <a:gs pos="50000">
                      <a:srgbClr val="A7AFCB"/>
                    </a:gs>
                    <a:gs pos="85000">
                      <a:srgbClr val="808CAD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" name="Google Shape;312;p79"/>
                <p:cNvSpPr/>
                <p:nvPr/>
              </p:nvSpPr>
              <p:spPr>
                <a:xfrm>
                  <a:off x="2568529" y="766497"/>
                  <a:ext cx="375239" cy="1881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3" h="1508315" extrusionOk="0">
                      <a:moveTo>
                        <a:pt x="60579" y="29909"/>
                      </a:moveTo>
                      <a:cubicBezTo>
                        <a:pt x="46025" y="11195"/>
                        <a:pt x="23705" y="178"/>
                        <a:pt x="0" y="0"/>
                      </a:cubicBezTo>
                      <a:lnTo>
                        <a:pt x="0" y="1508316"/>
                      </a:lnTo>
                      <a:cubicBezTo>
                        <a:pt x="160718" y="1507109"/>
                        <a:pt x="215900" y="1391222"/>
                        <a:pt x="215900" y="1391222"/>
                      </a:cubicBezTo>
                      <a:lnTo>
                        <a:pt x="293624" y="765556"/>
                      </a:lnTo>
                      <a:cubicBezTo>
                        <a:pt x="338709" y="453644"/>
                        <a:pt x="160338" y="163766"/>
                        <a:pt x="60579" y="29909"/>
                      </a:cubicBezTo>
                      <a:close/>
                    </a:path>
                  </a:pathLst>
                </a:custGeom>
                <a:solidFill>
                  <a:srgbClr val="FFFFFF">
                    <a:alpha val="15294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79"/>
                <p:cNvSpPr/>
                <p:nvPr/>
              </p:nvSpPr>
              <p:spPr>
                <a:xfrm>
                  <a:off x="2353668" y="1074766"/>
                  <a:ext cx="423489" cy="184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470" h="148145" extrusionOk="0">
                      <a:moveTo>
                        <a:pt x="169736" y="78295"/>
                      </a:moveTo>
                      <a:cubicBezTo>
                        <a:pt x="233236" y="78295"/>
                        <a:pt x="292036" y="104457"/>
                        <a:pt x="339471" y="148145"/>
                      </a:cubicBezTo>
                      <a:cubicBezTo>
                        <a:pt x="301752" y="58610"/>
                        <a:pt x="239839" y="0"/>
                        <a:pt x="169736" y="0"/>
                      </a:cubicBezTo>
                      <a:cubicBezTo>
                        <a:pt x="99632" y="0"/>
                        <a:pt x="37719" y="58610"/>
                        <a:pt x="0" y="148145"/>
                      </a:cubicBezTo>
                      <a:cubicBezTo>
                        <a:pt x="47371" y="104457"/>
                        <a:pt x="106045" y="78295"/>
                        <a:pt x="169736" y="7829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79"/>
                <p:cNvSpPr/>
                <p:nvPr/>
              </p:nvSpPr>
              <p:spPr>
                <a:xfrm>
                  <a:off x="2568529" y="1074924"/>
                  <a:ext cx="208654" cy="184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258" h="148082" extrusionOk="0">
                      <a:moveTo>
                        <a:pt x="0" y="78232"/>
                      </a:moveTo>
                      <a:cubicBezTo>
                        <a:pt x="62738" y="78867"/>
                        <a:pt x="120650" y="104839"/>
                        <a:pt x="167259" y="148082"/>
                      </a:cubicBezTo>
                      <a:cubicBezTo>
                        <a:pt x="129985" y="59563"/>
                        <a:pt x="69088" y="1333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79"/>
                <p:cNvSpPr/>
                <p:nvPr/>
              </p:nvSpPr>
              <p:spPr>
                <a:xfrm>
                  <a:off x="2513864" y="1953303"/>
                  <a:ext cx="103138" cy="765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76" h="613536" extrusionOk="0">
                      <a:moveTo>
                        <a:pt x="82677" y="414782"/>
                      </a:moveTo>
                      <a:cubicBezTo>
                        <a:pt x="82677" y="584200"/>
                        <a:pt x="41339" y="613537"/>
                        <a:pt x="41339" y="613537"/>
                      </a:cubicBezTo>
                      <a:cubicBezTo>
                        <a:pt x="41339" y="613537"/>
                        <a:pt x="0" y="584200"/>
                        <a:pt x="0" y="414782"/>
                      </a:cubicBezTo>
                      <a:cubicBezTo>
                        <a:pt x="0" y="245364"/>
                        <a:pt x="41339" y="0"/>
                        <a:pt x="41339" y="0"/>
                      </a:cubicBezTo>
                      <a:cubicBezTo>
                        <a:pt x="41339" y="0"/>
                        <a:pt x="82677" y="245364"/>
                        <a:pt x="82677" y="41478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16" name="Google Shape;316;p79"/>
            <p:cNvGrpSpPr/>
            <p:nvPr/>
          </p:nvGrpSpPr>
          <p:grpSpPr>
            <a:xfrm>
              <a:off x="104275" y="50550"/>
              <a:ext cx="8948150" cy="772675"/>
              <a:chOff x="104275" y="50550"/>
              <a:chExt cx="8948150" cy="772675"/>
            </a:xfrm>
          </p:grpSpPr>
          <p:sp>
            <p:nvSpPr>
              <p:cNvPr id="317" name="Google Shape;317;p79"/>
              <p:cNvSpPr/>
              <p:nvPr/>
            </p:nvSpPr>
            <p:spPr>
              <a:xfrm>
                <a:off x="8694850" y="1143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79"/>
              <p:cNvSpPr/>
              <p:nvPr/>
            </p:nvSpPr>
            <p:spPr>
              <a:xfrm>
                <a:off x="5156375" y="146713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79"/>
              <p:cNvSpPr/>
              <p:nvPr/>
            </p:nvSpPr>
            <p:spPr>
              <a:xfrm>
                <a:off x="7219963" y="349471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79"/>
              <p:cNvSpPr/>
              <p:nvPr/>
            </p:nvSpPr>
            <p:spPr>
              <a:xfrm>
                <a:off x="7252363" y="114324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79"/>
              <p:cNvSpPr/>
              <p:nvPr/>
            </p:nvSpPr>
            <p:spPr>
              <a:xfrm>
                <a:off x="7998675" y="226350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79"/>
              <p:cNvSpPr/>
              <p:nvPr/>
            </p:nvSpPr>
            <p:spPr>
              <a:xfrm>
                <a:off x="6352675" y="1143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79"/>
              <p:cNvSpPr/>
              <p:nvPr/>
            </p:nvSpPr>
            <p:spPr>
              <a:xfrm>
                <a:off x="3736700" y="30070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79"/>
              <p:cNvSpPr/>
              <p:nvPr/>
            </p:nvSpPr>
            <p:spPr>
              <a:xfrm>
                <a:off x="2805625" y="30070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79"/>
              <p:cNvSpPr/>
              <p:nvPr/>
            </p:nvSpPr>
            <p:spPr>
              <a:xfrm>
                <a:off x="1913750" y="30070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79"/>
              <p:cNvSpPr/>
              <p:nvPr/>
            </p:nvSpPr>
            <p:spPr>
              <a:xfrm>
                <a:off x="3266675" y="11432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79"/>
              <p:cNvSpPr/>
              <p:nvPr/>
            </p:nvSpPr>
            <p:spPr>
              <a:xfrm>
                <a:off x="262050" y="1143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79"/>
              <p:cNvSpPr/>
              <p:nvPr/>
            </p:nvSpPr>
            <p:spPr>
              <a:xfrm>
                <a:off x="1279125" y="22082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79"/>
              <p:cNvSpPr/>
              <p:nvPr/>
            </p:nvSpPr>
            <p:spPr>
              <a:xfrm>
                <a:off x="1055175" y="47235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79"/>
              <p:cNvSpPr/>
              <p:nvPr/>
            </p:nvSpPr>
            <p:spPr>
              <a:xfrm>
                <a:off x="872350" y="352353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79"/>
              <p:cNvSpPr/>
              <p:nvPr/>
            </p:nvSpPr>
            <p:spPr>
              <a:xfrm>
                <a:off x="7014788" y="260903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79"/>
              <p:cNvSpPr/>
              <p:nvPr/>
            </p:nvSpPr>
            <p:spPr>
              <a:xfrm>
                <a:off x="8777500" y="319953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79"/>
              <p:cNvSpPr/>
              <p:nvPr/>
            </p:nvSpPr>
            <p:spPr>
              <a:xfrm>
                <a:off x="4467225" y="191303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79"/>
              <p:cNvSpPr/>
              <p:nvPr/>
            </p:nvSpPr>
            <p:spPr>
              <a:xfrm>
                <a:off x="2601875" y="196828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79"/>
              <p:cNvSpPr/>
              <p:nvPr/>
            </p:nvSpPr>
            <p:spPr>
              <a:xfrm>
                <a:off x="5288025" y="22635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79"/>
              <p:cNvSpPr/>
              <p:nvPr/>
            </p:nvSpPr>
            <p:spPr>
              <a:xfrm>
                <a:off x="5948425" y="38187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79"/>
              <p:cNvSpPr/>
              <p:nvPr/>
            </p:nvSpPr>
            <p:spPr>
              <a:xfrm>
                <a:off x="9020025" y="41427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79"/>
              <p:cNvSpPr/>
              <p:nvPr/>
            </p:nvSpPr>
            <p:spPr>
              <a:xfrm>
                <a:off x="1588200" y="5055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79"/>
              <p:cNvSpPr/>
              <p:nvPr/>
            </p:nvSpPr>
            <p:spPr>
              <a:xfrm>
                <a:off x="3636675" y="47235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79"/>
              <p:cNvSpPr/>
              <p:nvPr/>
            </p:nvSpPr>
            <p:spPr>
              <a:xfrm>
                <a:off x="104275" y="34947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79"/>
              <p:cNvSpPr/>
              <p:nvPr/>
            </p:nvSpPr>
            <p:spPr>
              <a:xfrm>
                <a:off x="4558675" y="300700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79"/>
              <p:cNvSpPr/>
              <p:nvPr/>
            </p:nvSpPr>
            <p:spPr>
              <a:xfrm>
                <a:off x="6054325" y="29042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79"/>
              <p:cNvSpPr/>
              <p:nvPr/>
            </p:nvSpPr>
            <p:spPr>
              <a:xfrm>
                <a:off x="8181475" y="2904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79"/>
              <p:cNvSpPr/>
              <p:nvPr/>
            </p:nvSpPr>
            <p:spPr>
              <a:xfrm>
                <a:off x="6024800" y="442828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79"/>
              <p:cNvSpPr/>
              <p:nvPr/>
            </p:nvSpPr>
            <p:spPr>
              <a:xfrm>
                <a:off x="2292625" y="63197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79"/>
              <p:cNvSpPr/>
              <p:nvPr/>
            </p:nvSpPr>
            <p:spPr>
              <a:xfrm>
                <a:off x="5464400" y="71997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79"/>
              <p:cNvSpPr/>
              <p:nvPr/>
            </p:nvSpPr>
            <p:spPr>
              <a:xfrm>
                <a:off x="294450" y="71997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79"/>
              <p:cNvSpPr/>
              <p:nvPr/>
            </p:nvSpPr>
            <p:spPr>
              <a:xfrm>
                <a:off x="7822650" y="63197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79"/>
              <p:cNvSpPr/>
              <p:nvPr/>
            </p:nvSpPr>
            <p:spPr>
              <a:xfrm>
                <a:off x="8583225" y="7908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0" name="Google Shape;350;p79"/>
          <p:cNvSpPr txBox="1">
            <a:spLocks noGrp="1"/>
          </p:cNvSpPr>
          <p:nvPr>
            <p:ph type="title"/>
          </p:nvPr>
        </p:nvSpPr>
        <p:spPr>
          <a:xfrm>
            <a:off x="1140400" y="1114667"/>
            <a:ext cx="83212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79"/>
          <p:cNvSpPr txBox="1">
            <a:spLocks noGrp="1"/>
          </p:cNvSpPr>
          <p:nvPr>
            <p:ph type="body" idx="1"/>
          </p:nvPr>
        </p:nvSpPr>
        <p:spPr>
          <a:xfrm>
            <a:off x="1140400" y="2071767"/>
            <a:ext cx="8321200" cy="3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➢"/>
              <a:defRPr/>
            </a:lvl1pPr>
            <a:lvl2pPr marL="914400" lvl="1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▻"/>
              <a:defRPr/>
            </a:lvl2pPr>
            <a:lvl3pPr marL="1371600" lvl="2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/>
            </a:lvl3pPr>
            <a:lvl4pPr marL="1828800" lvl="3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/>
            </a:lvl4pPr>
            <a:lvl5pPr marL="2286000" lvl="4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/>
            </a:lvl5pPr>
            <a:lvl6pPr marL="2743200" lvl="5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/>
            </a:lvl6pPr>
            <a:lvl7pPr marL="3200400" lvl="6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/>
            </a:lvl7pPr>
            <a:lvl8pPr marL="3657600" lvl="7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/>
            </a:lvl8pPr>
            <a:lvl9pPr marL="4114800" lvl="8" indent="-368300" algn="l">
              <a:lnSpc>
                <a:spcPct val="90000"/>
              </a:lnSpc>
              <a:spcBef>
                <a:spcPts val="1067"/>
              </a:spcBef>
              <a:spcAft>
                <a:spcPts val="1067"/>
              </a:spcAft>
              <a:buClr>
                <a:schemeClr val="dk1"/>
              </a:buClr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352" name="Google Shape;352;p79"/>
          <p:cNvSpPr txBox="1">
            <a:spLocks noGrp="1"/>
          </p:cNvSpPr>
          <p:nvPr>
            <p:ph type="sldNum" idx="12"/>
          </p:nvPr>
        </p:nvSpPr>
        <p:spPr>
          <a:xfrm>
            <a:off x="5730200" y="6129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18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6" name="Google Shape;356;p18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8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18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8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18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2" name="Google Shape;362;p18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18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1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7" name="Google Shape;367;p18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8" name="Google Shape;368;p18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18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18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18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4" name="Google Shape;374;p18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5" name="Google Shape;375;p18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18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18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8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18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81" name="Google Shape;381;p18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2" name="Google Shape;382;p18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83" name="Google Shape;383;p18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4" name="Google Shape;384;p18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18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8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8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18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18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8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8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18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18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8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18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99" name="Google Shape;399;p18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00" name="Google Shape;400;p18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18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8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8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8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18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07" name="Google Shape;407;p18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18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9" name="Google Shape;409;p18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9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9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3" name="Google Shape;413;p19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19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19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9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19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9" name="Google Shape;419;p19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0" name="Google Shape;420;p19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19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3">
  <p:cSld name="TITLE + DESIGN 3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92"/>
          <p:cNvSpPr txBox="1">
            <a:spLocks noGrp="1"/>
          </p:cNvSpPr>
          <p:nvPr>
            <p:ph type="title"/>
          </p:nvPr>
        </p:nvSpPr>
        <p:spPr>
          <a:xfrm>
            <a:off x="1542800" y="485800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 2 ">
  <p:cSld name="TITLE + TWO COLUMNS 2 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93"/>
          <p:cNvSpPr txBox="1">
            <a:spLocks noGrp="1"/>
          </p:cNvSpPr>
          <p:nvPr>
            <p:ph type="title"/>
          </p:nvPr>
        </p:nvSpPr>
        <p:spPr>
          <a:xfrm>
            <a:off x="1542800" y="485800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426" name="Google Shape;426;p193"/>
          <p:cNvSpPr txBox="1">
            <a:spLocks noGrp="1"/>
          </p:cNvSpPr>
          <p:nvPr>
            <p:ph type="subTitle" idx="1"/>
          </p:nvPr>
        </p:nvSpPr>
        <p:spPr>
          <a:xfrm>
            <a:off x="6797667" y="2900600"/>
            <a:ext cx="34012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427" name="Google Shape;427;p193"/>
          <p:cNvSpPr txBox="1">
            <a:spLocks noGrp="1"/>
          </p:cNvSpPr>
          <p:nvPr>
            <p:ph type="subTitle" idx="2"/>
          </p:nvPr>
        </p:nvSpPr>
        <p:spPr>
          <a:xfrm>
            <a:off x="6797667" y="4729533"/>
            <a:ext cx="34012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10">
  <p:cSld name="TITLE + DESIGN 10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94"/>
          <p:cNvSpPr txBox="1">
            <a:spLocks noGrp="1"/>
          </p:cNvSpPr>
          <p:nvPr>
            <p:ph type="title"/>
          </p:nvPr>
        </p:nvSpPr>
        <p:spPr>
          <a:xfrm>
            <a:off x="1542800" y="485800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95"/>
          <p:cNvSpPr txBox="1">
            <a:spLocks noGrp="1"/>
          </p:cNvSpPr>
          <p:nvPr>
            <p:ph type="title"/>
          </p:nvPr>
        </p:nvSpPr>
        <p:spPr>
          <a:xfrm>
            <a:off x="1542800" y="485800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432" name="Google Shape;432;p195"/>
          <p:cNvSpPr txBox="1">
            <a:spLocks noGrp="1"/>
          </p:cNvSpPr>
          <p:nvPr>
            <p:ph type="subTitle" idx="1"/>
          </p:nvPr>
        </p:nvSpPr>
        <p:spPr>
          <a:xfrm>
            <a:off x="1709964" y="5440600"/>
            <a:ext cx="22872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433" name="Google Shape;433;p195"/>
          <p:cNvSpPr txBox="1">
            <a:spLocks noGrp="1"/>
          </p:cNvSpPr>
          <p:nvPr>
            <p:ph type="title" idx="2"/>
          </p:nvPr>
        </p:nvSpPr>
        <p:spPr>
          <a:xfrm>
            <a:off x="1516167" y="5061733"/>
            <a:ext cx="2674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434" name="Google Shape;434;p195"/>
          <p:cNvSpPr txBox="1">
            <a:spLocks noGrp="1"/>
          </p:cNvSpPr>
          <p:nvPr>
            <p:ph type="subTitle" idx="3"/>
          </p:nvPr>
        </p:nvSpPr>
        <p:spPr>
          <a:xfrm>
            <a:off x="4952397" y="5440600"/>
            <a:ext cx="22872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435" name="Google Shape;435;p195"/>
          <p:cNvSpPr txBox="1">
            <a:spLocks noGrp="1"/>
          </p:cNvSpPr>
          <p:nvPr>
            <p:ph type="title" idx="4"/>
          </p:nvPr>
        </p:nvSpPr>
        <p:spPr>
          <a:xfrm>
            <a:off x="4758600" y="5061733"/>
            <a:ext cx="2674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436" name="Google Shape;436;p195"/>
          <p:cNvSpPr txBox="1">
            <a:spLocks noGrp="1"/>
          </p:cNvSpPr>
          <p:nvPr>
            <p:ph type="subTitle" idx="5"/>
          </p:nvPr>
        </p:nvSpPr>
        <p:spPr>
          <a:xfrm>
            <a:off x="8194831" y="5440600"/>
            <a:ext cx="22872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437" name="Google Shape;437;p195"/>
          <p:cNvSpPr txBox="1">
            <a:spLocks noGrp="1"/>
          </p:cNvSpPr>
          <p:nvPr>
            <p:ph type="title" idx="6"/>
          </p:nvPr>
        </p:nvSpPr>
        <p:spPr>
          <a:xfrm>
            <a:off x="8001033" y="5061733"/>
            <a:ext cx="2674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96"/>
          <p:cNvSpPr txBox="1">
            <a:spLocks noGrp="1"/>
          </p:cNvSpPr>
          <p:nvPr>
            <p:ph type="body" idx="1"/>
          </p:nvPr>
        </p:nvSpPr>
        <p:spPr>
          <a:xfrm>
            <a:off x="1109249" y="2277548"/>
            <a:ext cx="5234800" cy="3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0" lvl="0" indent="-425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  <a:defRPr sz="2100"/>
            </a:lvl1pPr>
            <a:lvl2pPr marL="914400" lvl="1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0" name="Google Shape;440;p196"/>
          <p:cNvSpPr txBox="1">
            <a:spLocks noGrp="1"/>
          </p:cNvSpPr>
          <p:nvPr>
            <p:ph type="title"/>
          </p:nvPr>
        </p:nvSpPr>
        <p:spPr>
          <a:xfrm>
            <a:off x="960000" y="491767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o de título" type="title">
  <p:cSld name="TITLE">
    <p:bg>
      <p:bgPr>
        <a:gradFill>
          <a:gsLst>
            <a:gs pos="0">
              <a:srgbClr val="FFC993"/>
            </a:gs>
            <a:gs pos="100000">
              <a:srgbClr val="FFB061"/>
            </a:gs>
          </a:gsLst>
          <a:lin ang="5400000" scaled="0"/>
        </a:gra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83" descr="vdsvs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28600"/>
            <a:ext cx="12192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83" descr="vdv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7184" y="4057650"/>
            <a:ext cx="1437216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83" descr="chari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0" y="4495800"/>
            <a:ext cx="42418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83" descr="desk"/>
          <p:cNvPicPr preferRelativeResize="0"/>
          <p:nvPr/>
        </p:nvPicPr>
        <p:blipFill rotWithShape="1">
          <a:blip r:embed="rId5">
            <a:alphaModFix/>
          </a:blip>
          <a:srcRect b="32500"/>
          <a:stretch/>
        </p:blipFill>
        <p:spPr>
          <a:xfrm>
            <a:off x="1625600" y="4800600"/>
            <a:ext cx="93472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83" descr="office_art_calenda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43200" y="5570538"/>
            <a:ext cx="2133600" cy="1287462"/>
          </a:xfrm>
          <a:prstGeom prst="rect">
            <a:avLst/>
          </a:prstGeom>
          <a:noFill/>
          <a:ln>
            <a:noFill/>
          </a:ln>
          <a:effectLst>
            <a:outerShdw dist="53882" dir="2700000" algn="ctr" rotWithShape="0">
              <a:srgbClr val="333333"/>
            </a:outerShdw>
          </a:effectLst>
        </p:spPr>
      </p:pic>
      <p:pic>
        <p:nvPicPr>
          <p:cNvPr id="455" name="Google Shape;455;p83" descr="education_art_awards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23200" y="5715001"/>
            <a:ext cx="2235200" cy="949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333333"/>
            </a:outerShdw>
          </a:effectLst>
        </p:spPr>
      </p:pic>
      <p:pic>
        <p:nvPicPr>
          <p:cNvPr id="456" name="Google Shape;456;p83" descr="dss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30400" y="-304800"/>
            <a:ext cx="8229600" cy="981075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333333">
                <a:alpha val="49019"/>
              </a:srgbClr>
            </a:outerShdw>
          </a:effectLst>
        </p:spPr>
      </p:pic>
      <p:sp>
        <p:nvSpPr>
          <p:cNvPr id="457" name="Google Shape;457;p83"/>
          <p:cNvSpPr txBox="1">
            <a:spLocks noGrp="1"/>
          </p:cNvSpPr>
          <p:nvPr>
            <p:ph type="ctrTitle"/>
          </p:nvPr>
        </p:nvSpPr>
        <p:spPr>
          <a:xfrm>
            <a:off x="914400" y="76200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83"/>
          <p:cNvSpPr txBox="1">
            <a:spLocks noGrp="1"/>
          </p:cNvSpPr>
          <p:nvPr>
            <p:ph type="subTitle" idx="1"/>
          </p:nvPr>
        </p:nvSpPr>
        <p:spPr>
          <a:xfrm>
            <a:off x="1828800" y="2517775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59" name="Google Shape;459;p8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8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8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objecto" type="obj">
  <p:cSld name="OBJECT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32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132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10972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65" name="Google Shape;465;p13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3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3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cção" type="secHead">
  <p:cSld name="SECTION_HEADER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33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33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471" name="Google Shape;471;p13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13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13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Duplo" type="twoObj">
  <p:cSld name="TWO_OBJECTS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34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134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5384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477" name="Google Shape;477;p134"/>
          <p:cNvSpPr txBox="1">
            <a:spLocks noGrp="1"/>
          </p:cNvSpPr>
          <p:nvPr>
            <p:ph type="body" idx="2"/>
          </p:nvPr>
        </p:nvSpPr>
        <p:spPr>
          <a:xfrm>
            <a:off x="6197600" y="1066801"/>
            <a:ext cx="5384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478" name="Google Shape;478;p1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13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13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3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135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84" name="Google Shape;484;p135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85" name="Google Shape;485;p135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86" name="Google Shape;486;p135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87" name="Google Shape;487;p13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135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9" name="Google Shape;489;p13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 título" type="titleOnly">
  <p:cSld name="TITLE_ONLY"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36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2" name="Google Shape;492;p1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13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4" name="Google Shape;494;p13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137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3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38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138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502" name="Google Shape;502;p138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503" name="Google Shape;503;p13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138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13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39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8" name="Google Shape;508;p139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09" name="Google Shape;509;p139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510" name="Google Shape;510;p1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1" name="Google Shape;511;p13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13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40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5" name="Google Shape;515;p140"/>
          <p:cNvSpPr txBox="1">
            <a:spLocks noGrp="1"/>
          </p:cNvSpPr>
          <p:nvPr>
            <p:ph type="body" idx="1"/>
          </p:nvPr>
        </p:nvSpPr>
        <p:spPr>
          <a:xfrm rot="5400000">
            <a:off x="3566318" y="-1889918"/>
            <a:ext cx="50593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16" name="Google Shape;516;p1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7" name="Google Shape;517;p140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8" name="Google Shape;518;p14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e texto" type="vertTitleAndTx">
  <p:cSld name="VERTICAL_TITLE_AND_VERTICAL_TEXT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41"/>
          <p:cNvSpPr txBox="1">
            <a:spLocks noGrp="1"/>
          </p:cNvSpPr>
          <p:nvPr>
            <p:ph type="title"/>
          </p:nvPr>
        </p:nvSpPr>
        <p:spPr>
          <a:xfrm rot="5400000">
            <a:off x="7071519" y="1615282"/>
            <a:ext cx="62785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141"/>
          <p:cNvSpPr txBox="1">
            <a:spLocks noGrp="1"/>
          </p:cNvSpPr>
          <p:nvPr>
            <p:ph type="body" idx="1"/>
          </p:nvPr>
        </p:nvSpPr>
        <p:spPr>
          <a:xfrm rot="5400000">
            <a:off x="1483518" y="-1026318"/>
            <a:ext cx="62785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22" name="Google Shape;522;p1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14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14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o de título" type="title">
  <p:cSld name="TITLE">
    <p:bg>
      <p:bgPr>
        <a:gradFill>
          <a:gsLst>
            <a:gs pos="0">
              <a:srgbClr val="FFC993"/>
            </a:gs>
            <a:gs pos="100000">
              <a:srgbClr val="FFB061"/>
            </a:gs>
          </a:gsLst>
          <a:lin ang="5400000" scaled="0"/>
        </a:gradFill>
        <a:effectLst/>
      </p:bgPr>
    </p:bg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86" descr="vdsvs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28600"/>
            <a:ext cx="12192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86" descr="vdv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7184" y="4057650"/>
            <a:ext cx="1437216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86" descr="chari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0" y="4495800"/>
            <a:ext cx="42418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86" descr="desk"/>
          <p:cNvPicPr preferRelativeResize="0"/>
          <p:nvPr/>
        </p:nvPicPr>
        <p:blipFill rotWithShape="1">
          <a:blip r:embed="rId5">
            <a:alphaModFix/>
          </a:blip>
          <a:srcRect b="32500"/>
          <a:stretch/>
        </p:blipFill>
        <p:spPr>
          <a:xfrm>
            <a:off x="1625600" y="4800600"/>
            <a:ext cx="93472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86" descr="office_art_calenda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43200" y="5570538"/>
            <a:ext cx="2133600" cy="1287462"/>
          </a:xfrm>
          <a:prstGeom prst="rect">
            <a:avLst/>
          </a:prstGeom>
          <a:noFill/>
          <a:ln>
            <a:noFill/>
          </a:ln>
          <a:effectLst>
            <a:outerShdw dist="53882" dir="2700000" algn="ctr" rotWithShape="0">
              <a:srgbClr val="333333"/>
            </a:outerShdw>
          </a:effectLst>
        </p:spPr>
      </p:pic>
      <p:pic>
        <p:nvPicPr>
          <p:cNvPr id="539" name="Google Shape;539;p86" descr="education_art_awards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23200" y="5715001"/>
            <a:ext cx="2235200" cy="949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333333"/>
            </a:outerShdw>
          </a:effectLst>
        </p:spPr>
      </p:pic>
      <p:pic>
        <p:nvPicPr>
          <p:cNvPr id="540" name="Google Shape;540;p86" descr="dss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30400" y="-304800"/>
            <a:ext cx="8229600" cy="981075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333333">
                <a:alpha val="49019"/>
              </a:srgbClr>
            </a:outerShdw>
          </a:effectLst>
        </p:spPr>
      </p:pic>
      <p:sp>
        <p:nvSpPr>
          <p:cNvPr id="541" name="Google Shape;541;p86"/>
          <p:cNvSpPr txBox="1">
            <a:spLocks noGrp="1"/>
          </p:cNvSpPr>
          <p:nvPr>
            <p:ph type="ctrTitle"/>
          </p:nvPr>
        </p:nvSpPr>
        <p:spPr>
          <a:xfrm>
            <a:off x="914400" y="76200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86"/>
          <p:cNvSpPr txBox="1">
            <a:spLocks noGrp="1"/>
          </p:cNvSpPr>
          <p:nvPr>
            <p:ph type="subTitle" idx="1"/>
          </p:nvPr>
        </p:nvSpPr>
        <p:spPr>
          <a:xfrm>
            <a:off x="1828800" y="2517775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43" name="Google Shape;543;p8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8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8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objecto" type="obj">
  <p:cSld name="OBJECT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42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142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10972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49" name="Google Shape;549;p1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0" name="Google Shape;550;p14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1" name="Google Shape;551;p14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cção" type="secHead">
  <p:cSld name="SECTION_HEADER"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43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4" name="Google Shape;554;p143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555" name="Google Shape;555;p14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14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7" name="Google Shape;557;p14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Duplo" type="twoObj">
  <p:cSld name="TWO_OBJECTS"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44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0" name="Google Shape;560;p144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5384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561" name="Google Shape;561;p144"/>
          <p:cNvSpPr txBox="1">
            <a:spLocks noGrp="1"/>
          </p:cNvSpPr>
          <p:nvPr>
            <p:ph type="body" idx="2"/>
          </p:nvPr>
        </p:nvSpPr>
        <p:spPr>
          <a:xfrm>
            <a:off x="6197600" y="1066801"/>
            <a:ext cx="5384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562" name="Google Shape;562;p14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14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4" name="Google Shape;564;p14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4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" name="Google Shape;567;p145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568" name="Google Shape;568;p145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569" name="Google Shape;569;p145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570" name="Google Shape;570;p145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571" name="Google Shape;571;p14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145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14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 título" type="titleOnly">
  <p:cSld name="TITLE_ONLY"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46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6" name="Google Shape;576;p14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14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8" name="Google Shape;578;p14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4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1" name="Google Shape;581;p147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2" name="Google Shape;582;p14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48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5" name="Google Shape;585;p148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586" name="Google Shape;586;p148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587" name="Google Shape;587;p14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8" name="Google Shape;588;p148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14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49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2" name="Google Shape;592;p149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149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594" name="Google Shape;594;p14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5" name="Google Shape;595;p14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6" name="Google Shape;596;p14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50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150"/>
          <p:cNvSpPr txBox="1">
            <a:spLocks noGrp="1"/>
          </p:cNvSpPr>
          <p:nvPr>
            <p:ph type="body" idx="1"/>
          </p:nvPr>
        </p:nvSpPr>
        <p:spPr>
          <a:xfrm rot="5400000">
            <a:off x="3566318" y="-1889918"/>
            <a:ext cx="50593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00" name="Google Shape;600;p15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150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p15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e texto" type="vertTitleAndTx">
  <p:cSld name="VERTICAL_TITLE_AND_VERTICAL_TEXT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51"/>
          <p:cNvSpPr txBox="1">
            <a:spLocks noGrp="1"/>
          </p:cNvSpPr>
          <p:nvPr>
            <p:ph type="title"/>
          </p:nvPr>
        </p:nvSpPr>
        <p:spPr>
          <a:xfrm rot="5400000">
            <a:off x="7071519" y="1615282"/>
            <a:ext cx="62785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151"/>
          <p:cNvSpPr txBox="1">
            <a:spLocks noGrp="1"/>
          </p:cNvSpPr>
          <p:nvPr>
            <p:ph type="body" idx="1"/>
          </p:nvPr>
        </p:nvSpPr>
        <p:spPr>
          <a:xfrm rot="5400000">
            <a:off x="1483518" y="-1026318"/>
            <a:ext cx="62785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06" name="Google Shape;606;p15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7" name="Google Shape;607;p15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8" name="Google Shape;608;p15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o de título" type="title">
  <p:cSld name="TITLE">
    <p:bg>
      <p:bgPr>
        <a:gradFill>
          <a:gsLst>
            <a:gs pos="0">
              <a:srgbClr val="FFC993"/>
            </a:gs>
            <a:gs pos="100000">
              <a:srgbClr val="FFB061"/>
            </a:gs>
          </a:gsLst>
          <a:lin ang="5400000" scaled="0"/>
        </a:gradFill>
        <a:effectLst/>
      </p:bgPr>
    </p:bg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p93" descr="vdsvs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28600"/>
            <a:ext cx="12192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93" descr="vdv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7184" y="4057650"/>
            <a:ext cx="1437216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93" descr="chari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0" y="4495800"/>
            <a:ext cx="42418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93" descr="desk"/>
          <p:cNvPicPr preferRelativeResize="0"/>
          <p:nvPr/>
        </p:nvPicPr>
        <p:blipFill rotWithShape="1">
          <a:blip r:embed="rId5">
            <a:alphaModFix/>
          </a:blip>
          <a:srcRect b="32500"/>
          <a:stretch/>
        </p:blipFill>
        <p:spPr>
          <a:xfrm>
            <a:off x="1625600" y="4800600"/>
            <a:ext cx="93472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93" descr="office_art_calenda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43200" y="5570538"/>
            <a:ext cx="2133600" cy="1287462"/>
          </a:xfrm>
          <a:prstGeom prst="rect">
            <a:avLst/>
          </a:prstGeom>
          <a:noFill/>
          <a:ln>
            <a:noFill/>
          </a:ln>
          <a:effectLst>
            <a:outerShdw dist="53882" dir="2700000" algn="ctr" rotWithShape="0">
              <a:srgbClr val="333333"/>
            </a:outerShdw>
          </a:effectLst>
        </p:spPr>
      </p:pic>
      <p:pic>
        <p:nvPicPr>
          <p:cNvPr id="623" name="Google Shape;623;p93" descr="education_art_awards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23200" y="5715001"/>
            <a:ext cx="2235200" cy="949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333333"/>
            </a:outerShdw>
          </a:effectLst>
        </p:spPr>
      </p:pic>
      <p:pic>
        <p:nvPicPr>
          <p:cNvPr id="624" name="Google Shape;624;p93" descr="dss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30400" y="-304800"/>
            <a:ext cx="8229600" cy="981075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333333">
                <a:alpha val="49019"/>
              </a:srgbClr>
            </a:outerShdw>
          </a:effectLst>
        </p:spPr>
      </p:pic>
      <p:sp>
        <p:nvSpPr>
          <p:cNvPr id="625" name="Google Shape;625;p93"/>
          <p:cNvSpPr txBox="1">
            <a:spLocks noGrp="1"/>
          </p:cNvSpPr>
          <p:nvPr>
            <p:ph type="ctrTitle"/>
          </p:nvPr>
        </p:nvSpPr>
        <p:spPr>
          <a:xfrm>
            <a:off x="914400" y="76200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6" name="Google Shape;626;p93"/>
          <p:cNvSpPr txBox="1">
            <a:spLocks noGrp="1"/>
          </p:cNvSpPr>
          <p:nvPr>
            <p:ph type="subTitle" idx="1"/>
          </p:nvPr>
        </p:nvSpPr>
        <p:spPr>
          <a:xfrm>
            <a:off x="1828800" y="2517775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27" name="Google Shape;627;p9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8" name="Google Shape;628;p9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9" name="Google Shape;629;p9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objecto" type="obj">
  <p:cSld name="OBJECT"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52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152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10972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33" name="Google Shape;633;p15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4" name="Google Shape;634;p15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5" name="Google Shape;635;p15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cção" type="secHead">
  <p:cSld name="SECTION_HEADER"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53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8" name="Google Shape;638;p153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639" name="Google Shape;639;p15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0" name="Google Shape;640;p15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1" name="Google Shape;641;p15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Duplo" type="twoObj">
  <p:cSld name="TWO_OBJECTS"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54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4" name="Google Shape;644;p154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5384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645" name="Google Shape;645;p154"/>
          <p:cNvSpPr txBox="1">
            <a:spLocks noGrp="1"/>
          </p:cNvSpPr>
          <p:nvPr>
            <p:ph type="body" idx="2"/>
          </p:nvPr>
        </p:nvSpPr>
        <p:spPr>
          <a:xfrm>
            <a:off x="6197600" y="1066801"/>
            <a:ext cx="5384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646" name="Google Shape;646;p15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7" name="Google Shape;647;p15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8" name="Google Shape;648;p15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5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1" name="Google Shape;651;p155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652" name="Google Shape;652;p155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653" name="Google Shape;653;p155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654" name="Google Shape;654;p155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655" name="Google Shape;655;p15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6" name="Google Shape;656;p155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7" name="Google Shape;657;p15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 título" type="titleOnly">
  <p:cSld name="TITLE_ONLY"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56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0" name="Google Shape;660;p15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1" name="Google Shape;661;p15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2" name="Google Shape;662;p15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5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5" name="Google Shape;665;p157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6" name="Google Shape;666;p15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58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9" name="Google Shape;669;p158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670" name="Google Shape;670;p158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71" name="Google Shape;671;p15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2" name="Google Shape;672;p158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3" name="Google Shape;673;p15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59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159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7" name="Google Shape;677;p159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78" name="Google Shape;678;p15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15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15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60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3" name="Google Shape;683;p160"/>
          <p:cNvSpPr txBox="1">
            <a:spLocks noGrp="1"/>
          </p:cNvSpPr>
          <p:nvPr>
            <p:ph type="body" idx="1"/>
          </p:nvPr>
        </p:nvSpPr>
        <p:spPr>
          <a:xfrm rot="5400000">
            <a:off x="3566318" y="-1889918"/>
            <a:ext cx="50593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84" name="Google Shape;684;p16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5" name="Google Shape;685;p160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6" name="Google Shape;686;p16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e texto" type="vertTitleAndTx">
  <p:cSld name="VERTICAL_TITLE_AND_VERTICAL_TEXT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61"/>
          <p:cNvSpPr txBox="1">
            <a:spLocks noGrp="1"/>
          </p:cNvSpPr>
          <p:nvPr>
            <p:ph type="title"/>
          </p:nvPr>
        </p:nvSpPr>
        <p:spPr>
          <a:xfrm rot="5400000">
            <a:off x="7071519" y="1615282"/>
            <a:ext cx="62785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9" name="Google Shape;689;p161"/>
          <p:cNvSpPr txBox="1">
            <a:spLocks noGrp="1"/>
          </p:cNvSpPr>
          <p:nvPr>
            <p:ph type="body" idx="1"/>
          </p:nvPr>
        </p:nvSpPr>
        <p:spPr>
          <a:xfrm rot="5400000">
            <a:off x="1483518" y="-1026318"/>
            <a:ext cx="62785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90" name="Google Shape;690;p16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1" name="Google Shape;691;p16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2" name="Google Shape;692;p16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o de título" type="title">
  <p:cSld name="TITLE">
    <p:bg>
      <p:bgPr>
        <a:gradFill>
          <a:gsLst>
            <a:gs pos="0">
              <a:srgbClr val="FFC993"/>
            </a:gs>
            <a:gs pos="100000">
              <a:srgbClr val="FFB061"/>
            </a:gs>
          </a:gsLst>
          <a:lin ang="5400000" scaled="0"/>
        </a:gradFill>
        <a:effectLst/>
      </p:bgPr>
    </p:bg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96" descr="vdsvs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28600"/>
            <a:ext cx="12192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96" descr="vdv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7184" y="4057650"/>
            <a:ext cx="1437216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96" descr="chari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0" y="4495800"/>
            <a:ext cx="42418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96" descr="desk"/>
          <p:cNvPicPr preferRelativeResize="0"/>
          <p:nvPr/>
        </p:nvPicPr>
        <p:blipFill rotWithShape="1">
          <a:blip r:embed="rId5">
            <a:alphaModFix/>
          </a:blip>
          <a:srcRect b="32500"/>
          <a:stretch/>
        </p:blipFill>
        <p:spPr>
          <a:xfrm>
            <a:off x="1625600" y="4800600"/>
            <a:ext cx="93472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96" descr="office_art_calenda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43200" y="5570538"/>
            <a:ext cx="2133600" cy="1287462"/>
          </a:xfrm>
          <a:prstGeom prst="rect">
            <a:avLst/>
          </a:prstGeom>
          <a:noFill/>
          <a:ln>
            <a:noFill/>
          </a:ln>
          <a:effectLst>
            <a:outerShdw dist="53882" dir="2700000" algn="ctr" rotWithShape="0">
              <a:srgbClr val="333333"/>
            </a:outerShdw>
          </a:effectLst>
        </p:spPr>
      </p:pic>
      <p:pic>
        <p:nvPicPr>
          <p:cNvPr id="707" name="Google Shape;707;p96" descr="education_art_awards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23200" y="5715001"/>
            <a:ext cx="2235200" cy="949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333333"/>
            </a:outerShdw>
          </a:effectLst>
        </p:spPr>
      </p:pic>
      <p:pic>
        <p:nvPicPr>
          <p:cNvPr id="708" name="Google Shape;708;p96" descr="dss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30400" y="-304800"/>
            <a:ext cx="8229600" cy="981075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333333">
                <a:alpha val="49019"/>
              </a:srgbClr>
            </a:outerShdw>
          </a:effectLst>
        </p:spPr>
      </p:pic>
      <p:sp>
        <p:nvSpPr>
          <p:cNvPr id="709" name="Google Shape;709;p96"/>
          <p:cNvSpPr txBox="1">
            <a:spLocks noGrp="1"/>
          </p:cNvSpPr>
          <p:nvPr>
            <p:ph type="ctrTitle"/>
          </p:nvPr>
        </p:nvSpPr>
        <p:spPr>
          <a:xfrm>
            <a:off x="914400" y="76200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0" name="Google Shape;710;p96"/>
          <p:cNvSpPr txBox="1">
            <a:spLocks noGrp="1"/>
          </p:cNvSpPr>
          <p:nvPr>
            <p:ph type="subTitle" idx="1"/>
          </p:nvPr>
        </p:nvSpPr>
        <p:spPr>
          <a:xfrm>
            <a:off x="1828800" y="2517775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11" name="Google Shape;711;p9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2" name="Google Shape;712;p9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3" name="Google Shape;713;p9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objecto" type="obj">
  <p:cSld name="OBJECT"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62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6" name="Google Shape;716;p162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10972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17" name="Google Shape;717;p16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8" name="Google Shape;718;p16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16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cção" type="secHead">
  <p:cSld name="SECTION_HEADER"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63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2" name="Google Shape;722;p163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723" name="Google Shape;723;p16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4" name="Google Shape;724;p16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5" name="Google Shape;725;p16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Duplo" type="twoObj">
  <p:cSld name="TWO_OBJECTS"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64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8" name="Google Shape;728;p164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5384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729" name="Google Shape;729;p164"/>
          <p:cNvSpPr txBox="1">
            <a:spLocks noGrp="1"/>
          </p:cNvSpPr>
          <p:nvPr>
            <p:ph type="body" idx="2"/>
          </p:nvPr>
        </p:nvSpPr>
        <p:spPr>
          <a:xfrm>
            <a:off x="6197600" y="1066801"/>
            <a:ext cx="5384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730" name="Google Shape;730;p16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1" name="Google Shape;731;p16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2" name="Google Shape;732;p16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6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165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736" name="Google Shape;736;p165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737" name="Google Shape;737;p165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738" name="Google Shape;738;p165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739" name="Google Shape;739;p16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0" name="Google Shape;740;p165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1" name="Google Shape;741;p16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 título" type="titleOnly">
  <p:cSld name="TITLE_ONLY"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66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4" name="Google Shape;744;p16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6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6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6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9" name="Google Shape;749;p167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0" name="Google Shape;750;p16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68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3" name="Google Shape;753;p168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754" name="Google Shape;754;p168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755" name="Google Shape;755;p16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6" name="Google Shape;756;p168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7" name="Google Shape;757;p16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69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0" name="Google Shape;760;p169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61" name="Google Shape;761;p169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762" name="Google Shape;762;p16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3" name="Google Shape;763;p16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16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70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7" name="Google Shape;767;p170"/>
          <p:cNvSpPr txBox="1">
            <a:spLocks noGrp="1"/>
          </p:cNvSpPr>
          <p:nvPr>
            <p:ph type="body" idx="1"/>
          </p:nvPr>
        </p:nvSpPr>
        <p:spPr>
          <a:xfrm rot="5400000">
            <a:off x="3566318" y="-1889918"/>
            <a:ext cx="50593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68" name="Google Shape;768;p17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9" name="Google Shape;769;p170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17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e texto" type="vertTitleAndTx">
  <p:cSld name="VERTICAL_TITLE_AND_VERTICAL_TEXT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71"/>
          <p:cNvSpPr txBox="1">
            <a:spLocks noGrp="1"/>
          </p:cNvSpPr>
          <p:nvPr>
            <p:ph type="title"/>
          </p:nvPr>
        </p:nvSpPr>
        <p:spPr>
          <a:xfrm rot="5400000">
            <a:off x="7071519" y="1615282"/>
            <a:ext cx="62785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3" name="Google Shape;773;p171"/>
          <p:cNvSpPr txBox="1">
            <a:spLocks noGrp="1"/>
          </p:cNvSpPr>
          <p:nvPr>
            <p:ph type="body" idx="1"/>
          </p:nvPr>
        </p:nvSpPr>
        <p:spPr>
          <a:xfrm rot="5400000">
            <a:off x="1483518" y="-1026318"/>
            <a:ext cx="62785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74" name="Google Shape;774;p17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5" name="Google Shape;775;p17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17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 2 ">
  <p:cSld name="TITLE + TWO COLUMNS 2 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98"/>
          <p:cNvSpPr txBox="1">
            <a:spLocks noGrp="1"/>
          </p:cNvSpPr>
          <p:nvPr>
            <p:ph type="title"/>
          </p:nvPr>
        </p:nvSpPr>
        <p:spPr>
          <a:xfrm>
            <a:off x="1542800" y="485800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785" name="Google Shape;785;p98"/>
          <p:cNvSpPr txBox="1">
            <a:spLocks noGrp="1"/>
          </p:cNvSpPr>
          <p:nvPr>
            <p:ph type="subTitle" idx="1"/>
          </p:nvPr>
        </p:nvSpPr>
        <p:spPr>
          <a:xfrm>
            <a:off x="6797667" y="2900600"/>
            <a:ext cx="34012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786" name="Google Shape;786;p98"/>
          <p:cNvSpPr txBox="1">
            <a:spLocks noGrp="1"/>
          </p:cNvSpPr>
          <p:nvPr>
            <p:ph type="subTitle" idx="2"/>
          </p:nvPr>
        </p:nvSpPr>
        <p:spPr>
          <a:xfrm>
            <a:off x="6797667" y="4729533"/>
            <a:ext cx="34012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9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9" name="Google Shape;789;p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0" name="Google Shape;790;p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1" name="Google Shape;791;p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9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4" name="Google Shape;794;p19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95" name="Google Shape;795;p19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6" name="Google Shape;796;p19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19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9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0" name="Google Shape;800;p19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1" name="Google Shape;801;p19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19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3" name="Google Shape;803;p19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9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6" name="Google Shape;806;p19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07" name="Google Shape;807;p1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1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1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0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2" name="Google Shape;812;p20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3" name="Google Shape;813;p20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4" name="Google Shape;814;p20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20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2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20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9" name="Google Shape;819;p20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0" name="Google Shape;820;p20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1" name="Google Shape;821;p20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2" name="Google Shape;822;p20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3" name="Google Shape;823;p20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4" name="Google Shape;824;p20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5" name="Google Shape;825;p20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20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8" name="Google Shape;828;p20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9" name="Google Shape;829;p20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20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2" name="Google Shape;832;p20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33" name="Google Shape;833;p20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4" name="Google Shape;834;p20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5" name="Google Shape;835;p20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6" name="Google Shape;836;p20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0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9" name="Google Shape;839;p20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40" name="Google Shape;840;p20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1" name="Google Shape;841;p20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20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3" name="Google Shape;843;p20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20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20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7" name="Google Shape;847;p20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8" name="Google Shape;848;p20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9" name="Google Shape;849;p20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20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2" name="Google Shape;852;p20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3" name="Google Shape;853;p20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4" name="Google Shape;854;p20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5" name="Google Shape;855;p20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3">
  <p:cSld name="TITLE + DESIGN 3"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207"/>
          <p:cNvSpPr txBox="1">
            <a:spLocks noGrp="1"/>
          </p:cNvSpPr>
          <p:nvPr>
            <p:ph type="title"/>
          </p:nvPr>
        </p:nvSpPr>
        <p:spPr>
          <a:xfrm>
            <a:off x="1542800" y="485800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10">
  <p:cSld name="TITLE + DESIGN 10"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208"/>
          <p:cNvSpPr txBox="1">
            <a:spLocks noGrp="1"/>
          </p:cNvSpPr>
          <p:nvPr>
            <p:ph type="title"/>
          </p:nvPr>
        </p:nvSpPr>
        <p:spPr>
          <a:xfrm>
            <a:off x="1542800" y="485800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209"/>
          <p:cNvSpPr txBox="1">
            <a:spLocks noGrp="1"/>
          </p:cNvSpPr>
          <p:nvPr>
            <p:ph type="title"/>
          </p:nvPr>
        </p:nvSpPr>
        <p:spPr>
          <a:xfrm>
            <a:off x="1542800" y="485800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862" name="Google Shape;862;p209"/>
          <p:cNvSpPr txBox="1">
            <a:spLocks noGrp="1"/>
          </p:cNvSpPr>
          <p:nvPr>
            <p:ph type="subTitle" idx="1"/>
          </p:nvPr>
        </p:nvSpPr>
        <p:spPr>
          <a:xfrm>
            <a:off x="1709964" y="5440600"/>
            <a:ext cx="22872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863" name="Google Shape;863;p209"/>
          <p:cNvSpPr txBox="1">
            <a:spLocks noGrp="1"/>
          </p:cNvSpPr>
          <p:nvPr>
            <p:ph type="title" idx="2"/>
          </p:nvPr>
        </p:nvSpPr>
        <p:spPr>
          <a:xfrm>
            <a:off x="1516167" y="5061733"/>
            <a:ext cx="2674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864" name="Google Shape;864;p209"/>
          <p:cNvSpPr txBox="1">
            <a:spLocks noGrp="1"/>
          </p:cNvSpPr>
          <p:nvPr>
            <p:ph type="subTitle" idx="3"/>
          </p:nvPr>
        </p:nvSpPr>
        <p:spPr>
          <a:xfrm>
            <a:off x="4952397" y="5440600"/>
            <a:ext cx="22872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865" name="Google Shape;865;p209"/>
          <p:cNvSpPr txBox="1">
            <a:spLocks noGrp="1"/>
          </p:cNvSpPr>
          <p:nvPr>
            <p:ph type="title" idx="4"/>
          </p:nvPr>
        </p:nvSpPr>
        <p:spPr>
          <a:xfrm>
            <a:off x="4758600" y="5061733"/>
            <a:ext cx="2674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866" name="Google Shape;866;p209"/>
          <p:cNvSpPr txBox="1">
            <a:spLocks noGrp="1"/>
          </p:cNvSpPr>
          <p:nvPr>
            <p:ph type="subTitle" idx="5"/>
          </p:nvPr>
        </p:nvSpPr>
        <p:spPr>
          <a:xfrm>
            <a:off x="8194831" y="5440600"/>
            <a:ext cx="22872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867" name="Google Shape;867;p209"/>
          <p:cNvSpPr txBox="1">
            <a:spLocks noGrp="1"/>
          </p:cNvSpPr>
          <p:nvPr>
            <p:ph type="title" idx="6"/>
          </p:nvPr>
        </p:nvSpPr>
        <p:spPr>
          <a:xfrm>
            <a:off x="8001033" y="5061733"/>
            <a:ext cx="2674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210"/>
          <p:cNvSpPr txBox="1">
            <a:spLocks noGrp="1"/>
          </p:cNvSpPr>
          <p:nvPr>
            <p:ph type="body" idx="1"/>
          </p:nvPr>
        </p:nvSpPr>
        <p:spPr>
          <a:xfrm>
            <a:off x="1109249" y="2277548"/>
            <a:ext cx="5234800" cy="3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0" lvl="0" indent="-425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  <a:defRPr sz="2100"/>
            </a:lvl1pPr>
            <a:lvl2pPr marL="914400" lvl="1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0" name="Google Shape;870;p210"/>
          <p:cNvSpPr txBox="1">
            <a:spLocks noGrp="1"/>
          </p:cNvSpPr>
          <p:nvPr>
            <p:ph type="title"/>
          </p:nvPr>
        </p:nvSpPr>
        <p:spPr>
          <a:xfrm>
            <a:off x="960000" y="491767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2" name="Google Shape;872;p211"/>
          <p:cNvGrpSpPr/>
          <p:nvPr/>
        </p:nvGrpSpPr>
        <p:grpSpPr>
          <a:xfrm>
            <a:off x="139034" y="67400"/>
            <a:ext cx="13688787" cy="7050285"/>
            <a:chOff x="104275" y="50550"/>
            <a:chExt cx="10266590" cy="5287714"/>
          </a:xfrm>
        </p:grpSpPr>
        <p:sp>
          <p:nvSpPr>
            <p:cNvPr id="873" name="Google Shape;873;p211"/>
            <p:cNvSpPr/>
            <p:nvPr/>
          </p:nvSpPr>
          <p:spPr>
            <a:xfrm>
              <a:off x="2444298" y="3856703"/>
              <a:ext cx="2558390" cy="1098526"/>
            </a:xfrm>
            <a:custGeom>
              <a:avLst/>
              <a:gdLst/>
              <a:ahLst/>
              <a:cxnLst/>
              <a:rect l="l" t="t" r="r" b="b"/>
              <a:pathLst>
                <a:path w="5472493" h="2349788" extrusionOk="0">
                  <a:moveTo>
                    <a:pt x="5436617" y="2349535"/>
                  </a:moveTo>
                  <a:cubicBezTo>
                    <a:pt x="5460493" y="2251739"/>
                    <a:pt x="5472557" y="2151434"/>
                    <a:pt x="5472494" y="2050767"/>
                  </a:cubicBezTo>
                  <a:cubicBezTo>
                    <a:pt x="5472494" y="1357538"/>
                    <a:pt x="4910519" y="795563"/>
                    <a:pt x="4217290" y="795563"/>
                  </a:cubicBezTo>
                  <a:cubicBezTo>
                    <a:pt x="4134930" y="795556"/>
                    <a:pt x="4052761" y="803596"/>
                    <a:pt x="3971989" y="819566"/>
                  </a:cubicBezTo>
                  <a:cubicBezTo>
                    <a:pt x="3864356" y="269832"/>
                    <a:pt x="3331401" y="-88551"/>
                    <a:pt x="2781681" y="19095"/>
                  </a:cubicBezTo>
                  <a:cubicBezTo>
                    <a:pt x="2480437" y="78083"/>
                    <a:pt x="2222119" y="270325"/>
                    <a:pt x="2079118" y="541944"/>
                  </a:cubicBezTo>
                  <a:cubicBezTo>
                    <a:pt x="1556068" y="340890"/>
                    <a:pt x="969017" y="601932"/>
                    <a:pt x="767963" y="1125007"/>
                  </a:cubicBezTo>
                  <a:cubicBezTo>
                    <a:pt x="723354" y="1241066"/>
                    <a:pt x="700456" y="1364332"/>
                    <a:pt x="700405" y="1488665"/>
                  </a:cubicBezTo>
                  <a:cubicBezTo>
                    <a:pt x="700405" y="1512097"/>
                    <a:pt x="701294" y="1535274"/>
                    <a:pt x="702818" y="1558515"/>
                  </a:cubicBezTo>
                  <a:cubicBezTo>
                    <a:pt x="367094" y="1509627"/>
                    <a:pt x="55302" y="1742157"/>
                    <a:pt x="6414" y="2077882"/>
                  </a:cubicBezTo>
                  <a:cubicBezTo>
                    <a:pt x="2153" y="2107136"/>
                    <a:pt x="7" y="2136651"/>
                    <a:pt x="0" y="2166211"/>
                  </a:cubicBezTo>
                  <a:cubicBezTo>
                    <a:pt x="-63" y="2228466"/>
                    <a:pt x="9360" y="2290372"/>
                    <a:pt x="27940" y="234978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211"/>
            <p:cNvSpPr/>
            <p:nvPr/>
          </p:nvSpPr>
          <p:spPr>
            <a:xfrm>
              <a:off x="5295333" y="4495140"/>
              <a:ext cx="1449771" cy="493781"/>
            </a:xfrm>
            <a:custGeom>
              <a:avLst/>
              <a:gdLst/>
              <a:ahLst/>
              <a:cxnLst/>
              <a:rect l="l" t="t" r="r" b="b"/>
              <a:pathLst>
                <a:path w="2870834" h="977784" extrusionOk="0">
                  <a:moveTo>
                    <a:pt x="2870835" y="977785"/>
                  </a:moveTo>
                  <a:cubicBezTo>
                    <a:pt x="2845943" y="605751"/>
                    <a:pt x="2524252" y="324312"/>
                    <a:pt x="2152206" y="349172"/>
                  </a:cubicBezTo>
                  <a:cubicBezTo>
                    <a:pt x="2121916" y="351192"/>
                    <a:pt x="2091817" y="355256"/>
                    <a:pt x="2062099" y="361326"/>
                  </a:cubicBezTo>
                  <a:cubicBezTo>
                    <a:pt x="1974025" y="87578"/>
                    <a:pt x="1680655" y="-62923"/>
                    <a:pt x="1406906" y="25176"/>
                  </a:cubicBezTo>
                  <a:cubicBezTo>
                    <a:pt x="1329372" y="50126"/>
                    <a:pt x="1258760" y="92925"/>
                    <a:pt x="1200785" y="150125"/>
                  </a:cubicBezTo>
                  <a:cubicBezTo>
                    <a:pt x="925068" y="68357"/>
                    <a:pt x="635318" y="225570"/>
                    <a:pt x="553530" y="501274"/>
                  </a:cubicBezTo>
                  <a:cubicBezTo>
                    <a:pt x="543623" y="534656"/>
                    <a:pt x="537084" y="568952"/>
                    <a:pt x="534035" y="603643"/>
                  </a:cubicBezTo>
                  <a:cubicBezTo>
                    <a:pt x="325882" y="529640"/>
                    <a:pt x="97092" y="638409"/>
                    <a:pt x="23114" y="846587"/>
                  </a:cubicBezTo>
                  <a:cubicBezTo>
                    <a:pt x="8128" y="888726"/>
                    <a:pt x="318" y="933068"/>
                    <a:pt x="0" y="9777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211"/>
            <p:cNvSpPr/>
            <p:nvPr/>
          </p:nvSpPr>
          <p:spPr>
            <a:xfrm>
              <a:off x="4159304" y="3962484"/>
              <a:ext cx="1535294" cy="703291"/>
            </a:xfrm>
            <a:custGeom>
              <a:avLst/>
              <a:gdLst/>
              <a:ahLst/>
              <a:cxnLst/>
              <a:rect l="l" t="t" r="r" b="b"/>
              <a:pathLst>
                <a:path w="2580326" h="1182002" extrusionOk="0">
                  <a:moveTo>
                    <a:pt x="2518156" y="1182003"/>
                  </a:moveTo>
                  <a:cubicBezTo>
                    <a:pt x="2695257" y="740671"/>
                    <a:pt x="2481072" y="239313"/>
                    <a:pt x="2039747" y="62186"/>
                  </a:cubicBezTo>
                  <a:cubicBezTo>
                    <a:pt x="1598422" y="-114941"/>
                    <a:pt x="1097089" y="99239"/>
                    <a:pt x="919925" y="540570"/>
                  </a:cubicBezTo>
                  <a:cubicBezTo>
                    <a:pt x="906018" y="575279"/>
                    <a:pt x="894397" y="610858"/>
                    <a:pt x="885063" y="647079"/>
                  </a:cubicBezTo>
                  <a:cubicBezTo>
                    <a:pt x="557213" y="511557"/>
                    <a:pt x="181546" y="667475"/>
                    <a:pt x="46038" y="995338"/>
                  </a:cubicBezTo>
                  <a:cubicBezTo>
                    <a:pt x="21399" y="1054901"/>
                    <a:pt x="5905" y="1117823"/>
                    <a:pt x="0" y="118200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211"/>
            <p:cNvSpPr/>
            <p:nvPr/>
          </p:nvSpPr>
          <p:spPr>
            <a:xfrm>
              <a:off x="4832518" y="3687079"/>
              <a:ext cx="3420308" cy="1468618"/>
            </a:xfrm>
            <a:custGeom>
              <a:avLst/>
              <a:gdLst/>
              <a:ahLst/>
              <a:cxnLst/>
              <a:rect l="l" t="t" r="r" b="b"/>
              <a:pathLst>
                <a:path w="5472493" h="2349788" extrusionOk="0">
                  <a:moveTo>
                    <a:pt x="5436617" y="2349535"/>
                  </a:moveTo>
                  <a:cubicBezTo>
                    <a:pt x="5460493" y="2251739"/>
                    <a:pt x="5472557" y="2151434"/>
                    <a:pt x="5472494" y="2050767"/>
                  </a:cubicBezTo>
                  <a:cubicBezTo>
                    <a:pt x="5472494" y="1357538"/>
                    <a:pt x="4910519" y="795563"/>
                    <a:pt x="4217290" y="795563"/>
                  </a:cubicBezTo>
                  <a:cubicBezTo>
                    <a:pt x="4134930" y="795556"/>
                    <a:pt x="4052761" y="803596"/>
                    <a:pt x="3971989" y="819566"/>
                  </a:cubicBezTo>
                  <a:cubicBezTo>
                    <a:pt x="3864356" y="269832"/>
                    <a:pt x="3331401" y="-88551"/>
                    <a:pt x="2781681" y="19095"/>
                  </a:cubicBezTo>
                  <a:cubicBezTo>
                    <a:pt x="2480437" y="78083"/>
                    <a:pt x="2222119" y="270325"/>
                    <a:pt x="2079118" y="541944"/>
                  </a:cubicBezTo>
                  <a:cubicBezTo>
                    <a:pt x="1556068" y="340890"/>
                    <a:pt x="969017" y="601932"/>
                    <a:pt x="767963" y="1125007"/>
                  </a:cubicBezTo>
                  <a:cubicBezTo>
                    <a:pt x="723354" y="1241066"/>
                    <a:pt x="700456" y="1364332"/>
                    <a:pt x="700405" y="1488665"/>
                  </a:cubicBezTo>
                  <a:cubicBezTo>
                    <a:pt x="700405" y="1512097"/>
                    <a:pt x="701294" y="1535274"/>
                    <a:pt x="702818" y="1558515"/>
                  </a:cubicBezTo>
                  <a:cubicBezTo>
                    <a:pt x="367094" y="1509627"/>
                    <a:pt x="55302" y="1742157"/>
                    <a:pt x="6414" y="2077882"/>
                  </a:cubicBezTo>
                  <a:cubicBezTo>
                    <a:pt x="2153" y="2107136"/>
                    <a:pt x="7" y="2136651"/>
                    <a:pt x="0" y="2166211"/>
                  </a:cubicBezTo>
                  <a:cubicBezTo>
                    <a:pt x="-63" y="2228466"/>
                    <a:pt x="9360" y="2290372"/>
                    <a:pt x="27940" y="234978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211"/>
            <p:cNvSpPr/>
            <p:nvPr/>
          </p:nvSpPr>
          <p:spPr>
            <a:xfrm>
              <a:off x="2867782" y="4501768"/>
              <a:ext cx="1717868" cy="654661"/>
            </a:xfrm>
            <a:custGeom>
              <a:avLst/>
              <a:gdLst/>
              <a:ahLst/>
              <a:cxnLst/>
              <a:rect l="l" t="t" r="r" b="b"/>
              <a:pathLst>
                <a:path w="3674584" h="1400344" extrusionOk="0">
                  <a:moveTo>
                    <a:pt x="3674585" y="1400345"/>
                  </a:moveTo>
                  <a:cubicBezTo>
                    <a:pt x="3663789" y="1096548"/>
                    <a:pt x="3408773" y="859033"/>
                    <a:pt x="3104926" y="869834"/>
                  </a:cubicBezTo>
                  <a:cubicBezTo>
                    <a:pt x="3067460" y="871168"/>
                    <a:pt x="3030250" y="876324"/>
                    <a:pt x="2993801" y="885233"/>
                  </a:cubicBezTo>
                  <a:cubicBezTo>
                    <a:pt x="2942556" y="347585"/>
                    <a:pt x="2465220" y="-46744"/>
                    <a:pt x="1927572" y="4475"/>
                  </a:cubicBezTo>
                  <a:cubicBezTo>
                    <a:pt x="1581262" y="37463"/>
                    <a:pt x="1278551" y="251947"/>
                    <a:pt x="1132616" y="567733"/>
                  </a:cubicBezTo>
                  <a:cubicBezTo>
                    <a:pt x="771282" y="359332"/>
                    <a:pt x="309421" y="483310"/>
                    <a:pt x="101020" y="844637"/>
                  </a:cubicBezTo>
                  <a:cubicBezTo>
                    <a:pt x="4055" y="1012760"/>
                    <a:pt x="-24469" y="1211756"/>
                    <a:pt x="21366" y="140034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211"/>
            <p:cNvSpPr/>
            <p:nvPr/>
          </p:nvSpPr>
          <p:spPr>
            <a:xfrm flipH="1">
              <a:off x="2057325" y="4709438"/>
              <a:ext cx="941819" cy="431431"/>
            </a:xfrm>
            <a:custGeom>
              <a:avLst/>
              <a:gdLst/>
              <a:ahLst/>
              <a:cxnLst/>
              <a:rect l="l" t="t" r="r" b="b"/>
              <a:pathLst>
                <a:path w="2580326" h="1182002" extrusionOk="0">
                  <a:moveTo>
                    <a:pt x="2518156" y="1182003"/>
                  </a:moveTo>
                  <a:cubicBezTo>
                    <a:pt x="2695257" y="740671"/>
                    <a:pt x="2481072" y="239313"/>
                    <a:pt x="2039747" y="62186"/>
                  </a:cubicBezTo>
                  <a:cubicBezTo>
                    <a:pt x="1598422" y="-114941"/>
                    <a:pt x="1097089" y="99239"/>
                    <a:pt x="919925" y="540570"/>
                  </a:cubicBezTo>
                  <a:cubicBezTo>
                    <a:pt x="906018" y="575279"/>
                    <a:pt x="894397" y="610858"/>
                    <a:pt x="885063" y="647079"/>
                  </a:cubicBezTo>
                  <a:cubicBezTo>
                    <a:pt x="557213" y="511557"/>
                    <a:pt x="181546" y="667475"/>
                    <a:pt x="46038" y="995338"/>
                  </a:cubicBezTo>
                  <a:cubicBezTo>
                    <a:pt x="21399" y="1054901"/>
                    <a:pt x="5905" y="1117823"/>
                    <a:pt x="0" y="118200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211"/>
            <p:cNvSpPr/>
            <p:nvPr/>
          </p:nvSpPr>
          <p:spPr>
            <a:xfrm>
              <a:off x="6498024" y="3944922"/>
              <a:ext cx="3656211" cy="1393342"/>
            </a:xfrm>
            <a:custGeom>
              <a:avLst/>
              <a:gdLst/>
              <a:ahLst/>
              <a:cxnLst/>
              <a:rect l="l" t="t" r="r" b="b"/>
              <a:pathLst>
                <a:path w="3674584" h="1400344" extrusionOk="0">
                  <a:moveTo>
                    <a:pt x="3674585" y="1400345"/>
                  </a:moveTo>
                  <a:cubicBezTo>
                    <a:pt x="3663789" y="1096548"/>
                    <a:pt x="3408773" y="859033"/>
                    <a:pt x="3104926" y="869834"/>
                  </a:cubicBezTo>
                  <a:cubicBezTo>
                    <a:pt x="3067460" y="871168"/>
                    <a:pt x="3030250" y="876324"/>
                    <a:pt x="2993801" y="885233"/>
                  </a:cubicBezTo>
                  <a:cubicBezTo>
                    <a:pt x="2942556" y="347585"/>
                    <a:pt x="2465220" y="-46744"/>
                    <a:pt x="1927572" y="4475"/>
                  </a:cubicBezTo>
                  <a:cubicBezTo>
                    <a:pt x="1581262" y="37463"/>
                    <a:pt x="1278551" y="251947"/>
                    <a:pt x="1132616" y="567733"/>
                  </a:cubicBezTo>
                  <a:cubicBezTo>
                    <a:pt x="771282" y="359332"/>
                    <a:pt x="309421" y="483310"/>
                    <a:pt x="101020" y="844637"/>
                  </a:cubicBezTo>
                  <a:cubicBezTo>
                    <a:pt x="4055" y="1012760"/>
                    <a:pt x="-24469" y="1211756"/>
                    <a:pt x="21366" y="140034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211"/>
            <p:cNvSpPr/>
            <p:nvPr/>
          </p:nvSpPr>
          <p:spPr>
            <a:xfrm flipH="1">
              <a:off x="6348583" y="2926377"/>
              <a:ext cx="4022282" cy="1727094"/>
            </a:xfrm>
            <a:custGeom>
              <a:avLst/>
              <a:gdLst/>
              <a:ahLst/>
              <a:cxnLst/>
              <a:rect l="l" t="t" r="r" b="b"/>
              <a:pathLst>
                <a:path w="5472493" h="2349788" extrusionOk="0">
                  <a:moveTo>
                    <a:pt x="5436617" y="2349535"/>
                  </a:moveTo>
                  <a:cubicBezTo>
                    <a:pt x="5460493" y="2251739"/>
                    <a:pt x="5472557" y="2151434"/>
                    <a:pt x="5472494" y="2050767"/>
                  </a:cubicBezTo>
                  <a:cubicBezTo>
                    <a:pt x="5472494" y="1357538"/>
                    <a:pt x="4910519" y="795563"/>
                    <a:pt x="4217290" y="795563"/>
                  </a:cubicBezTo>
                  <a:cubicBezTo>
                    <a:pt x="4134930" y="795556"/>
                    <a:pt x="4052761" y="803596"/>
                    <a:pt x="3971989" y="819566"/>
                  </a:cubicBezTo>
                  <a:cubicBezTo>
                    <a:pt x="3864356" y="269832"/>
                    <a:pt x="3331401" y="-88551"/>
                    <a:pt x="2781681" y="19095"/>
                  </a:cubicBezTo>
                  <a:cubicBezTo>
                    <a:pt x="2480437" y="78083"/>
                    <a:pt x="2222119" y="270325"/>
                    <a:pt x="2079118" y="541944"/>
                  </a:cubicBezTo>
                  <a:cubicBezTo>
                    <a:pt x="1556068" y="340890"/>
                    <a:pt x="969017" y="601932"/>
                    <a:pt x="767963" y="1125007"/>
                  </a:cubicBezTo>
                  <a:cubicBezTo>
                    <a:pt x="723354" y="1241066"/>
                    <a:pt x="700456" y="1364332"/>
                    <a:pt x="700405" y="1488665"/>
                  </a:cubicBezTo>
                  <a:cubicBezTo>
                    <a:pt x="700405" y="1512097"/>
                    <a:pt x="701294" y="1535274"/>
                    <a:pt x="702818" y="1558515"/>
                  </a:cubicBezTo>
                  <a:cubicBezTo>
                    <a:pt x="367094" y="1509627"/>
                    <a:pt x="55302" y="1742157"/>
                    <a:pt x="6414" y="2077882"/>
                  </a:cubicBezTo>
                  <a:cubicBezTo>
                    <a:pt x="2153" y="2107136"/>
                    <a:pt x="7" y="2136651"/>
                    <a:pt x="0" y="2166211"/>
                  </a:cubicBezTo>
                  <a:cubicBezTo>
                    <a:pt x="-63" y="2228466"/>
                    <a:pt x="9360" y="2290372"/>
                    <a:pt x="27940" y="234978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9411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1" name="Google Shape;881;p211"/>
            <p:cNvGrpSpPr/>
            <p:nvPr/>
          </p:nvGrpSpPr>
          <p:grpSpPr>
            <a:xfrm>
              <a:off x="7817748" y="1079748"/>
              <a:ext cx="408036" cy="4063663"/>
              <a:chOff x="967895" y="415018"/>
              <a:chExt cx="628714" cy="6262387"/>
            </a:xfrm>
          </p:grpSpPr>
          <p:sp>
            <p:nvSpPr>
              <p:cNvPr id="882" name="Google Shape;882;p211"/>
              <p:cNvSpPr/>
              <p:nvPr/>
            </p:nvSpPr>
            <p:spPr>
              <a:xfrm>
                <a:off x="1207111" y="963605"/>
                <a:ext cx="150300" cy="5713800"/>
              </a:xfrm>
              <a:prstGeom prst="trapezoid">
                <a:avLst>
                  <a:gd name="adj" fmla="val 25183"/>
                </a:avLst>
              </a:prstGeom>
              <a:gradFill>
                <a:gsLst>
                  <a:gs pos="0">
                    <a:srgbClr val="FFFFFF">
                      <a:alpha val="15294"/>
                    </a:srgbClr>
                  </a:gs>
                  <a:gs pos="100000">
                    <a:srgbClr val="FFFFFF">
                      <a:alpha val="1529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83" name="Google Shape;883;p211"/>
              <p:cNvGrpSpPr/>
              <p:nvPr/>
            </p:nvGrpSpPr>
            <p:grpSpPr>
              <a:xfrm>
                <a:off x="967895" y="415018"/>
                <a:ext cx="628714" cy="801374"/>
                <a:chOff x="1774126" y="766200"/>
                <a:chExt cx="1582467" cy="2017050"/>
              </a:xfrm>
            </p:grpSpPr>
            <p:sp>
              <p:nvSpPr>
                <p:cNvPr id="884" name="Google Shape;884;p211"/>
                <p:cNvSpPr/>
                <p:nvPr/>
              </p:nvSpPr>
              <p:spPr>
                <a:xfrm>
                  <a:off x="2394628" y="2579744"/>
                  <a:ext cx="341579" cy="20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811" h="163131" extrusionOk="0">
                      <a:moveTo>
                        <a:pt x="20002" y="0"/>
                      </a:moveTo>
                      <a:lnTo>
                        <a:pt x="0" y="120967"/>
                      </a:lnTo>
                      <a:cubicBezTo>
                        <a:pt x="0" y="120967"/>
                        <a:pt x="34798" y="163132"/>
                        <a:pt x="136906" y="163132"/>
                      </a:cubicBezTo>
                      <a:cubicBezTo>
                        <a:pt x="239014" y="163132"/>
                        <a:pt x="273812" y="120967"/>
                        <a:pt x="273812" y="120967"/>
                      </a:cubicBezTo>
                      <a:lnTo>
                        <a:pt x="25381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A7AFCB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5" name="Google Shape;885;p211"/>
                <p:cNvSpPr/>
                <p:nvPr/>
              </p:nvSpPr>
              <p:spPr>
                <a:xfrm>
                  <a:off x="1774126" y="1886912"/>
                  <a:ext cx="638562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73" h="674116" extrusionOk="0">
                      <a:moveTo>
                        <a:pt x="436626" y="414528"/>
                      </a:moveTo>
                      <a:lnTo>
                        <a:pt x="0" y="674116"/>
                      </a:lnTo>
                      <a:cubicBezTo>
                        <a:pt x="0" y="674116"/>
                        <a:pt x="55118" y="297752"/>
                        <a:pt x="230759" y="183261"/>
                      </a:cubicBezTo>
                      <a:lnTo>
                        <a:pt x="51187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566185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6" name="Google Shape;886;p211"/>
                <p:cNvSpPr/>
                <p:nvPr/>
              </p:nvSpPr>
              <p:spPr>
                <a:xfrm>
                  <a:off x="2718110" y="1886912"/>
                  <a:ext cx="638483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10" h="674116" extrusionOk="0">
                      <a:moveTo>
                        <a:pt x="75248" y="414528"/>
                      </a:moveTo>
                      <a:lnTo>
                        <a:pt x="511810" y="674116"/>
                      </a:lnTo>
                      <a:cubicBezTo>
                        <a:pt x="511810" y="674116"/>
                        <a:pt x="456755" y="297752"/>
                        <a:pt x="281114" y="18326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7" name="Google Shape;887;p211"/>
                <p:cNvSpPr/>
                <p:nvPr/>
              </p:nvSpPr>
              <p:spPr>
                <a:xfrm>
                  <a:off x="2187286" y="766200"/>
                  <a:ext cx="756210" cy="1882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180" h="1508680" extrusionOk="0">
                      <a:moveTo>
                        <a:pt x="366146" y="30147"/>
                      </a:moveTo>
                      <a:cubicBezTo>
                        <a:pt x="336237" y="-10049"/>
                        <a:pt x="269943" y="-10049"/>
                        <a:pt x="239971" y="30147"/>
                      </a:cubicBezTo>
                      <a:cubicBezTo>
                        <a:pt x="140276" y="164005"/>
                        <a:pt x="-38095" y="453882"/>
                        <a:pt x="7244" y="765794"/>
                      </a:cubicBezTo>
                      <a:lnTo>
                        <a:pt x="84968" y="1391460"/>
                      </a:lnTo>
                      <a:cubicBezTo>
                        <a:pt x="84968" y="1391460"/>
                        <a:pt x="140403" y="1508681"/>
                        <a:pt x="303090" y="1508681"/>
                      </a:cubicBezTo>
                      <a:cubicBezTo>
                        <a:pt x="465777" y="1508681"/>
                        <a:pt x="521213" y="1391460"/>
                        <a:pt x="521213" y="1391460"/>
                      </a:cubicBezTo>
                      <a:lnTo>
                        <a:pt x="598937" y="765794"/>
                      </a:lnTo>
                      <a:cubicBezTo>
                        <a:pt x="644276" y="453882"/>
                        <a:pt x="465904" y="164005"/>
                        <a:pt x="366146" y="3014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6000">
                      <a:srgbClr val="808CAD"/>
                    </a:gs>
                    <a:gs pos="50000">
                      <a:srgbClr val="A7AFCB"/>
                    </a:gs>
                    <a:gs pos="85000">
                      <a:srgbClr val="808CAD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8" name="Google Shape;888;p211"/>
                <p:cNvSpPr/>
                <p:nvPr/>
              </p:nvSpPr>
              <p:spPr>
                <a:xfrm>
                  <a:off x="2568529" y="766497"/>
                  <a:ext cx="375239" cy="1881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3" h="1508315" extrusionOk="0">
                      <a:moveTo>
                        <a:pt x="60579" y="29909"/>
                      </a:moveTo>
                      <a:cubicBezTo>
                        <a:pt x="46025" y="11195"/>
                        <a:pt x="23705" y="178"/>
                        <a:pt x="0" y="0"/>
                      </a:cubicBezTo>
                      <a:lnTo>
                        <a:pt x="0" y="1508316"/>
                      </a:lnTo>
                      <a:cubicBezTo>
                        <a:pt x="160718" y="1507109"/>
                        <a:pt x="215900" y="1391222"/>
                        <a:pt x="215900" y="1391222"/>
                      </a:cubicBezTo>
                      <a:lnTo>
                        <a:pt x="293624" y="765556"/>
                      </a:lnTo>
                      <a:cubicBezTo>
                        <a:pt x="338709" y="453644"/>
                        <a:pt x="160338" y="163766"/>
                        <a:pt x="60579" y="29909"/>
                      </a:cubicBezTo>
                      <a:close/>
                    </a:path>
                  </a:pathLst>
                </a:custGeom>
                <a:solidFill>
                  <a:srgbClr val="FFFFFF">
                    <a:alpha val="15294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9" name="Google Shape;889;p211"/>
                <p:cNvSpPr/>
                <p:nvPr/>
              </p:nvSpPr>
              <p:spPr>
                <a:xfrm>
                  <a:off x="2353668" y="1074766"/>
                  <a:ext cx="423489" cy="184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470" h="148145" extrusionOk="0">
                      <a:moveTo>
                        <a:pt x="169736" y="78295"/>
                      </a:moveTo>
                      <a:cubicBezTo>
                        <a:pt x="233236" y="78295"/>
                        <a:pt x="292036" y="104457"/>
                        <a:pt x="339471" y="148145"/>
                      </a:cubicBezTo>
                      <a:cubicBezTo>
                        <a:pt x="301752" y="58610"/>
                        <a:pt x="239839" y="0"/>
                        <a:pt x="169736" y="0"/>
                      </a:cubicBezTo>
                      <a:cubicBezTo>
                        <a:pt x="99632" y="0"/>
                        <a:pt x="37719" y="58610"/>
                        <a:pt x="0" y="148145"/>
                      </a:cubicBezTo>
                      <a:cubicBezTo>
                        <a:pt x="47371" y="104457"/>
                        <a:pt x="106045" y="78295"/>
                        <a:pt x="169736" y="7829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" name="Google Shape;890;p211"/>
                <p:cNvSpPr/>
                <p:nvPr/>
              </p:nvSpPr>
              <p:spPr>
                <a:xfrm>
                  <a:off x="2568529" y="1074924"/>
                  <a:ext cx="208654" cy="184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258" h="148082" extrusionOk="0">
                      <a:moveTo>
                        <a:pt x="0" y="78232"/>
                      </a:moveTo>
                      <a:cubicBezTo>
                        <a:pt x="62738" y="78867"/>
                        <a:pt x="120650" y="104839"/>
                        <a:pt x="167259" y="148082"/>
                      </a:cubicBezTo>
                      <a:cubicBezTo>
                        <a:pt x="129985" y="59563"/>
                        <a:pt x="69088" y="1333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211"/>
                <p:cNvSpPr/>
                <p:nvPr/>
              </p:nvSpPr>
              <p:spPr>
                <a:xfrm>
                  <a:off x="2513864" y="1953303"/>
                  <a:ext cx="103138" cy="765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76" h="613536" extrusionOk="0">
                      <a:moveTo>
                        <a:pt x="82677" y="414782"/>
                      </a:moveTo>
                      <a:cubicBezTo>
                        <a:pt x="82677" y="584200"/>
                        <a:pt x="41339" y="613537"/>
                        <a:pt x="41339" y="613537"/>
                      </a:cubicBezTo>
                      <a:cubicBezTo>
                        <a:pt x="41339" y="613537"/>
                        <a:pt x="0" y="584200"/>
                        <a:pt x="0" y="414782"/>
                      </a:cubicBezTo>
                      <a:cubicBezTo>
                        <a:pt x="0" y="245364"/>
                        <a:pt x="41339" y="0"/>
                        <a:pt x="41339" y="0"/>
                      </a:cubicBezTo>
                      <a:cubicBezTo>
                        <a:pt x="41339" y="0"/>
                        <a:pt x="82677" y="245364"/>
                        <a:pt x="82677" y="41478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92" name="Google Shape;892;p211"/>
            <p:cNvGrpSpPr/>
            <p:nvPr/>
          </p:nvGrpSpPr>
          <p:grpSpPr>
            <a:xfrm>
              <a:off x="7200036" y="3718572"/>
              <a:ext cx="284493" cy="1424795"/>
              <a:chOff x="967895" y="415018"/>
              <a:chExt cx="628714" cy="3148718"/>
            </a:xfrm>
          </p:grpSpPr>
          <p:sp>
            <p:nvSpPr>
              <p:cNvPr id="893" name="Google Shape;893;p211"/>
              <p:cNvSpPr/>
              <p:nvPr/>
            </p:nvSpPr>
            <p:spPr>
              <a:xfrm>
                <a:off x="1207096" y="963636"/>
                <a:ext cx="150300" cy="2600100"/>
              </a:xfrm>
              <a:prstGeom prst="trapezoid">
                <a:avLst>
                  <a:gd name="adj" fmla="val 25183"/>
                </a:avLst>
              </a:prstGeom>
              <a:gradFill>
                <a:gsLst>
                  <a:gs pos="0">
                    <a:srgbClr val="FFFFFF">
                      <a:alpha val="15294"/>
                    </a:srgbClr>
                  </a:gs>
                  <a:gs pos="100000">
                    <a:srgbClr val="FFFFFF">
                      <a:alpha val="1529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94" name="Google Shape;894;p211"/>
              <p:cNvGrpSpPr/>
              <p:nvPr/>
            </p:nvGrpSpPr>
            <p:grpSpPr>
              <a:xfrm>
                <a:off x="967895" y="415018"/>
                <a:ext cx="628714" cy="801374"/>
                <a:chOff x="1774126" y="766200"/>
                <a:chExt cx="1582467" cy="2017050"/>
              </a:xfrm>
            </p:grpSpPr>
            <p:sp>
              <p:nvSpPr>
                <p:cNvPr id="895" name="Google Shape;895;p211"/>
                <p:cNvSpPr/>
                <p:nvPr/>
              </p:nvSpPr>
              <p:spPr>
                <a:xfrm>
                  <a:off x="2394628" y="2579744"/>
                  <a:ext cx="341579" cy="20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811" h="163131" extrusionOk="0">
                      <a:moveTo>
                        <a:pt x="20002" y="0"/>
                      </a:moveTo>
                      <a:lnTo>
                        <a:pt x="0" y="120967"/>
                      </a:lnTo>
                      <a:cubicBezTo>
                        <a:pt x="0" y="120967"/>
                        <a:pt x="34798" y="163132"/>
                        <a:pt x="136906" y="163132"/>
                      </a:cubicBezTo>
                      <a:cubicBezTo>
                        <a:pt x="239014" y="163132"/>
                        <a:pt x="273812" y="120967"/>
                        <a:pt x="273812" y="120967"/>
                      </a:cubicBezTo>
                      <a:lnTo>
                        <a:pt x="25381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A7AFCB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6" name="Google Shape;896;p211"/>
                <p:cNvSpPr/>
                <p:nvPr/>
              </p:nvSpPr>
              <p:spPr>
                <a:xfrm>
                  <a:off x="1774126" y="1886912"/>
                  <a:ext cx="638562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73" h="674116" extrusionOk="0">
                      <a:moveTo>
                        <a:pt x="436626" y="414528"/>
                      </a:moveTo>
                      <a:lnTo>
                        <a:pt x="0" y="674116"/>
                      </a:lnTo>
                      <a:cubicBezTo>
                        <a:pt x="0" y="674116"/>
                        <a:pt x="55118" y="297752"/>
                        <a:pt x="230759" y="183261"/>
                      </a:cubicBezTo>
                      <a:lnTo>
                        <a:pt x="51187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566185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7" name="Google Shape;897;p211"/>
                <p:cNvSpPr/>
                <p:nvPr/>
              </p:nvSpPr>
              <p:spPr>
                <a:xfrm>
                  <a:off x="2718110" y="1886912"/>
                  <a:ext cx="638483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10" h="674116" extrusionOk="0">
                      <a:moveTo>
                        <a:pt x="75248" y="414528"/>
                      </a:moveTo>
                      <a:lnTo>
                        <a:pt x="511810" y="674116"/>
                      </a:lnTo>
                      <a:cubicBezTo>
                        <a:pt x="511810" y="674116"/>
                        <a:pt x="456755" y="297752"/>
                        <a:pt x="281114" y="18326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8" name="Google Shape;898;p211"/>
                <p:cNvSpPr/>
                <p:nvPr/>
              </p:nvSpPr>
              <p:spPr>
                <a:xfrm>
                  <a:off x="2187286" y="766200"/>
                  <a:ext cx="756210" cy="1882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180" h="1508680" extrusionOk="0">
                      <a:moveTo>
                        <a:pt x="366146" y="30147"/>
                      </a:moveTo>
                      <a:cubicBezTo>
                        <a:pt x="336237" y="-10049"/>
                        <a:pt x="269943" y="-10049"/>
                        <a:pt x="239971" y="30147"/>
                      </a:cubicBezTo>
                      <a:cubicBezTo>
                        <a:pt x="140276" y="164005"/>
                        <a:pt x="-38095" y="453882"/>
                        <a:pt x="7244" y="765794"/>
                      </a:cubicBezTo>
                      <a:lnTo>
                        <a:pt x="84968" y="1391460"/>
                      </a:lnTo>
                      <a:cubicBezTo>
                        <a:pt x="84968" y="1391460"/>
                        <a:pt x="140403" y="1508681"/>
                        <a:pt x="303090" y="1508681"/>
                      </a:cubicBezTo>
                      <a:cubicBezTo>
                        <a:pt x="465777" y="1508681"/>
                        <a:pt x="521213" y="1391460"/>
                        <a:pt x="521213" y="1391460"/>
                      </a:cubicBezTo>
                      <a:lnTo>
                        <a:pt x="598937" y="765794"/>
                      </a:lnTo>
                      <a:cubicBezTo>
                        <a:pt x="644276" y="453882"/>
                        <a:pt x="465904" y="164005"/>
                        <a:pt x="366146" y="3014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6000">
                      <a:srgbClr val="808CAD"/>
                    </a:gs>
                    <a:gs pos="50000">
                      <a:srgbClr val="A7AFCB"/>
                    </a:gs>
                    <a:gs pos="85000">
                      <a:srgbClr val="808CAD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9" name="Google Shape;899;p211"/>
                <p:cNvSpPr/>
                <p:nvPr/>
              </p:nvSpPr>
              <p:spPr>
                <a:xfrm>
                  <a:off x="2568529" y="766497"/>
                  <a:ext cx="375239" cy="1881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3" h="1508315" extrusionOk="0">
                      <a:moveTo>
                        <a:pt x="60579" y="29909"/>
                      </a:moveTo>
                      <a:cubicBezTo>
                        <a:pt x="46025" y="11195"/>
                        <a:pt x="23705" y="178"/>
                        <a:pt x="0" y="0"/>
                      </a:cubicBezTo>
                      <a:lnTo>
                        <a:pt x="0" y="1508316"/>
                      </a:lnTo>
                      <a:cubicBezTo>
                        <a:pt x="160718" y="1507109"/>
                        <a:pt x="215900" y="1391222"/>
                        <a:pt x="215900" y="1391222"/>
                      </a:cubicBezTo>
                      <a:lnTo>
                        <a:pt x="293624" y="765556"/>
                      </a:lnTo>
                      <a:cubicBezTo>
                        <a:pt x="338709" y="453644"/>
                        <a:pt x="160338" y="163766"/>
                        <a:pt x="60579" y="29909"/>
                      </a:cubicBezTo>
                      <a:close/>
                    </a:path>
                  </a:pathLst>
                </a:custGeom>
                <a:solidFill>
                  <a:srgbClr val="FFFFFF">
                    <a:alpha val="15294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0" name="Google Shape;900;p211"/>
                <p:cNvSpPr/>
                <p:nvPr/>
              </p:nvSpPr>
              <p:spPr>
                <a:xfrm>
                  <a:off x="2353668" y="1074766"/>
                  <a:ext cx="423489" cy="184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470" h="148145" extrusionOk="0">
                      <a:moveTo>
                        <a:pt x="169736" y="78295"/>
                      </a:moveTo>
                      <a:cubicBezTo>
                        <a:pt x="233236" y="78295"/>
                        <a:pt x="292036" y="104457"/>
                        <a:pt x="339471" y="148145"/>
                      </a:cubicBezTo>
                      <a:cubicBezTo>
                        <a:pt x="301752" y="58610"/>
                        <a:pt x="239839" y="0"/>
                        <a:pt x="169736" y="0"/>
                      </a:cubicBezTo>
                      <a:cubicBezTo>
                        <a:pt x="99632" y="0"/>
                        <a:pt x="37719" y="58610"/>
                        <a:pt x="0" y="148145"/>
                      </a:cubicBezTo>
                      <a:cubicBezTo>
                        <a:pt x="47371" y="104457"/>
                        <a:pt x="106045" y="78295"/>
                        <a:pt x="169736" y="7829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" name="Google Shape;901;p211"/>
                <p:cNvSpPr/>
                <p:nvPr/>
              </p:nvSpPr>
              <p:spPr>
                <a:xfrm>
                  <a:off x="2568529" y="1074924"/>
                  <a:ext cx="208654" cy="184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258" h="148082" extrusionOk="0">
                      <a:moveTo>
                        <a:pt x="0" y="78232"/>
                      </a:moveTo>
                      <a:cubicBezTo>
                        <a:pt x="62738" y="78867"/>
                        <a:pt x="120650" y="104839"/>
                        <a:pt x="167259" y="148082"/>
                      </a:cubicBezTo>
                      <a:cubicBezTo>
                        <a:pt x="129985" y="59563"/>
                        <a:pt x="69088" y="1333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" name="Google Shape;902;p211"/>
                <p:cNvSpPr/>
                <p:nvPr/>
              </p:nvSpPr>
              <p:spPr>
                <a:xfrm>
                  <a:off x="2513864" y="1953303"/>
                  <a:ext cx="103138" cy="765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76" h="613536" extrusionOk="0">
                      <a:moveTo>
                        <a:pt x="82677" y="414782"/>
                      </a:moveTo>
                      <a:cubicBezTo>
                        <a:pt x="82677" y="584200"/>
                        <a:pt x="41339" y="613537"/>
                        <a:pt x="41339" y="613537"/>
                      </a:cubicBezTo>
                      <a:cubicBezTo>
                        <a:pt x="41339" y="613537"/>
                        <a:pt x="0" y="584200"/>
                        <a:pt x="0" y="414782"/>
                      </a:cubicBezTo>
                      <a:cubicBezTo>
                        <a:pt x="0" y="245364"/>
                        <a:pt x="41339" y="0"/>
                        <a:pt x="41339" y="0"/>
                      </a:cubicBezTo>
                      <a:cubicBezTo>
                        <a:pt x="41339" y="0"/>
                        <a:pt x="82677" y="245364"/>
                        <a:pt x="82677" y="41478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03" name="Google Shape;903;p211"/>
            <p:cNvGrpSpPr/>
            <p:nvPr/>
          </p:nvGrpSpPr>
          <p:grpSpPr>
            <a:xfrm>
              <a:off x="8299552" y="3133869"/>
              <a:ext cx="333219" cy="2017815"/>
              <a:chOff x="967895" y="415018"/>
              <a:chExt cx="628714" cy="3807197"/>
            </a:xfrm>
          </p:grpSpPr>
          <p:sp>
            <p:nvSpPr>
              <p:cNvPr id="904" name="Google Shape;904;p211"/>
              <p:cNvSpPr/>
              <p:nvPr/>
            </p:nvSpPr>
            <p:spPr>
              <a:xfrm>
                <a:off x="1207136" y="963615"/>
                <a:ext cx="150300" cy="3258600"/>
              </a:xfrm>
              <a:prstGeom prst="trapezoid">
                <a:avLst>
                  <a:gd name="adj" fmla="val 25183"/>
                </a:avLst>
              </a:prstGeom>
              <a:gradFill>
                <a:gsLst>
                  <a:gs pos="0">
                    <a:srgbClr val="FFFFFF">
                      <a:alpha val="15294"/>
                    </a:srgbClr>
                  </a:gs>
                  <a:gs pos="100000">
                    <a:srgbClr val="FFFFFF">
                      <a:alpha val="1529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5" name="Google Shape;905;p211"/>
              <p:cNvGrpSpPr/>
              <p:nvPr/>
            </p:nvGrpSpPr>
            <p:grpSpPr>
              <a:xfrm>
                <a:off x="967895" y="415018"/>
                <a:ext cx="628714" cy="801374"/>
                <a:chOff x="1774126" y="766200"/>
                <a:chExt cx="1582467" cy="2017050"/>
              </a:xfrm>
            </p:grpSpPr>
            <p:sp>
              <p:nvSpPr>
                <p:cNvPr id="906" name="Google Shape;906;p211"/>
                <p:cNvSpPr/>
                <p:nvPr/>
              </p:nvSpPr>
              <p:spPr>
                <a:xfrm>
                  <a:off x="2394628" y="2579744"/>
                  <a:ext cx="341579" cy="20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811" h="163131" extrusionOk="0">
                      <a:moveTo>
                        <a:pt x="20002" y="0"/>
                      </a:moveTo>
                      <a:lnTo>
                        <a:pt x="0" y="120967"/>
                      </a:lnTo>
                      <a:cubicBezTo>
                        <a:pt x="0" y="120967"/>
                        <a:pt x="34798" y="163132"/>
                        <a:pt x="136906" y="163132"/>
                      </a:cubicBezTo>
                      <a:cubicBezTo>
                        <a:pt x="239014" y="163132"/>
                        <a:pt x="273812" y="120967"/>
                        <a:pt x="273812" y="120967"/>
                      </a:cubicBezTo>
                      <a:lnTo>
                        <a:pt x="25381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A7AFCB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7" name="Google Shape;907;p211"/>
                <p:cNvSpPr/>
                <p:nvPr/>
              </p:nvSpPr>
              <p:spPr>
                <a:xfrm>
                  <a:off x="1774126" y="1886912"/>
                  <a:ext cx="638562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73" h="674116" extrusionOk="0">
                      <a:moveTo>
                        <a:pt x="436626" y="414528"/>
                      </a:moveTo>
                      <a:lnTo>
                        <a:pt x="0" y="674116"/>
                      </a:lnTo>
                      <a:cubicBezTo>
                        <a:pt x="0" y="674116"/>
                        <a:pt x="55118" y="297752"/>
                        <a:pt x="230759" y="183261"/>
                      </a:cubicBezTo>
                      <a:lnTo>
                        <a:pt x="51187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566185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" name="Google Shape;908;p211"/>
                <p:cNvSpPr/>
                <p:nvPr/>
              </p:nvSpPr>
              <p:spPr>
                <a:xfrm>
                  <a:off x="2718110" y="1886912"/>
                  <a:ext cx="638483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10" h="674116" extrusionOk="0">
                      <a:moveTo>
                        <a:pt x="75248" y="414528"/>
                      </a:moveTo>
                      <a:lnTo>
                        <a:pt x="511810" y="674116"/>
                      </a:lnTo>
                      <a:cubicBezTo>
                        <a:pt x="511810" y="674116"/>
                        <a:pt x="456755" y="297752"/>
                        <a:pt x="281114" y="18326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9" name="Google Shape;909;p211"/>
                <p:cNvSpPr/>
                <p:nvPr/>
              </p:nvSpPr>
              <p:spPr>
                <a:xfrm>
                  <a:off x="2187286" y="766200"/>
                  <a:ext cx="756210" cy="1882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180" h="1508680" extrusionOk="0">
                      <a:moveTo>
                        <a:pt x="366146" y="30147"/>
                      </a:moveTo>
                      <a:cubicBezTo>
                        <a:pt x="336237" y="-10049"/>
                        <a:pt x="269943" y="-10049"/>
                        <a:pt x="239971" y="30147"/>
                      </a:cubicBezTo>
                      <a:cubicBezTo>
                        <a:pt x="140276" y="164005"/>
                        <a:pt x="-38095" y="453882"/>
                        <a:pt x="7244" y="765794"/>
                      </a:cubicBezTo>
                      <a:lnTo>
                        <a:pt x="84968" y="1391460"/>
                      </a:lnTo>
                      <a:cubicBezTo>
                        <a:pt x="84968" y="1391460"/>
                        <a:pt x="140403" y="1508681"/>
                        <a:pt x="303090" y="1508681"/>
                      </a:cubicBezTo>
                      <a:cubicBezTo>
                        <a:pt x="465777" y="1508681"/>
                        <a:pt x="521213" y="1391460"/>
                        <a:pt x="521213" y="1391460"/>
                      </a:cubicBezTo>
                      <a:lnTo>
                        <a:pt x="598937" y="765794"/>
                      </a:lnTo>
                      <a:cubicBezTo>
                        <a:pt x="644276" y="453882"/>
                        <a:pt x="465904" y="164005"/>
                        <a:pt x="366146" y="3014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6000">
                      <a:srgbClr val="808CAD"/>
                    </a:gs>
                    <a:gs pos="50000">
                      <a:srgbClr val="A7AFCB"/>
                    </a:gs>
                    <a:gs pos="85000">
                      <a:srgbClr val="808CAD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0" name="Google Shape;910;p211"/>
                <p:cNvSpPr/>
                <p:nvPr/>
              </p:nvSpPr>
              <p:spPr>
                <a:xfrm>
                  <a:off x="2568529" y="766497"/>
                  <a:ext cx="375239" cy="1881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3" h="1508315" extrusionOk="0">
                      <a:moveTo>
                        <a:pt x="60579" y="29909"/>
                      </a:moveTo>
                      <a:cubicBezTo>
                        <a:pt x="46025" y="11195"/>
                        <a:pt x="23705" y="178"/>
                        <a:pt x="0" y="0"/>
                      </a:cubicBezTo>
                      <a:lnTo>
                        <a:pt x="0" y="1508316"/>
                      </a:lnTo>
                      <a:cubicBezTo>
                        <a:pt x="160718" y="1507109"/>
                        <a:pt x="215900" y="1391222"/>
                        <a:pt x="215900" y="1391222"/>
                      </a:cubicBezTo>
                      <a:lnTo>
                        <a:pt x="293624" y="765556"/>
                      </a:lnTo>
                      <a:cubicBezTo>
                        <a:pt x="338709" y="453644"/>
                        <a:pt x="160338" y="163766"/>
                        <a:pt x="60579" y="29909"/>
                      </a:cubicBezTo>
                      <a:close/>
                    </a:path>
                  </a:pathLst>
                </a:custGeom>
                <a:solidFill>
                  <a:srgbClr val="FFFFFF">
                    <a:alpha val="15294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1" name="Google Shape;911;p211"/>
                <p:cNvSpPr/>
                <p:nvPr/>
              </p:nvSpPr>
              <p:spPr>
                <a:xfrm>
                  <a:off x="2353668" y="1074766"/>
                  <a:ext cx="423489" cy="184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470" h="148145" extrusionOk="0">
                      <a:moveTo>
                        <a:pt x="169736" y="78295"/>
                      </a:moveTo>
                      <a:cubicBezTo>
                        <a:pt x="233236" y="78295"/>
                        <a:pt x="292036" y="104457"/>
                        <a:pt x="339471" y="148145"/>
                      </a:cubicBezTo>
                      <a:cubicBezTo>
                        <a:pt x="301752" y="58610"/>
                        <a:pt x="239839" y="0"/>
                        <a:pt x="169736" y="0"/>
                      </a:cubicBezTo>
                      <a:cubicBezTo>
                        <a:pt x="99632" y="0"/>
                        <a:pt x="37719" y="58610"/>
                        <a:pt x="0" y="148145"/>
                      </a:cubicBezTo>
                      <a:cubicBezTo>
                        <a:pt x="47371" y="104457"/>
                        <a:pt x="106045" y="78295"/>
                        <a:pt x="169736" y="7829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2" name="Google Shape;912;p211"/>
                <p:cNvSpPr/>
                <p:nvPr/>
              </p:nvSpPr>
              <p:spPr>
                <a:xfrm>
                  <a:off x="2568529" y="1074924"/>
                  <a:ext cx="208654" cy="184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258" h="148082" extrusionOk="0">
                      <a:moveTo>
                        <a:pt x="0" y="78232"/>
                      </a:moveTo>
                      <a:cubicBezTo>
                        <a:pt x="62738" y="78867"/>
                        <a:pt x="120650" y="104839"/>
                        <a:pt x="167259" y="148082"/>
                      </a:cubicBezTo>
                      <a:cubicBezTo>
                        <a:pt x="129985" y="59563"/>
                        <a:pt x="69088" y="1333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3" name="Google Shape;913;p211"/>
                <p:cNvSpPr/>
                <p:nvPr/>
              </p:nvSpPr>
              <p:spPr>
                <a:xfrm>
                  <a:off x="2513864" y="1953303"/>
                  <a:ext cx="103138" cy="765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76" h="613536" extrusionOk="0">
                      <a:moveTo>
                        <a:pt x="82677" y="414782"/>
                      </a:moveTo>
                      <a:cubicBezTo>
                        <a:pt x="82677" y="584200"/>
                        <a:pt x="41339" y="613537"/>
                        <a:pt x="41339" y="613537"/>
                      </a:cubicBezTo>
                      <a:cubicBezTo>
                        <a:pt x="41339" y="613537"/>
                        <a:pt x="0" y="584200"/>
                        <a:pt x="0" y="414782"/>
                      </a:cubicBezTo>
                      <a:cubicBezTo>
                        <a:pt x="0" y="245364"/>
                        <a:pt x="41339" y="0"/>
                        <a:pt x="41339" y="0"/>
                      </a:cubicBezTo>
                      <a:cubicBezTo>
                        <a:pt x="41339" y="0"/>
                        <a:pt x="82677" y="245364"/>
                        <a:pt x="82677" y="41478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14" name="Google Shape;914;p211"/>
            <p:cNvGrpSpPr/>
            <p:nvPr/>
          </p:nvGrpSpPr>
          <p:grpSpPr>
            <a:xfrm>
              <a:off x="104275" y="50550"/>
              <a:ext cx="8948150" cy="772675"/>
              <a:chOff x="104275" y="50550"/>
              <a:chExt cx="8948150" cy="772675"/>
            </a:xfrm>
          </p:grpSpPr>
          <p:sp>
            <p:nvSpPr>
              <p:cNvPr id="915" name="Google Shape;915;p211"/>
              <p:cNvSpPr/>
              <p:nvPr/>
            </p:nvSpPr>
            <p:spPr>
              <a:xfrm>
                <a:off x="8694850" y="1143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211"/>
              <p:cNvSpPr/>
              <p:nvPr/>
            </p:nvSpPr>
            <p:spPr>
              <a:xfrm>
                <a:off x="5156375" y="146713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211"/>
              <p:cNvSpPr/>
              <p:nvPr/>
            </p:nvSpPr>
            <p:spPr>
              <a:xfrm>
                <a:off x="7219963" y="349471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211"/>
              <p:cNvSpPr/>
              <p:nvPr/>
            </p:nvSpPr>
            <p:spPr>
              <a:xfrm>
                <a:off x="7252363" y="114324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211"/>
              <p:cNvSpPr/>
              <p:nvPr/>
            </p:nvSpPr>
            <p:spPr>
              <a:xfrm>
                <a:off x="7998675" y="226350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11"/>
              <p:cNvSpPr/>
              <p:nvPr/>
            </p:nvSpPr>
            <p:spPr>
              <a:xfrm>
                <a:off x="6352675" y="1143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" name="Google Shape;921;p211"/>
              <p:cNvSpPr/>
              <p:nvPr/>
            </p:nvSpPr>
            <p:spPr>
              <a:xfrm>
                <a:off x="3736700" y="30070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" name="Google Shape;922;p211"/>
              <p:cNvSpPr/>
              <p:nvPr/>
            </p:nvSpPr>
            <p:spPr>
              <a:xfrm>
                <a:off x="2805625" y="30070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3;p211"/>
              <p:cNvSpPr/>
              <p:nvPr/>
            </p:nvSpPr>
            <p:spPr>
              <a:xfrm>
                <a:off x="1913750" y="30070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211"/>
              <p:cNvSpPr/>
              <p:nvPr/>
            </p:nvSpPr>
            <p:spPr>
              <a:xfrm>
                <a:off x="3266675" y="11432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5;p211"/>
              <p:cNvSpPr/>
              <p:nvPr/>
            </p:nvSpPr>
            <p:spPr>
              <a:xfrm>
                <a:off x="262050" y="1143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6;p211"/>
              <p:cNvSpPr/>
              <p:nvPr/>
            </p:nvSpPr>
            <p:spPr>
              <a:xfrm>
                <a:off x="1279125" y="22082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211"/>
              <p:cNvSpPr/>
              <p:nvPr/>
            </p:nvSpPr>
            <p:spPr>
              <a:xfrm>
                <a:off x="1055175" y="47235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11"/>
              <p:cNvSpPr/>
              <p:nvPr/>
            </p:nvSpPr>
            <p:spPr>
              <a:xfrm>
                <a:off x="872350" y="352353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211"/>
              <p:cNvSpPr/>
              <p:nvPr/>
            </p:nvSpPr>
            <p:spPr>
              <a:xfrm>
                <a:off x="7014788" y="260903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211"/>
              <p:cNvSpPr/>
              <p:nvPr/>
            </p:nvSpPr>
            <p:spPr>
              <a:xfrm>
                <a:off x="8777500" y="319953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211"/>
              <p:cNvSpPr/>
              <p:nvPr/>
            </p:nvSpPr>
            <p:spPr>
              <a:xfrm>
                <a:off x="4467225" y="191303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211"/>
              <p:cNvSpPr/>
              <p:nvPr/>
            </p:nvSpPr>
            <p:spPr>
              <a:xfrm>
                <a:off x="2601875" y="196828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211"/>
              <p:cNvSpPr/>
              <p:nvPr/>
            </p:nvSpPr>
            <p:spPr>
              <a:xfrm>
                <a:off x="5288025" y="22635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211"/>
              <p:cNvSpPr/>
              <p:nvPr/>
            </p:nvSpPr>
            <p:spPr>
              <a:xfrm>
                <a:off x="5948425" y="38187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211"/>
              <p:cNvSpPr/>
              <p:nvPr/>
            </p:nvSpPr>
            <p:spPr>
              <a:xfrm>
                <a:off x="9020025" y="41427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211"/>
              <p:cNvSpPr/>
              <p:nvPr/>
            </p:nvSpPr>
            <p:spPr>
              <a:xfrm>
                <a:off x="1588200" y="5055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211"/>
              <p:cNvSpPr/>
              <p:nvPr/>
            </p:nvSpPr>
            <p:spPr>
              <a:xfrm>
                <a:off x="3636675" y="47235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211"/>
              <p:cNvSpPr/>
              <p:nvPr/>
            </p:nvSpPr>
            <p:spPr>
              <a:xfrm>
                <a:off x="104275" y="34947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211"/>
              <p:cNvSpPr/>
              <p:nvPr/>
            </p:nvSpPr>
            <p:spPr>
              <a:xfrm>
                <a:off x="4558675" y="300700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211"/>
              <p:cNvSpPr/>
              <p:nvPr/>
            </p:nvSpPr>
            <p:spPr>
              <a:xfrm>
                <a:off x="6054325" y="29042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211"/>
              <p:cNvSpPr/>
              <p:nvPr/>
            </p:nvSpPr>
            <p:spPr>
              <a:xfrm>
                <a:off x="8181475" y="2904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211"/>
              <p:cNvSpPr/>
              <p:nvPr/>
            </p:nvSpPr>
            <p:spPr>
              <a:xfrm>
                <a:off x="6024800" y="442828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211"/>
              <p:cNvSpPr/>
              <p:nvPr/>
            </p:nvSpPr>
            <p:spPr>
              <a:xfrm>
                <a:off x="2292625" y="63197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211"/>
              <p:cNvSpPr/>
              <p:nvPr/>
            </p:nvSpPr>
            <p:spPr>
              <a:xfrm>
                <a:off x="5464400" y="71997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211"/>
              <p:cNvSpPr/>
              <p:nvPr/>
            </p:nvSpPr>
            <p:spPr>
              <a:xfrm>
                <a:off x="294450" y="71997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6" name="Google Shape;946;p211"/>
              <p:cNvSpPr/>
              <p:nvPr/>
            </p:nvSpPr>
            <p:spPr>
              <a:xfrm>
                <a:off x="7822650" y="63197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" name="Google Shape;947;p211"/>
              <p:cNvSpPr/>
              <p:nvPr/>
            </p:nvSpPr>
            <p:spPr>
              <a:xfrm>
                <a:off x="8583225" y="7908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48" name="Google Shape;948;p211"/>
          <p:cNvSpPr txBox="1">
            <a:spLocks noGrp="1"/>
          </p:cNvSpPr>
          <p:nvPr>
            <p:ph type="title"/>
          </p:nvPr>
        </p:nvSpPr>
        <p:spPr>
          <a:xfrm>
            <a:off x="1140400" y="1114667"/>
            <a:ext cx="83212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49" name="Google Shape;949;p211"/>
          <p:cNvSpPr txBox="1">
            <a:spLocks noGrp="1"/>
          </p:cNvSpPr>
          <p:nvPr>
            <p:ph type="body" idx="1"/>
          </p:nvPr>
        </p:nvSpPr>
        <p:spPr>
          <a:xfrm>
            <a:off x="1140400" y="2071767"/>
            <a:ext cx="8321200" cy="3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➢"/>
              <a:defRPr/>
            </a:lvl1pPr>
            <a:lvl2pPr marL="914400" lvl="1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▻"/>
              <a:defRPr/>
            </a:lvl2pPr>
            <a:lvl3pPr marL="1371600" lvl="2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/>
            </a:lvl3pPr>
            <a:lvl4pPr marL="1828800" lvl="3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/>
            </a:lvl4pPr>
            <a:lvl5pPr marL="2286000" lvl="4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/>
            </a:lvl5pPr>
            <a:lvl6pPr marL="2743200" lvl="5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/>
            </a:lvl6pPr>
            <a:lvl7pPr marL="3200400" lvl="6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/>
            </a:lvl7pPr>
            <a:lvl8pPr marL="3657600" lvl="7" indent="-3683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/>
            </a:lvl8pPr>
            <a:lvl9pPr marL="4114800" lvl="8" indent="-368300" algn="l">
              <a:lnSpc>
                <a:spcPct val="90000"/>
              </a:lnSpc>
              <a:spcBef>
                <a:spcPts val="1067"/>
              </a:spcBef>
              <a:spcAft>
                <a:spcPts val="1067"/>
              </a:spcAft>
              <a:buClr>
                <a:schemeClr val="dk1"/>
              </a:buClr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950" name="Google Shape;950;p211"/>
          <p:cNvSpPr txBox="1">
            <a:spLocks noGrp="1"/>
          </p:cNvSpPr>
          <p:nvPr>
            <p:ph type="sldNum" idx="12"/>
          </p:nvPr>
        </p:nvSpPr>
        <p:spPr>
          <a:xfrm>
            <a:off x="5730200" y="6129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o de título" type="title">
  <p:cSld name="TITLE">
    <p:bg>
      <p:bgPr>
        <a:gradFill>
          <a:gsLst>
            <a:gs pos="0">
              <a:srgbClr val="FFC993"/>
            </a:gs>
            <a:gs pos="100000">
              <a:srgbClr val="FFB061"/>
            </a:gs>
          </a:gsLst>
          <a:lin ang="5400000" scaled="0"/>
        </a:gradFill>
        <a:effectLst/>
      </p:bgPr>
    </p:bg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Google Shape;960;p101" descr="vdsvs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28600"/>
            <a:ext cx="12192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101" descr="vdv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7184" y="4057650"/>
            <a:ext cx="1437216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101" descr="chari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0" y="4495800"/>
            <a:ext cx="42418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101" descr="desk"/>
          <p:cNvPicPr preferRelativeResize="0"/>
          <p:nvPr/>
        </p:nvPicPr>
        <p:blipFill rotWithShape="1">
          <a:blip r:embed="rId5">
            <a:alphaModFix/>
          </a:blip>
          <a:srcRect b="32500"/>
          <a:stretch/>
        </p:blipFill>
        <p:spPr>
          <a:xfrm>
            <a:off x="1625600" y="4800600"/>
            <a:ext cx="93472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101" descr="office_art_calenda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43200" y="5570538"/>
            <a:ext cx="2133600" cy="1287462"/>
          </a:xfrm>
          <a:prstGeom prst="rect">
            <a:avLst/>
          </a:prstGeom>
          <a:noFill/>
          <a:ln>
            <a:noFill/>
          </a:ln>
          <a:effectLst>
            <a:outerShdw dist="53882" dir="2700000" algn="ctr" rotWithShape="0">
              <a:srgbClr val="333333"/>
            </a:outerShdw>
          </a:effectLst>
        </p:spPr>
      </p:pic>
      <p:pic>
        <p:nvPicPr>
          <p:cNvPr id="965" name="Google Shape;965;p101" descr="education_art_awards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23200" y="5715001"/>
            <a:ext cx="2235200" cy="949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333333"/>
            </a:outerShdw>
          </a:effectLst>
        </p:spPr>
      </p:pic>
      <p:pic>
        <p:nvPicPr>
          <p:cNvPr id="966" name="Google Shape;966;p101" descr="dss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30400" y="-304800"/>
            <a:ext cx="8229600" cy="981075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333333">
                <a:alpha val="49019"/>
              </a:srgbClr>
            </a:outerShdw>
          </a:effectLst>
        </p:spPr>
      </p:pic>
      <p:sp>
        <p:nvSpPr>
          <p:cNvPr id="967" name="Google Shape;967;p101"/>
          <p:cNvSpPr txBox="1">
            <a:spLocks noGrp="1"/>
          </p:cNvSpPr>
          <p:nvPr>
            <p:ph type="ctrTitle"/>
          </p:nvPr>
        </p:nvSpPr>
        <p:spPr>
          <a:xfrm>
            <a:off x="914400" y="76200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8" name="Google Shape;968;p101"/>
          <p:cNvSpPr txBox="1">
            <a:spLocks noGrp="1"/>
          </p:cNvSpPr>
          <p:nvPr>
            <p:ph type="subTitle" idx="1"/>
          </p:nvPr>
        </p:nvSpPr>
        <p:spPr>
          <a:xfrm>
            <a:off x="1828800" y="2517775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969" name="Google Shape;969;p10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0" name="Google Shape;970;p10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10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objecto" type="obj">
  <p:cSld name="OBJECT"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22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4" name="Google Shape;974;p122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10972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975" name="Google Shape;975;p12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6" name="Google Shape;976;p12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7" name="Google Shape;977;p12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cção" type="secHead">
  <p:cSld name="SECTION_HEADER"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23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0" name="Google Shape;980;p123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981" name="Google Shape;981;p12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12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12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Duplo" type="twoObj">
  <p:cSld name="TWO_OBJECTS"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124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6" name="Google Shape;986;p124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5384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987" name="Google Shape;987;p124"/>
          <p:cNvSpPr txBox="1">
            <a:spLocks noGrp="1"/>
          </p:cNvSpPr>
          <p:nvPr>
            <p:ph type="body" idx="2"/>
          </p:nvPr>
        </p:nvSpPr>
        <p:spPr>
          <a:xfrm>
            <a:off x="6197600" y="1066801"/>
            <a:ext cx="5384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988" name="Google Shape;988;p12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9" name="Google Shape;989;p12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0" name="Google Shape;990;p12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2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3" name="Google Shape;993;p125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994" name="Google Shape;994;p125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995" name="Google Shape;995;p125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996" name="Google Shape;996;p125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997" name="Google Shape;997;p12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8" name="Google Shape;998;p125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9" name="Google Shape;999;p12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 título" type="titleOnly">
  <p:cSld name="TITLE_ONLY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26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2" name="Google Shape;1002;p12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3" name="Google Shape;1003;p12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4" name="Google Shape;1004;p12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12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7" name="Google Shape;1007;p127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8" name="Google Shape;1008;p12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128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128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1012" name="Google Shape;1012;p128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1013" name="Google Shape;1013;p1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4" name="Google Shape;1014;p128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5" name="Google Shape;1015;p12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29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8" name="Google Shape;1018;p129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19" name="Google Shape;1019;p129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1020" name="Google Shape;1020;p12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1" name="Google Shape;1021;p12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2" name="Google Shape;1022;p12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30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5" name="Google Shape;1025;p130"/>
          <p:cNvSpPr txBox="1">
            <a:spLocks noGrp="1"/>
          </p:cNvSpPr>
          <p:nvPr>
            <p:ph type="body" idx="1"/>
          </p:nvPr>
        </p:nvSpPr>
        <p:spPr>
          <a:xfrm rot="5400000">
            <a:off x="3566318" y="-1889918"/>
            <a:ext cx="50593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6" name="Google Shape;1026;p1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7" name="Google Shape;1027;p130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8" name="Google Shape;1028;p13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e texto" type="vertTitleAndTx">
  <p:cSld name="VERTICAL_TITLE_AND_VERTICAL_TEXT"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131"/>
          <p:cNvSpPr txBox="1">
            <a:spLocks noGrp="1"/>
          </p:cNvSpPr>
          <p:nvPr>
            <p:ph type="title"/>
          </p:nvPr>
        </p:nvSpPr>
        <p:spPr>
          <a:xfrm rot="5400000">
            <a:off x="7071519" y="1615282"/>
            <a:ext cx="62785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1" name="Google Shape;1031;p131"/>
          <p:cNvSpPr txBox="1">
            <a:spLocks noGrp="1"/>
          </p:cNvSpPr>
          <p:nvPr>
            <p:ph type="body" idx="1"/>
          </p:nvPr>
        </p:nvSpPr>
        <p:spPr>
          <a:xfrm rot="5400000">
            <a:off x="1483518" y="-1026318"/>
            <a:ext cx="62785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32" name="Google Shape;1032;p13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3" name="Google Shape;1033;p13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4" name="Google Shape;1034;p13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objecto" type="obj">
  <p:cSld name="OBJECT"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03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5" name="Google Shape;1045;p103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10972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46" name="Google Shape;1046;p10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7" name="Google Shape;1047;p10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8" name="Google Shape;1048;p10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o de título" type="title">
  <p:cSld name="TITLE">
    <p:bg>
      <p:bgPr>
        <a:gradFill>
          <a:gsLst>
            <a:gs pos="0">
              <a:srgbClr val="FFC993"/>
            </a:gs>
            <a:gs pos="100000">
              <a:srgbClr val="FFB061"/>
            </a:gs>
          </a:gsLst>
          <a:lin ang="5400000" scaled="0"/>
        </a:gradFill>
        <a:effectLst/>
      </p:bgPr>
    </p:bg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104" descr="vdsvs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28600"/>
            <a:ext cx="12192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104" descr="vdv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7184" y="4057650"/>
            <a:ext cx="1437216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p104" descr="chari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0" y="4495800"/>
            <a:ext cx="42418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104" descr="desk"/>
          <p:cNvPicPr preferRelativeResize="0"/>
          <p:nvPr/>
        </p:nvPicPr>
        <p:blipFill rotWithShape="1">
          <a:blip r:embed="rId5">
            <a:alphaModFix/>
          </a:blip>
          <a:srcRect b="32500"/>
          <a:stretch/>
        </p:blipFill>
        <p:spPr>
          <a:xfrm>
            <a:off x="1625600" y="4800600"/>
            <a:ext cx="93472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104" descr="office_art_calenda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43200" y="5570538"/>
            <a:ext cx="2133600" cy="1287462"/>
          </a:xfrm>
          <a:prstGeom prst="rect">
            <a:avLst/>
          </a:prstGeom>
          <a:noFill/>
          <a:ln>
            <a:noFill/>
          </a:ln>
          <a:effectLst>
            <a:outerShdw dist="53882" dir="2700000" algn="ctr" rotWithShape="0">
              <a:srgbClr val="333333"/>
            </a:outerShdw>
          </a:effectLst>
        </p:spPr>
      </p:pic>
      <p:pic>
        <p:nvPicPr>
          <p:cNvPr id="1055" name="Google Shape;1055;p104" descr="education_art_awards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23200" y="5715001"/>
            <a:ext cx="2235200" cy="949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333333"/>
            </a:outerShdw>
          </a:effectLst>
        </p:spPr>
      </p:pic>
      <p:pic>
        <p:nvPicPr>
          <p:cNvPr id="1056" name="Google Shape;1056;p104" descr="dss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30400" y="-304800"/>
            <a:ext cx="8229600" cy="981075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333333">
                <a:alpha val="49019"/>
              </a:srgbClr>
            </a:outerShdw>
          </a:effectLst>
        </p:spPr>
      </p:pic>
      <p:sp>
        <p:nvSpPr>
          <p:cNvPr id="1057" name="Google Shape;1057;p104"/>
          <p:cNvSpPr txBox="1">
            <a:spLocks noGrp="1"/>
          </p:cNvSpPr>
          <p:nvPr>
            <p:ph type="ctrTitle"/>
          </p:nvPr>
        </p:nvSpPr>
        <p:spPr>
          <a:xfrm>
            <a:off x="914400" y="762001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8" name="Google Shape;1058;p104"/>
          <p:cNvSpPr txBox="1">
            <a:spLocks noGrp="1"/>
          </p:cNvSpPr>
          <p:nvPr>
            <p:ph type="subTitle" idx="1"/>
          </p:nvPr>
        </p:nvSpPr>
        <p:spPr>
          <a:xfrm>
            <a:off x="1828800" y="2517775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59" name="Google Shape;1059;p10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0" name="Google Shape;1060;p10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1" name="Google Shape;1061;p10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cção" type="secHead">
  <p:cSld name="SECTION_HEADER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72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4" name="Google Shape;1064;p172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1065" name="Google Shape;1065;p17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6" name="Google Shape;1066;p17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7" name="Google Shape;1067;p17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Duplo" type="twoObj">
  <p:cSld name="TWO_OBJECTS"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73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0" name="Google Shape;1070;p173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5384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1071" name="Google Shape;1071;p173"/>
          <p:cNvSpPr txBox="1">
            <a:spLocks noGrp="1"/>
          </p:cNvSpPr>
          <p:nvPr>
            <p:ph type="body" idx="2"/>
          </p:nvPr>
        </p:nvSpPr>
        <p:spPr>
          <a:xfrm>
            <a:off x="6197600" y="1066801"/>
            <a:ext cx="5384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1072" name="Google Shape;1072;p17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3" name="Google Shape;1073;p17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4" name="Google Shape;1074;p17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7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7" name="Google Shape;1077;p174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1078" name="Google Shape;1078;p174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1079" name="Google Shape;1079;p174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1080" name="Google Shape;1080;p174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1081" name="Google Shape;1081;p17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2" name="Google Shape;1082;p17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3" name="Google Shape;1083;p17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 título" type="titleOnly">
  <p:cSld name="TITLE_ONLY"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175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6" name="Google Shape;1086;p17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7" name="Google Shape;1087;p175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8" name="Google Shape;1088;p17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17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1" name="Google Shape;1091;p17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2" name="Google Shape;1092;p17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177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5" name="Google Shape;1095;p177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1096" name="Google Shape;1096;p177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1097" name="Google Shape;1097;p17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8" name="Google Shape;1098;p177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9" name="Google Shape;1099;p17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78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2" name="Google Shape;1102;p178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03" name="Google Shape;1103;p178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1104" name="Google Shape;1104;p17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5" name="Google Shape;1105;p178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6" name="Google Shape;1106;p17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79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9" name="Google Shape;1109;p179"/>
          <p:cNvSpPr txBox="1">
            <a:spLocks noGrp="1"/>
          </p:cNvSpPr>
          <p:nvPr>
            <p:ph type="body" idx="1"/>
          </p:nvPr>
        </p:nvSpPr>
        <p:spPr>
          <a:xfrm rot="5400000">
            <a:off x="3566318" y="-1889918"/>
            <a:ext cx="50593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110" name="Google Shape;1110;p17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1" name="Google Shape;1111;p17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2" name="Google Shape;1112;p17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e texto" type="vertTitleAndTx">
  <p:cSld name="VERTICAL_TITLE_AND_VERTICAL_TEXT"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180"/>
          <p:cNvSpPr txBox="1">
            <a:spLocks noGrp="1"/>
          </p:cNvSpPr>
          <p:nvPr>
            <p:ph type="title"/>
          </p:nvPr>
        </p:nvSpPr>
        <p:spPr>
          <a:xfrm rot="5400000">
            <a:off x="7071519" y="1615282"/>
            <a:ext cx="62785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5" name="Google Shape;1115;p180"/>
          <p:cNvSpPr txBox="1">
            <a:spLocks noGrp="1"/>
          </p:cNvSpPr>
          <p:nvPr>
            <p:ph type="body" idx="1"/>
          </p:nvPr>
        </p:nvSpPr>
        <p:spPr>
          <a:xfrm rot="5400000">
            <a:off x="1483518" y="-1026318"/>
            <a:ext cx="62785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116" name="Google Shape;1116;p18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7" name="Google Shape;1117;p180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8" name="Google Shape;1118;p18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o de título" type="title">
  <p:cSld name="TITLE">
    <p:bg>
      <p:bgPr>
        <a:gradFill>
          <a:gsLst>
            <a:gs pos="0">
              <a:srgbClr val="FFC993"/>
            </a:gs>
            <a:gs pos="100000">
              <a:srgbClr val="FFB061"/>
            </a:gs>
          </a:gsLst>
          <a:lin ang="5400012" scaled="0"/>
        </a:gradFill>
        <a:effectLst/>
      </p:bgPr>
    </p:bg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8" name="Google Shape;1128;g2a3640339fe_0_107" descr="vdsvs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28600"/>
            <a:ext cx="12192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g2a3640339fe_0_107" descr="vdv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7184" y="4057650"/>
            <a:ext cx="1437216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g2a3640339fe_0_107" descr="chari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0" y="4495800"/>
            <a:ext cx="42418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1" name="Google Shape;1131;g2a3640339fe_0_107" descr="desk"/>
          <p:cNvPicPr preferRelativeResize="0"/>
          <p:nvPr/>
        </p:nvPicPr>
        <p:blipFill rotWithShape="1">
          <a:blip r:embed="rId5">
            <a:alphaModFix/>
          </a:blip>
          <a:srcRect b="32500"/>
          <a:stretch/>
        </p:blipFill>
        <p:spPr>
          <a:xfrm>
            <a:off x="1625600" y="4800600"/>
            <a:ext cx="93472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g2a3640339fe_0_107" descr="office_art_calenda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43200" y="5570538"/>
            <a:ext cx="2133600" cy="1287462"/>
          </a:xfrm>
          <a:prstGeom prst="rect">
            <a:avLst/>
          </a:prstGeom>
          <a:noFill/>
          <a:ln>
            <a:noFill/>
          </a:ln>
          <a:effectLst>
            <a:outerShdw dist="53882" dir="2700000" algn="ctr" rotWithShape="0">
              <a:srgbClr val="333333"/>
            </a:outerShdw>
          </a:effectLst>
        </p:spPr>
      </p:pic>
      <p:pic>
        <p:nvPicPr>
          <p:cNvPr id="1133" name="Google Shape;1133;g2a3640339fe_0_107" descr="education_art_awards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23200" y="5715001"/>
            <a:ext cx="2235200" cy="9493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333333"/>
            </a:outerShdw>
          </a:effectLst>
        </p:spPr>
      </p:pic>
      <p:pic>
        <p:nvPicPr>
          <p:cNvPr id="1134" name="Google Shape;1134;g2a3640339fe_0_107" descr="dss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30400" y="-304800"/>
            <a:ext cx="8229600" cy="981075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rgbClr val="333333">
                <a:alpha val="49800"/>
              </a:srgbClr>
            </a:outerShdw>
          </a:effectLst>
        </p:spPr>
      </p:pic>
      <p:sp>
        <p:nvSpPr>
          <p:cNvPr id="1135" name="Google Shape;1135;g2a3640339fe_0_107"/>
          <p:cNvSpPr txBox="1">
            <a:spLocks noGrp="1"/>
          </p:cNvSpPr>
          <p:nvPr>
            <p:ph type="ctrTitle"/>
          </p:nvPr>
        </p:nvSpPr>
        <p:spPr>
          <a:xfrm>
            <a:off x="914400" y="762001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6" name="Google Shape;1136;g2a3640339fe_0_107"/>
          <p:cNvSpPr txBox="1">
            <a:spLocks noGrp="1"/>
          </p:cNvSpPr>
          <p:nvPr>
            <p:ph type="subTitle" idx="1"/>
          </p:nvPr>
        </p:nvSpPr>
        <p:spPr>
          <a:xfrm>
            <a:off x="1828800" y="2517775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137" name="Google Shape;1137;g2a3640339fe_0_10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8" name="Google Shape;1138;g2a3640339fe_0_107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9" name="Google Shape;1139;g2a3640339fe_0_10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objecto" type="obj">
  <p:cSld name="OBJECT"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2a3640339fe_0_120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2" name="Google Shape;1142;g2a3640339fe_0_120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10972800" cy="50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143" name="Google Shape;1143;g2a3640339fe_0_12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4" name="Google Shape;1144;g2a3640339fe_0_120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5" name="Google Shape;1145;g2a3640339fe_0_12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cção" type="secHead">
  <p:cSld name="SECTION_HEADER"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2a3640339fe_0_126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8" name="Google Shape;1148;g2a3640339fe_0_126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1149" name="Google Shape;1149;g2a3640339fe_0_12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0" name="Google Shape;1150;g2a3640339fe_0_126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1" name="Google Shape;1151;g2a3640339fe_0_126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Duplo" type="twoObj">
  <p:cSld name="TWO_OBJECTS"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a3640339fe_0_132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4" name="Google Shape;1154;g2a3640339fe_0_132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5384700" cy="50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1155" name="Google Shape;1155;g2a3640339fe_0_132"/>
          <p:cNvSpPr txBox="1">
            <a:spLocks noGrp="1"/>
          </p:cNvSpPr>
          <p:nvPr>
            <p:ph type="body" idx="2"/>
          </p:nvPr>
        </p:nvSpPr>
        <p:spPr>
          <a:xfrm>
            <a:off x="6197600" y="1066801"/>
            <a:ext cx="5384700" cy="50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1156" name="Google Shape;1156;g2a3640339fe_0_13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7" name="Google Shape;1157;g2a3640339fe_0_13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8" name="Google Shape;1158;g2a3640339fe_0_13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2a3640339fe_0_13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1" name="Google Shape;1161;g2a3640339fe_0_13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1162" name="Google Shape;1162;g2a3640339fe_0_13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1163" name="Google Shape;1163;g2a3640339fe_0_139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1164" name="Google Shape;1164;g2a3640339fe_0_139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1165" name="Google Shape;1165;g2a3640339fe_0_1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6" name="Google Shape;1166;g2a3640339fe_0_13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7" name="Google Shape;1167;g2a3640339fe_0_13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 título" type="titleOnly">
  <p:cSld name="TITLE_ONLY"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2a3640339fe_0_148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0" name="Google Shape;1170;g2a3640339fe_0_14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1" name="Google Shape;1171;g2a3640339fe_0_148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2" name="Google Shape;1172;g2a3640339fe_0_148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2a3640339fe_0_15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5" name="Google Shape;1175;g2a3640339fe_0_153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6" name="Google Shape;1176;g2a3640339fe_0_153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2a3640339fe_0_157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9" name="Google Shape;1179;g2a3640339fe_0_157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1180" name="Google Shape;1180;g2a3640339fe_0_157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1181" name="Google Shape;1181;g2a3640339fe_0_15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2" name="Google Shape;1182;g2a3640339fe_0_157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3" name="Google Shape;1183;g2a3640339fe_0_15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2a3640339fe_0_164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6" name="Google Shape;1186;g2a3640339fe_0_164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87" name="Google Shape;1187;g2a3640339fe_0_164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1188" name="Google Shape;1188;g2a3640339fe_0_16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9" name="Google Shape;1189;g2a3640339fe_0_16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0" name="Google Shape;1190;g2a3640339fe_0_16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2a3640339fe_0_171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3" name="Google Shape;1193;g2a3640339fe_0_171"/>
          <p:cNvSpPr txBox="1">
            <a:spLocks noGrp="1"/>
          </p:cNvSpPr>
          <p:nvPr>
            <p:ph type="body" idx="1"/>
          </p:nvPr>
        </p:nvSpPr>
        <p:spPr>
          <a:xfrm rot="5400000">
            <a:off x="3566250" y="-1889849"/>
            <a:ext cx="5059500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194" name="Google Shape;1194;g2a3640339fe_0_17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5" name="Google Shape;1195;g2a3640339fe_0_171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6" name="Google Shape;1196;g2a3640339fe_0_171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e texto" type="vertTitleAndTx">
  <p:cSld name="VERTICAL_TITLE_AND_VERTICAL_TEXT"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2a3640339fe_0_177"/>
          <p:cNvSpPr txBox="1">
            <a:spLocks noGrp="1"/>
          </p:cNvSpPr>
          <p:nvPr>
            <p:ph type="title"/>
          </p:nvPr>
        </p:nvSpPr>
        <p:spPr>
          <a:xfrm rot="5400000">
            <a:off x="7071450" y="1615350"/>
            <a:ext cx="62787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9" name="Google Shape;1199;g2a3640339fe_0_177"/>
          <p:cNvSpPr txBox="1">
            <a:spLocks noGrp="1"/>
          </p:cNvSpPr>
          <p:nvPr>
            <p:ph type="body" idx="1"/>
          </p:nvPr>
        </p:nvSpPr>
        <p:spPr>
          <a:xfrm rot="5400000">
            <a:off x="1483400" y="-1026300"/>
            <a:ext cx="62787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200" name="Google Shape;1200;g2a3640339fe_0_17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1" name="Google Shape;1201;g2a3640339fe_0_177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2" name="Google Shape;1202;g2a3640339fe_0_17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buNone/>
              <a:defRPr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2a3640339fe_0_59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1" name="Google Shape;1211;g2a3640339fe_0_59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2" name="Google Shape;1212;g2a3640339fe_0_59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3" name="Google Shape;1213;g2a3640339fe_0_59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4" name="Google Shape;1214;g2a3640339fe_0_59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6" name="Google Shape;1216;g2a3640339fe_0_601"/>
          <p:cNvGrpSpPr/>
          <p:nvPr/>
        </p:nvGrpSpPr>
        <p:grpSpPr>
          <a:xfrm>
            <a:off x="139031" y="67398"/>
            <a:ext cx="13688444" cy="7050109"/>
            <a:chOff x="104275" y="50550"/>
            <a:chExt cx="10266590" cy="5287714"/>
          </a:xfrm>
        </p:grpSpPr>
        <p:sp>
          <p:nvSpPr>
            <p:cNvPr id="1217" name="Google Shape;1217;g2a3640339fe_0_601"/>
            <p:cNvSpPr/>
            <p:nvPr/>
          </p:nvSpPr>
          <p:spPr>
            <a:xfrm>
              <a:off x="2444298" y="3856703"/>
              <a:ext cx="2558390" cy="1098526"/>
            </a:xfrm>
            <a:custGeom>
              <a:avLst/>
              <a:gdLst/>
              <a:ahLst/>
              <a:cxnLst/>
              <a:rect l="l" t="t" r="r" b="b"/>
              <a:pathLst>
                <a:path w="5472493" h="2349788" extrusionOk="0">
                  <a:moveTo>
                    <a:pt x="5436617" y="2349535"/>
                  </a:moveTo>
                  <a:cubicBezTo>
                    <a:pt x="5460493" y="2251739"/>
                    <a:pt x="5472557" y="2151434"/>
                    <a:pt x="5472494" y="2050767"/>
                  </a:cubicBezTo>
                  <a:cubicBezTo>
                    <a:pt x="5472494" y="1357538"/>
                    <a:pt x="4910519" y="795563"/>
                    <a:pt x="4217290" y="795563"/>
                  </a:cubicBezTo>
                  <a:cubicBezTo>
                    <a:pt x="4134930" y="795556"/>
                    <a:pt x="4052761" y="803596"/>
                    <a:pt x="3971989" y="819566"/>
                  </a:cubicBezTo>
                  <a:cubicBezTo>
                    <a:pt x="3864356" y="269832"/>
                    <a:pt x="3331401" y="-88551"/>
                    <a:pt x="2781681" y="19095"/>
                  </a:cubicBezTo>
                  <a:cubicBezTo>
                    <a:pt x="2480437" y="78083"/>
                    <a:pt x="2222119" y="270325"/>
                    <a:pt x="2079118" y="541944"/>
                  </a:cubicBezTo>
                  <a:cubicBezTo>
                    <a:pt x="1556068" y="340890"/>
                    <a:pt x="969017" y="601932"/>
                    <a:pt x="767963" y="1125007"/>
                  </a:cubicBezTo>
                  <a:cubicBezTo>
                    <a:pt x="723354" y="1241066"/>
                    <a:pt x="700456" y="1364332"/>
                    <a:pt x="700405" y="1488665"/>
                  </a:cubicBezTo>
                  <a:cubicBezTo>
                    <a:pt x="700405" y="1512097"/>
                    <a:pt x="701294" y="1535274"/>
                    <a:pt x="702818" y="1558515"/>
                  </a:cubicBezTo>
                  <a:cubicBezTo>
                    <a:pt x="367094" y="1509627"/>
                    <a:pt x="55302" y="1742157"/>
                    <a:pt x="6414" y="2077882"/>
                  </a:cubicBezTo>
                  <a:cubicBezTo>
                    <a:pt x="2153" y="2107136"/>
                    <a:pt x="7" y="2136651"/>
                    <a:pt x="0" y="2166211"/>
                  </a:cubicBezTo>
                  <a:cubicBezTo>
                    <a:pt x="-63" y="2228466"/>
                    <a:pt x="9360" y="2290372"/>
                    <a:pt x="27940" y="234978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g2a3640339fe_0_601"/>
            <p:cNvSpPr/>
            <p:nvPr/>
          </p:nvSpPr>
          <p:spPr>
            <a:xfrm>
              <a:off x="5295333" y="4495140"/>
              <a:ext cx="1449771" cy="493781"/>
            </a:xfrm>
            <a:custGeom>
              <a:avLst/>
              <a:gdLst/>
              <a:ahLst/>
              <a:cxnLst/>
              <a:rect l="l" t="t" r="r" b="b"/>
              <a:pathLst>
                <a:path w="2870834" h="977784" extrusionOk="0">
                  <a:moveTo>
                    <a:pt x="2870835" y="977785"/>
                  </a:moveTo>
                  <a:cubicBezTo>
                    <a:pt x="2845943" y="605751"/>
                    <a:pt x="2524252" y="324312"/>
                    <a:pt x="2152206" y="349172"/>
                  </a:cubicBezTo>
                  <a:cubicBezTo>
                    <a:pt x="2121916" y="351192"/>
                    <a:pt x="2091817" y="355256"/>
                    <a:pt x="2062099" y="361326"/>
                  </a:cubicBezTo>
                  <a:cubicBezTo>
                    <a:pt x="1974025" y="87578"/>
                    <a:pt x="1680655" y="-62923"/>
                    <a:pt x="1406906" y="25176"/>
                  </a:cubicBezTo>
                  <a:cubicBezTo>
                    <a:pt x="1329372" y="50126"/>
                    <a:pt x="1258760" y="92925"/>
                    <a:pt x="1200785" y="150125"/>
                  </a:cubicBezTo>
                  <a:cubicBezTo>
                    <a:pt x="925068" y="68357"/>
                    <a:pt x="635318" y="225570"/>
                    <a:pt x="553530" y="501274"/>
                  </a:cubicBezTo>
                  <a:cubicBezTo>
                    <a:pt x="543623" y="534656"/>
                    <a:pt x="537084" y="568952"/>
                    <a:pt x="534035" y="603643"/>
                  </a:cubicBezTo>
                  <a:cubicBezTo>
                    <a:pt x="325882" y="529640"/>
                    <a:pt x="97092" y="638409"/>
                    <a:pt x="23114" y="846587"/>
                  </a:cubicBezTo>
                  <a:cubicBezTo>
                    <a:pt x="8128" y="888726"/>
                    <a:pt x="318" y="933068"/>
                    <a:pt x="0" y="9777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g2a3640339fe_0_601"/>
            <p:cNvSpPr/>
            <p:nvPr/>
          </p:nvSpPr>
          <p:spPr>
            <a:xfrm>
              <a:off x="4159304" y="3962484"/>
              <a:ext cx="1535294" cy="703291"/>
            </a:xfrm>
            <a:custGeom>
              <a:avLst/>
              <a:gdLst/>
              <a:ahLst/>
              <a:cxnLst/>
              <a:rect l="l" t="t" r="r" b="b"/>
              <a:pathLst>
                <a:path w="2580326" h="1182002" extrusionOk="0">
                  <a:moveTo>
                    <a:pt x="2518156" y="1182003"/>
                  </a:moveTo>
                  <a:cubicBezTo>
                    <a:pt x="2695257" y="740671"/>
                    <a:pt x="2481072" y="239313"/>
                    <a:pt x="2039747" y="62186"/>
                  </a:cubicBezTo>
                  <a:cubicBezTo>
                    <a:pt x="1598422" y="-114941"/>
                    <a:pt x="1097089" y="99239"/>
                    <a:pt x="919925" y="540570"/>
                  </a:cubicBezTo>
                  <a:cubicBezTo>
                    <a:pt x="906018" y="575279"/>
                    <a:pt x="894397" y="610858"/>
                    <a:pt x="885063" y="647079"/>
                  </a:cubicBezTo>
                  <a:cubicBezTo>
                    <a:pt x="557213" y="511557"/>
                    <a:pt x="181546" y="667475"/>
                    <a:pt x="46038" y="995338"/>
                  </a:cubicBezTo>
                  <a:cubicBezTo>
                    <a:pt x="21399" y="1054901"/>
                    <a:pt x="5905" y="1117823"/>
                    <a:pt x="0" y="118200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g2a3640339fe_0_601"/>
            <p:cNvSpPr/>
            <p:nvPr/>
          </p:nvSpPr>
          <p:spPr>
            <a:xfrm>
              <a:off x="4832518" y="3687079"/>
              <a:ext cx="3420308" cy="1468618"/>
            </a:xfrm>
            <a:custGeom>
              <a:avLst/>
              <a:gdLst/>
              <a:ahLst/>
              <a:cxnLst/>
              <a:rect l="l" t="t" r="r" b="b"/>
              <a:pathLst>
                <a:path w="5472493" h="2349788" extrusionOk="0">
                  <a:moveTo>
                    <a:pt x="5436617" y="2349535"/>
                  </a:moveTo>
                  <a:cubicBezTo>
                    <a:pt x="5460493" y="2251739"/>
                    <a:pt x="5472557" y="2151434"/>
                    <a:pt x="5472494" y="2050767"/>
                  </a:cubicBezTo>
                  <a:cubicBezTo>
                    <a:pt x="5472494" y="1357538"/>
                    <a:pt x="4910519" y="795563"/>
                    <a:pt x="4217290" y="795563"/>
                  </a:cubicBezTo>
                  <a:cubicBezTo>
                    <a:pt x="4134930" y="795556"/>
                    <a:pt x="4052761" y="803596"/>
                    <a:pt x="3971989" y="819566"/>
                  </a:cubicBezTo>
                  <a:cubicBezTo>
                    <a:pt x="3864356" y="269832"/>
                    <a:pt x="3331401" y="-88551"/>
                    <a:pt x="2781681" y="19095"/>
                  </a:cubicBezTo>
                  <a:cubicBezTo>
                    <a:pt x="2480437" y="78083"/>
                    <a:pt x="2222119" y="270325"/>
                    <a:pt x="2079118" y="541944"/>
                  </a:cubicBezTo>
                  <a:cubicBezTo>
                    <a:pt x="1556068" y="340890"/>
                    <a:pt x="969017" y="601932"/>
                    <a:pt x="767963" y="1125007"/>
                  </a:cubicBezTo>
                  <a:cubicBezTo>
                    <a:pt x="723354" y="1241066"/>
                    <a:pt x="700456" y="1364332"/>
                    <a:pt x="700405" y="1488665"/>
                  </a:cubicBezTo>
                  <a:cubicBezTo>
                    <a:pt x="700405" y="1512097"/>
                    <a:pt x="701294" y="1535274"/>
                    <a:pt x="702818" y="1558515"/>
                  </a:cubicBezTo>
                  <a:cubicBezTo>
                    <a:pt x="367094" y="1509627"/>
                    <a:pt x="55302" y="1742157"/>
                    <a:pt x="6414" y="2077882"/>
                  </a:cubicBezTo>
                  <a:cubicBezTo>
                    <a:pt x="2153" y="2107136"/>
                    <a:pt x="7" y="2136651"/>
                    <a:pt x="0" y="2166211"/>
                  </a:cubicBezTo>
                  <a:cubicBezTo>
                    <a:pt x="-63" y="2228466"/>
                    <a:pt x="9360" y="2290372"/>
                    <a:pt x="27940" y="234978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g2a3640339fe_0_601"/>
            <p:cNvSpPr/>
            <p:nvPr/>
          </p:nvSpPr>
          <p:spPr>
            <a:xfrm>
              <a:off x="2867782" y="4501768"/>
              <a:ext cx="1717868" cy="654661"/>
            </a:xfrm>
            <a:custGeom>
              <a:avLst/>
              <a:gdLst/>
              <a:ahLst/>
              <a:cxnLst/>
              <a:rect l="l" t="t" r="r" b="b"/>
              <a:pathLst>
                <a:path w="3674584" h="1400344" extrusionOk="0">
                  <a:moveTo>
                    <a:pt x="3674585" y="1400345"/>
                  </a:moveTo>
                  <a:cubicBezTo>
                    <a:pt x="3663789" y="1096548"/>
                    <a:pt x="3408773" y="859033"/>
                    <a:pt x="3104926" y="869834"/>
                  </a:cubicBezTo>
                  <a:cubicBezTo>
                    <a:pt x="3067460" y="871168"/>
                    <a:pt x="3030250" y="876324"/>
                    <a:pt x="2993801" y="885233"/>
                  </a:cubicBezTo>
                  <a:cubicBezTo>
                    <a:pt x="2942556" y="347585"/>
                    <a:pt x="2465220" y="-46744"/>
                    <a:pt x="1927572" y="4475"/>
                  </a:cubicBezTo>
                  <a:cubicBezTo>
                    <a:pt x="1581262" y="37463"/>
                    <a:pt x="1278551" y="251947"/>
                    <a:pt x="1132616" y="567733"/>
                  </a:cubicBezTo>
                  <a:cubicBezTo>
                    <a:pt x="771282" y="359332"/>
                    <a:pt x="309421" y="483310"/>
                    <a:pt x="101020" y="844637"/>
                  </a:cubicBezTo>
                  <a:cubicBezTo>
                    <a:pt x="4055" y="1012760"/>
                    <a:pt x="-24469" y="1211756"/>
                    <a:pt x="21366" y="140034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g2a3640339fe_0_601"/>
            <p:cNvSpPr/>
            <p:nvPr/>
          </p:nvSpPr>
          <p:spPr>
            <a:xfrm flipH="1">
              <a:off x="2057325" y="4709438"/>
              <a:ext cx="941819" cy="431431"/>
            </a:xfrm>
            <a:custGeom>
              <a:avLst/>
              <a:gdLst/>
              <a:ahLst/>
              <a:cxnLst/>
              <a:rect l="l" t="t" r="r" b="b"/>
              <a:pathLst>
                <a:path w="2580326" h="1182002" extrusionOk="0">
                  <a:moveTo>
                    <a:pt x="2518156" y="1182003"/>
                  </a:moveTo>
                  <a:cubicBezTo>
                    <a:pt x="2695257" y="740671"/>
                    <a:pt x="2481072" y="239313"/>
                    <a:pt x="2039747" y="62186"/>
                  </a:cubicBezTo>
                  <a:cubicBezTo>
                    <a:pt x="1598422" y="-114941"/>
                    <a:pt x="1097089" y="99239"/>
                    <a:pt x="919925" y="540570"/>
                  </a:cubicBezTo>
                  <a:cubicBezTo>
                    <a:pt x="906018" y="575279"/>
                    <a:pt x="894397" y="610858"/>
                    <a:pt x="885063" y="647079"/>
                  </a:cubicBezTo>
                  <a:cubicBezTo>
                    <a:pt x="557213" y="511557"/>
                    <a:pt x="181546" y="667475"/>
                    <a:pt x="46038" y="995338"/>
                  </a:cubicBezTo>
                  <a:cubicBezTo>
                    <a:pt x="21399" y="1054901"/>
                    <a:pt x="5905" y="1117823"/>
                    <a:pt x="0" y="118200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g2a3640339fe_0_601"/>
            <p:cNvSpPr/>
            <p:nvPr/>
          </p:nvSpPr>
          <p:spPr>
            <a:xfrm>
              <a:off x="6498024" y="3944922"/>
              <a:ext cx="3656211" cy="1393342"/>
            </a:xfrm>
            <a:custGeom>
              <a:avLst/>
              <a:gdLst/>
              <a:ahLst/>
              <a:cxnLst/>
              <a:rect l="l" t="t" r="r" b="b"/>
              <a:pathLst>
                <a:path w="3674584" h="1400344" extrusionOk="0">
                  <a:moveTo>
                    <a:pt x="3674585" y="1400345"/>
                  </a:moveTo>
                  <a:cubicBezTo>
                    <a:pt x="3663789" y="1096548"/>
                    <a:pt x="3408773" y="859033"/>
                    <a:pt x="3104926" y="869834"/>
                  </a:cubicBezTo>
                  <a:cubicBezTo>
                    <a:pt x="3067460" y="871168"/>
                    <a:pt x="3030250" y="876324"/>
                    <a:pt x="2993801" y="885233"/>
                  </a:cubicBezTo>
                  <a:cubicBezTo>
                    <a:pt x="2942556" y="347585"/>
                    <a:pt x="2465220" y="-46744"/>
                    <a:pt x="1927572" y="4475"/>
                  </a:cubicBezTo>
                  <a:cubicBezTo>
                    <a:pt x="1581262" y="37463"/>
                    <a:pt x="1278551" y="251947"/>
                    <a:pt x="1132616" y="567733"/>
                  </a:cubicBezTo>
                  <a:cubicBezTo>
                    <a:pt x="771282" y="359332"/>
                    <a:pt x="309421" y="483310"/>
                    <a:pt x="101020" y="844637"/>
                  </a:cubicBezTo>
                  <a:cubicBezTo>
                    <a:pt x="4055" y="1012760"/>
                    <a:pt x="-24469" y="1211756"/>
                    <a:pt x="21366" y="140034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g2a3640339fe_0_601"/>
            <p:cNvSpPr/>
            <p:nvPr/>
          </p:nvSpPr>
          <p:spPr>
            <a:xfrm flipH="1">
              <a:off x="6348583" y="2926377"/>
              <a:ext cx="4022282" cy="1727094"/>
            </a:xfrm>
            <a:custGeom>
              <a:avLst/>
              <a:gdLst/>
              <a:ahLst/>
              <a:cxnLst/>
              <a:rect l="l" t="t" r="r" b="b"/>
              <a:pathLst>
                <a:path w="5472493" h="2349788" extrusionOk="0">
                  <a:moveTo>
                    <a:pt x="5436617" y="2349535"/>
                  </a:moveTo>
                  <a:cubicBezTo>
                    <a:pt x="5460493" y="2251739"/>
                    <a:pt x="5472557" y="2151434"/>
                    <a:pt x="5472494" y="2050767"/>
                  </a:cubicBezTo>
                  <a:cubicBezTo>
                    <a:pt x="5472494" y="1357538"/>
                    <a:pt x="4910519" y="795563"/>
                    <a:pt x="4217290" y="795563"/>
                  </a:cubicBezTo>
                  <a:cubicBezTo>
                    <a:pt x="4134930" y="795556"/>
                    <a:pt x="4052761" y="803596"/>
                    <a:pt x="3971989" y="819566"/>
                  </a:cubicBezTo>
                  <a:cubicBezTo>
                    <a:pt x="3864356" y="269832"/>
                    <a:pt x="3331401" y="-88551"/>
                    <a:pt x="2781681" y="19095"/>
                  </a:cubicBezTo>
                  <a:cubicBezTo>
                    <a:pt x="2480437" y="78083"/>
                    <a:pt x="2222119" y="270325"/>
                    <a:pt x="2079118" y="541944"/>
                  </a:cubicBezTo>
                  <a:cubicBezTo>
                    <a:pt x="1556068" y="340890"/>
                    <a:pt x="969017" y="601932"/>
                    <a:pt x="767963" y="1125007"/>
                  </a:cubicBezTo>
                  <a:cubicBezTo>
                    <a:pt x="723354" y="1241066"/>
                    <a:pt x="700456" y="1364332"/>
                    <a:pt x="700405" y="1488665"/>
                  </a:cubicBezTo>
                  <a:cubicBezTo>
                    <a:pt x="700405" y="1512097"/>
                    <a:pt x="701294" y="1535274"/>
                    <a:pt x="702818" y="1558515"/>
                  </a:cubicBezTo>
                  <a:cubicBezTo>
                    <a:pt x="367094" y="1509627"/>
                    <a:pt x="55302" y="1742157"/>
                    <a:pt x="6414" y="2077882"/>
                  </a:cubicBezTo>
                  <a:cubicBezTo>
                    <a:pt x="2153" y="2107136"/>
                    <a:pt x="7" y="2136651"/>
                    <a:pt x="0" y="2166211"/>
                  </a:cubicBezTo>
                  <a:cubicBezTo>
                    <a:pt x="-63" y="2228466"/>
                    <a:pt x="9360" y="2290372"/>
                    <a:pt x="27940" y="234978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25" name="Google Shape;1225;g2a3640339fe_0_601"/>
            <p:cNvGrpSpPr/>
            <p:nvPr/>
          </p:nvGrpSpPr>
          <p:grpSpPr>
            <a:xfrm>
              <a:off x="7817747" y="1079748"/>
              <a:ext cx="408035" cy="4063663"/>
              <a:chOff x="967895" y="415018"/>
              <a:chExt cx="628714" cy="6262387"/>
            </a:xfrm>
          </p:grpSpPr>
          <p:sp>
            <p:nvSpPr>
              <p:cNvPr id="1226" name="Google Shape;1226;g2a3640339fe_0_601"/>
              <p:cNvSpPr/>
              <p:nvPr/>
            </p:nvSpPr>
            <p:spPr>
              <a:xfrm>
                <a:off x="1207111" y="963605"/>
                <a:ext cx="150300" cy="5713800"/>
              </a:xfrm>
              <a:prstGeom prst="trapezoid">
                <a:avLst>
                  <a:gd name="adj" fmla="val 25183"/>
                </a:avLst>
              </a:prstGeom>
              <a:gradFill>
                <a:gsLst>
                  <a:gs pos="0">
                    <a:srgbClr val="FFFFFF">
                      <a:alpha val="16078"/>
                    </a:srgbClr>
                  </a:gs>
                  <a:gs pos="100000">
                    <a:srgbClr val="FFFFFF">
                      <a:alpha val="16078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27" name="Google Shape;1227;g2a3640339fe_0_601"/>
              <p:cNvGrpSpPr/>
              <p:nvPr/>
            </p:nvGrpSpPr>
            <p:grpSpPr>
              <a:xfrm>
                <a:off x="967895" y="415018"/>
                <a:ext cx="628714" cy="801374"/>
                <a:chOff x="1774126" y="766200"/>
                <a:chExt cx="1582467" cy="2017050"/>
              </a:xfrm>
            </p:grpSpPr>
            <p:sp>
              <p:nvSpPr>
                <p:cNvPr id="1228" name="Google Shape;1228;g2a3640339fe_0_601"/>
                <p:cNvSpPr/>
                <p:nvPr/>
              </p:nvSpPr>
              <p:spPr>
                <a:xfrm>
                  <a:off x="2394628" y="2579744"/>
                  <a:ext cx="341579" cy="20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811" h="163131" extrusionOk="0">
                      <a:moveTo>
                        <a:pt x="20002" y="0"/>
                      </a:moveTo>
                      <a:lnTo>
                        <a:pt x="0" y="120967"/>
                      </a:lnTo>
                      <a:cubicBezTo>
                        <a:pt x="0" y="120967"/>
                        <a:pt x="34798" y="163132"/>
                        <a:pt x="136906" y="163132"/>
                      </a:cubicBezTo>
                      <a:cubicBezTo>
                        <a:pt x="239014" y="163132"/>
                        <a:pt x="273812" y="120967"/>
                        <a:pt x="273812" y="120967"/>
                      </a:cubicBezTo>
                      <a:lnTo>
                        <a:pt x="25381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A7AFCB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9" name="Google Shape;1229;g2a3640339fe_0_601"/>
                <p:cNvSpPr/>
                <p:nvPr/>
              </p:nvSpPr>
              <p:spPr>
                <a:xfrm>
                  <a:off x="1774126" y="1886912"/>
                  <a:ext cx="638562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73" h="674116" extrusionOk="0">
                      <a:moveTo>
                        <a:pt x="436626" y="414528"/>
                      </a:moveTo>
                      <a:lnTo>
                        <a:pt x="0" y="674116"/>
                      </a:lnTo>
                      <a:cubicBezTo>
                        <a:pt x="0" y="674116"/>
                        <a:pt x="55118" y="297752"/>
                        <a:pt x="230759" y="183261"/>
                      </a:cubicBezTo>
                      <a:lnTo>
                        <a:pt x="51187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566185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0" name="Google Shape;1230;g2a3640339fe_0_601"/>
                <p:cNvSpPr/>
                <p:nvPr/>
              </p:nvSpPr>
              <p:spPr>
                <a:xfrm>
                  <a:off x="2718110" y="1886912"/>
                  <a:ext cx="638483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10" h="674116" extrusionOk="0">
                      <a:moveTo>
                        <a:pt x="75248" y="414528"/>
                      </a:moveTo>
                      <a:lnTo>
                        <a:pt x="511810" y="674116"/>
                      </a:lnTo>
                      <a:cubicBezTo>
                        <a:pt x="511810" y="674116"/>
                        <a:pt x="456755" y="297752"/>
                        <a:pt x="281114" y="18326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1" name="Google Shape;1231;g2a3640339fe_0_601"/>
                <p:cNvSpPr/>
                <p:nvPr/>
              </p:nvSpPr>
              <p:spPr>
                <a:xfrm>
                  <a:off x="2187286" y="766200"/>
                  <a:ext cx="756210" cy="1882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180" h="1508680" extrusionOk="0">
                      <a:moveTo>
                        <a:pt x="366146" y="30147"/>
                      </a:moveTo>
                      <a:cubicBezTo>
                        <a:pt x="336237" y="-10049"/>
                        <a:pt x="269943" y="-10049"/>
                        <a:pt x="239971" y="30147"/>
                      </a:cubicBezTo>
                      <a:cubicBezTo>
                        <a:pt x="140276" y="164005"/>
                        <a:pt x="-38095" y="453882"/>
                        <a:pt x="7244" y="765794"/>
                      </a:cubicBezTo>
                      <a:lnTo>
                        <a:pt x="84968" y="1391460"/>
                      </a:lnTo>
                      <a:cubicBezTo>
                        <a:pt x="84968" y="1391460"/>
                        <a:pt x="140403" y="1508681"/>
                        <a:pt x="303090" y="1508681"/>
                      </a:cubicBezTo>
                      <a:cubicBezTo>
                        <a:pt x="465777" y="1508681"/>
                        <a:pt x="521213" y="1391460"/>
                        <a:pt x="521213" y="1391460"/>
                      </a:cubicBezTo>
                      <a:lnTo>
                        <a:pt x="598937" y="765794"/>
                      </a:lnTo>
                      <a:cubicBezTo>
                        <a:pt x="644276" y="453882"/>
                        <a:pt x="465904" y="164005"/>
                        <a:pt x="366146" y="3014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6000">
                      <a:srgbClr val="808CAD"/>
                    </a:gs>
                    <a:gs pos="50000">
                      <a:srgbClr val="A7AFCB"/>
                    </a:gs>
                    <a:gs pos="85000">
                      <a:srgbClr val="808CAD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2" name="Google Shape;1232;g2a3640339fe_0_601"/>
                <p:cNvSpPr/>
                <p:nvPr/>
              </p:nvSpPr>
              <p:spPr>
                <a:xfrm>
                  <a:off x="2568529" y="766497"/>
                  <a:ext cx="375239" cy="1881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3" h="1508315" extrusionOk="0">
                      <a:moveTo>
                        <a:pt x="60579" y="29909"/>
                      </a:moveTo>
                      <a:cubicBezTo>
                        <a:pt x="46025" y="11195"/>
                        <a:pt x="23705" y="178"/>
                        <a:pt x="0" y="0"/>
                      </a:cubicBezTo>
                      <a:lnTo>
                        <a:pt x="0" y="1508316"/>
                      </a:lnTo>
                      <a:cubicBezTo>
                        <a:pt x="160718" y="1507109"/>
                        <a:pt x="215900" y="1391222"/>
                        <a:pt x="215900" y="1391222"/>
                      </a:cubicBezTo>
                      <a:lnTo>
                        <a:pt x="293624" y="765556"/>
                      </a:lnTo>
                      <a:cubicBezTo>
                        <a:pt x="338709" y="453644"/>
                        <a:pt x="160338" y="163766"/>
                        <a:pt x="60579" y="29909"/>
                      </a:cubicBezTo>
                      <a:close/>
                    </a:path>
                  </a:pathLst>
                </a:custGeom>
                <a:solidFill>
                  <a:srgbClr val="FFFFFF">
                    <a:alpha val="16079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3" name="Google Shape;1233;g2a3640339fe_0_601"/>
                <p:cNvSpPr/>
                <p:nvPr/>
              </p:nvSpPr>
              <p:spPr>
                <a:xfrm>
                  <a:off x="2353668" y="1074766"/>
                  <a:ext cx="423489" cy="184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470" h="148145" extrusionOk="0">
                      <a:moveTo>
                        <a:pt x="169736" y="78295"/>
                      </a:moveTo>
                      <a:cubicBezTo>
                        <a:pt x="233236" y="78295"/>
                        <a:pt x="292036" y="104457"/>
                        <a:pt x="339471" y="148145"/>
                      </a:cubicBezTo>
                      <a:cubicBezTo>
                        <a:pt x="301752" y="58610"/>
                        <a:pt x="239839" y="0"/>
                        <a:pt x="169736" y="0"/>
                      </a:cubicBezTo>
                      <a:cubicBezTo>
                        <a:pt x="99632" y="0"/>
                        <a:pt x="37719" y="58610"/>
                        <a:pt x="0" y="148145"/>
                      </a:cubicBezTo>
                      <a:cubicBezTo>
                        <a:pt x="47371" y="104457"/>
                        <a:pt x="106045" y="78295"/>
                        <a:pt x="169736" y="7829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4" name="Google Shape;1234;g2a3640339fe_0_601"/>
                <p:cNvSpPr/>
                <p:nvPr/>
              </p:nvSpPr>
              <p:spPr>
                <a:xfrm>
                  <a:off x="2568529" y="1074924"/>
                  <a:ext cx="208654" cy="184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258" h="148082" extrusionOk="0">
                      <a:moveTo>
                        <a:pt x="0" y="78232"/>
                      </a:moveTo>
                      <a:cubicBezTo>
                        <a:pt x="62738" y="78867"/>
                        <a:pt x="120650" y="104839"/>
                        <a:pt x="167259" y="148082"/>
                      </a:cubicBezTo>
                      <a:cubicBezTo>
                        <a:pt x="129985" y="59563"/>
                        <a:pt x="69088" y="1333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5" name="Google Shape;1235;g2a3640339fe_0_601"/>
                <p:cNvSpPr/>
                <p:nvPr/>
              </p:nvSpPr>
              <p:spPr>
                <a:xfrm>
                  <a:off x="2513864" y="1953303"/>
                  <a:ext cx="103138" cy="765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76" h="613536" extrusionOk="0">
                      <a:moveTo>
                        <a:pt x="82677" y="414782"/>
                      </a:moveTo>
                      <a:cubicBezTo>
                        <a:pt x="82677" y="584200"/>
                        <a:pt x="41339" y="613537"/>
                        <a:pt x="41339" y="613537"/>
                      </a:cubicBezTo>
                      <a:cubicBezTo>
                        <a:pt x="41339" y="613537"/>
                        <a:pt x="0" y="584200"/>
                        <a:pt x="0" y="414782"/>
                      </a:cubicBezTo>
                      <a:cubicBezTo>
                        <a:pt x="0" y="245364"/>
                        <a:pt x="41339" y="0"/>
                        <a:pt x="41339" y="0"/>
                      </a:cubicBezTo>
                      <a:cubicBezTo>
                        <a:pt x="41339" y="0"/>
                        <a:pt x="82677" y="245364"/>
                        <a:pt x="82677" y="41478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36" name="Google Shape;1236;g2a3640339fe_0_601"/>
            <p:cNvGrpSpPr/>
            <p:nvPr/>
          </p:nvGrpSpPr>
          <p:grpSpPr>
            <a:xfrm>
              <a:off x="7200036" y="3718572"/>
              <a:ext cx="284493" cy="1424795"/>
              <a:chOff x="967895" y="415018"/>
              <a:chExt cx="628714" cy="3148718"/>
            </a:xfrm>
          </p:grpSpPr>
          <p:sp>
            <p:nvSpPr>
              <p:cNvPr id="1237" name="Google Shape;1237;g2a3640339fe_0_601"/>
              <p:cNvSpPr/>
              <p:nvPr/>
            </p:nvSpPr>
            <p:spPr>
              <a:xfrm>
                <a:off x="1207096" y="963636"/>
                <a:ext cx="150300" cy="2600100"/>
              </a:xfrm>
              <a:prstGeom prst="trapezoid">
                <a:avLst>
                  <a:gd name="adj" fmla="val 25183"/>
                </a:avLst>
              </a:prstGeom>
              <a:gradFill>
                <a:gsLst>
                  <a:gs pos="0">
                    <a:srgbClr val="FFFFFF">
                      <a:alpha val="16078"/>
                    </a:srgbClr>
                  </a:gs>
                  <a:gs pos="100000">
                    <a:srgbClr val="FFFFFF">
                      <a:alpha val="16078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38" name="Google Shape;1238;g2a3640339fe_0_601"/>
              <p:cNvGrpSpPr/>
              <p:nvPr/>
            </p:nvGrpSpPr>
            <p:grpSpPr>
              <a:xfrm>
                <a:off x="967895" y="415018"/>
                <a:ext cx="628714" cy="801374"/>
                <a:chOff x="1774126" y="766200"/>
                <a:chExt cx="1582467" cy="2017050"/>
              </a:xfrm>
            </p:grpSpPr>
            <p:sp>
              <p:nvSpPr>
                <p:cNvPr id="1239" name="Google Shape;1239;g2a3640339fe_0_601"/>
                <p:cNvSpPr/>
                <p:nvPr/>
              </p:nvSpPr>
              <p:spPr>
                <a:xfrm>
                  <a:off x="2394628" y="2579744"/>
                  <a:ext cx="341579" cy="20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811" h="163131" extrusionOk="0">
                      <a:moveTo>
                        <a:pt x="20002" y="0"/>
                      </a:moveTo>
                      <a:lnTo>
                        <a:pt x="0" y="120967"/>
                      </a:lnTo>
                      <a:cubicBezTo>
                        <a:pt x="0" y="120967"/>
                        <a:pt x="34798" y="163132"/>
                        <a:pt x="136906" y="163132"/>
                      </a:cubicBezTo>
                      <a:cubicBezTo>
                        <a:pt x="239014" y="163132"/>
                        <a:pt x="273812" y="120967"/>
                        <a:pt x="273812" y="120967"/>
                      </a:cubicBezTo>
                      <a:lnTo>
                        <a:pt x="25381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A7AFCB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0" name="Google Shape;1240;g2a3640339fe_0_601"/>
                <p:cNvSpPr/>
                <p:nvPr/>
              </p:nvSpPr>
              <p:spPr>
                <a:xfrm>
                  <a:off x="1774126" y="1886912"/>
                  <a:ext cx="638562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73" h="674116" extrusionOk="0">
                      <a:moveTo>
                        <a:pt x="436626" y="414528"/>
                      </a:moveTo>
                      <a:lnTo>
                        <a:pt x="0" y="674116"/>
                      </a:lnTo>
                      <a:cubicBezTo>
                        <a:pt x="0" y="674116"/>
                        <a:pt x="55118" y="297752"/>
                        <a:pt x="230759" y="183261"/>
                      </a:cubicBezTo>
                      <a:lnTo>
                        <a:pt x="51187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566185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1" name="Google Shape;1241;g2a3640339fe_0_601"/>
                <p:cNvSpPr/>
                <p:nvPr/>
              </p:nvSpPr>
              <p:spPr>
                <a:xfrm>
                  <a:off x="2718110" y="1886912"/>
                  <a:ext cx="638483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10" h="674116" extrusionOk="0">
                      <a:moveTo>
                        <a:pt x="75248" y="414528"/>
                      </a:moveTo>
                      <a:lnTo>
                        <a:pt x="511810" y="674116"/>
                      </a:lnTo>
                      <a:cubicBezTo>
                        <a:pt x="511810" y="674116"/>
                        <a:pt x="456755" y="297752"/>
                        <a:pt x="281114" y="18326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2" name="Google Shape;1242;g2a3640339fe_0_601"/>
                <p:cNvSpPr/>
                <p:nvPr/>
              </p:nvSpPr>
              <p:spPr>
                <a:xfrm>
                  <a:off x="2187286" y="766200"/>
                  <a:ext cx="756210" cy="1882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180" h="1508680" extrusionOk="0">
                      <a:moveTo>
                        <a:pt x="366146" y="30147"/>
                      </a:moveTo>
                      <a:cubicBezTo>
                        <a:pt x="336237" y="-10049"/>
                        <a:pt x="269943" y="-10049"/>
                        <a:pt x="239971" y="30147"/>
                      </a:cubicBezTo>
                      <a:cubicBezTo>
                        <a:pt x="140276" y="164005"/>
                        <a:pt x="-38095" y="453882"/>
                        <a:pt x="7244" y="765794"/>
                      </a:cubicBezTo>
                      <a:lnTo>
                        <a:pt x="84968" y="1391460"/>
                      </a:lnTo>
                      <a:cubicBezTo>
                        <a:pt x="84968" y="1391460"/>
                        <a:pt x="140403" y="1508681"/>
                        <a:pt x="303090" y="1508681"/>
                      </a:cubicBezTo>
                      <a:cubicBezTo>
                        <a:pt x="465777" y="1508681"/>
                        <a:pt x="521213" y="1391460"/>
                        <a:pt x="521213" y="1391460"/>
                      </a:cubicBezTo>
                      <a:lnTo>
                        <a:pt x="598937" y="765794"/>
                      </a:lnTo>
                      <a:cubicBezTo>
                        <a:pt x="644276" y="453882"/>
                        <a:pt x="465904" y="164005"/>
                        <a:pt x="366146" y="3014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6000">
                      <a:srgbClr val="808CAD"/>
                    </a:gs>
                    <a:gs pos="50000">
                      <a:srgbClr val="A7AFCB"/>
                    </a:gs>
                    <a:gs pos="85000">
                      <a:srgbClr val="808CAD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3" name="Google Shape;1243;g2a3640339fe_0_601"/>
                <p:cNvSpPr/>
                <p:nvPr/>
              </p:nvSpPr>
              <p:spPr>
                <a:xfrm>
                  <a:off x="2568529" y="766497"/>
                  <a:ext cx="375239" cy="1881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3" h="1508315" extrusionOk="0">
                      <a:moveTo>
                        <a:pt x="60579" y="29909"/>
                      </a:moveTo>
                      <a:cubicBezTo>
                        <a:pt x="46025" y="11195"/>
                        <a:pt x="23705" y="178"/>
                        <a:pt x="0" y="0"/>
                      </a:cubicBezTo>
                      <a:lnTo>
                        <a:pt x="0" y="1508316"/>
                      </a:lnTo>
                      <a:cubicBezTo>
                        <a:pt x="160718" y="1507109"/>
                        <a:pt x="215900" y="1391222"/>
                        <a:pt x="215900" y="1391222"/>
                      </a:cubicBezTo>
                      <a:lnTo>
                        <a:pt x="293624" y="765556"/>
                      </a:lnTo>
                      <a:cubicBezTo>
                        <a:pt x="338709" y="453644"/>
                        <a:pt x="160338" y="163766"/>
                        <a:pt x="60579" y="29909"/>
                      </a:cubicBezTo>
                      <a:close/>
                    </a:path>
                  </a:pathLst>
                </a:custGeom>
                <a:solidFill>
                  <a:srgbClr val="FFFFFF">
                    <a:alpha val="16079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4" name="Google Shape;1244;g2a3640339fe_0_601"/>
                <p:cNvSpPr/>
                <p:nvPr/>
              </p:nvSpPr>
              <p:spPr>
                <a:xfrm>
                  <a:off x="2353668" y="1074766"/>
                  <a:ext cx="423489" cy="184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470" h="148145" extrusionOk="0">
                      <a:moveTo>
                        <a:pt x="169736" y="78295"/>
                      </a:moveTo>
                      <a:cubicBezTo>
                        <a:pt x="233236" y="78295"/>
                        <a:pt x="292036" y="104457"/>
                        <a:pt x="339471" y="148145"/>
                      </a:cubicBezTo>
                      <a:cubicBezTo>
                        <a:pt x="301752" y="58610"/>
                        <a:pt x="239839" y="0"/>
                        <a:pt x="169736" y="0"/>
                      </a:cubicBezTo>
                      <a:cubicBezTo>
                        <a:pt x="99632" y="0"/>
                        <a:pt x="37719" y="58610"/>
                        <a:pt x="0" y="148145"/>
                      </a:cubicBezTo>
                      <a:cubicBezTo>
                        <a:pt x="47371" y="104457"/>
                        <a:pt x="106045" y="78295"/>
                        <a:pt x="169736" y="7829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5" name="Google Shape;1245;g2a3640339fe_0_601"/>
                <p:cNvSpPr/>
                <p:nvPr/>
              </p:nvSpPr>
              <p:spPr>
                <a:xfrm>
                  <a:off x="2568529" y="1074924"/>
                  <a:ext cx="208654" cy="184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258" h="148082" extrusionOk="0">
                      <a:moveTo>
                        <a:pt x="0" y="78232"/>
                      </a:moveTo>
                      <a:cubicBezTo>
                        <a:pt x="62738" y="78867"/>
                        <a:pt x="120650" y="104839"/>
                        <a:pt x="167259" y="148082"/>
                      </a:cubicBezTo>
                      <a:cubicBezTo>
                        <a:pt x="129985" y="59563"/>
                        <a:pt x="69088" y="1333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6" name="Google Shape;1246;g2a3640339fe_0_601"/>
                <p:cNvSpPr/>
                <p:nvPr/>
              </p:nvSpPr>
              <p:spPr>
                <a:xfrm>
                  <a:off x="2513864" y="1953303"/>
                  <a:ext cx="103138" cy="765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76" h="613536" extrusionOk="0">
                      <a:moveTo>
                        <a:pt x="82677" y="414782"/>
                      </a:moveTo>
                      <a:cubicBezTo>
                        <a:pt x="82677" y="584200"/>
                        <a:pt x="41339" y="613537"/>
                        <a:pt x="41339" y="613537"/>
                      </a:cubicBezTo>
                      <a:cubicBezTo>
                        <a:pt x="41339" y="613537"/>
                        <a:pt x="0" y="584200"/>
                        <a:pt x="0" y="414782"/>
                      </a:cubicBezTo>
                      <a:cubicBezTo>
                        <a:pt x="0" y="245364"/>
                        <a:pt x="41339" y="0"/>
                        <a:pt x="41339" y="0"/>
                      </a:cubicBezTo>
                      <a:cubicBezTo>
                        <a:pt x="41339" y="0"/>
                        <a:pt x="82677" y="245364"/>
                        <a:pt x="82677" y="41478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47" name="Google Shape;1247;g2a3640339fe_0_601"/>
            <p:cNvGrpSpPr/>
            <p:nvPr/>
          </p:nvGrpSpPr>
          <p:grpSpPr>
            <a:xfrm>
              <a:off x="8299551" y="3133869"/>
              <a:ext cx="333218" cy="2017814"/>
              <a:chOff x="967895" y="415018"/>
              <a:chExt cx="628714" cy="3807197"/>
            </a:xfrm>
          </p:grpSpPr>
          <p:sp>
            <p:nvSpPr>
              <p:cNvPr id="1248" name="Google Shape;1248;g2a3640339fe_0_601"/>
              <p:cNvSpPr/>
              <p:nvPr/>
            </p:nvSpPr>
            <p:spPr>
              <a:xfrm>
                <a:off x="1207136" y="963615"/>
                <a:ext cx="150300" cy="3258600"/>
              </a:xfrm>
              <a:prstGeom prst="trapezoid">
                <a:avLst>
                  <a:gd name="adj" fmla="val 25183"/>
                </a:avLst>
              </a:prstGeom>
              <a:gradFill>
                <a:gsLst>
                  <a:gs pos="0">
                    <a:srgbClr val="FFFFFF">
                      <a:alpha val="16078"/>
                    </a:srgbClr>
                  </a:gs>
                  <a:gs pos="100000">
                    <a:srgbClr val="FFFFFF">
                      <a:alpha val="16078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49" name="Google Shape;1249;g2a3640339fe_0_601"/>
              <p:cNvGrpSpPr/>
              <p:nvPr/>
            </p:nvGrpSpPr>
            <p:grpSpPr>
              <a:xfrm>
                <a:off x="967895" y="415018"/>
                <a:ext cx="628714" cy="801374"/>
                <a:chOff x="1774126" y="766200"/>
                <a:chExt cx="1582467" cy="2017050"/>
              </a:xfrm>
            </p:grpSpPr>
            <p:sp>
              <p:nvSpPr>
                <p:cNvPr id="1250" name="Google Shape;1250;g2a3640339fe_0_601"/>
                <p:cNvSpPr/>
                <p:nvPr/>
              </p:nvSpPr>
              <p:spPr>
                <a:xfrm>
                  <a:off x="2394628" y="2579744"/>
                  <a:ext cx="341579" cy="203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811" h="163131" extrusionOk="0">
                      <a:moveTo>
                        <a:pt x="20002" y="0"/>
                      </a:moveTo>
                      <a:lnTo>
                        <a:pt x="0" y="120967"/>
                      </a:lnTo>
                      <a:cubicBezTo>
                        <a:pt x="0" y="120967"/>
                        <a:pt x="34798" y="163132"/>
                        <a:pt x="136906" y="163132"/>
                      </a:cubicBezTo>
                      <a:cubicBezTo>
                        <a:pt x="239014" y="163132"/>
                        <a:pt x="273812" y="120967"/>
                        <a:pt x="273812" y="120967"/>
                      </a:cubicBezTo>
                      <a:lnTo>
                        <a:pt x="25381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A7AFCB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1" name="Google Shape;1251;g2a3640339fe_0_601"/>
                <p:cNvSpPr/>
                <p:nvPr/>
              </p:nvSpPr>
              <p:spPr>
                <a:xfrm>
                  <a:off x="1774126" y="1886912"/>
                  <a:ext cx="638562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73" h="674116" extrusionOk="0">
                      <a:moveTo>
                        <a:pt x="436626" y="414528"/>
                      </a:moveTo>
                      <a:lnTo>
                        <a:pt x="0" y="674116"/>
                      </a:lnTo>
                      <a:cubicBezTo>
                        <a:pt x="0" y="674116"/>
                        <a:pt x="55118" y="297752"/>
                        <a:pt x="230759" y="183261"/>
                      </a:cubicBezTo>
                      <a:lnTo>
                        <a:pt x="51187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00000">
                      <a:srgbClr val="566185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2" name="Google Shape;1252;g2a3640339fe_0_601"/>
                <p:cNvSpPr/>
                <p:nvPr/>
              </p:nvSpPr>
              <p:spPr>
                <a:xfrm>
                  <a:off x="2718110" y="1886912"/>
                  <a:ext cx="638483" cy="840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10" h="674116" extrusionOk="0">
                      <a:moveTo>
                        <a:pt x="75248" y="414528"/>
                      </a:moveTo>
                      <a:lnTo>
                        <a:pt x="511810" y="674116"/>
                      </a:lnTo>
                      <a:cubicBezTo>
                        <a:pt x="511810" y="674116"/>
                        <a:pt x="456755" y="297752"/>
                        <a:pt x="281114" y="18326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3" name="Google Shape;1253;g2a3640339fe_0_601"/>
                <p:cNvSpPr/>
                <p:nvPr/>
              </p:nvSpPr>
              <p:spPr>
                <a:xfrm>
                  <a:off x="2187286" y="766200"/>
                  <a:ext cx="756210" cy="1882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180" h="1508680" extrusionOk="0">
                      <a:moveTo>
                        <a:pt x="366146" y="30147"/>
                      </a:moveTo>
                      <a:cubicBezTo>
                        <a:pt x="336237" y="-10049"/>
                        <a:pt x="269943" y="-10049"/>
                        <a:pt x="239971" y="30147"/>
                      </a:cubicBezTo>
                      <a:cubicBezTo>
                        <a:pt x="140276" y="164005"/>
                        <a:pt x="-38095" y="453882"/>
                        <a:pt x="7244" y="765794"/>
                      </a:cubicBezTo>
                      <a:lnTo>
                        <a:pt x="84968" y="1391460"/>
                      </a:lnTo>
                      <a:cubicBezTo>
                        <a:pt x="84968" y="1391460"/>
                        <a:pt x="140403" y="1508681"/>
                        <a:pt x="303090" y="1508681"/>
                      </a:cubicBezTo>
                      <a:cubicBezTo>
                        <a:pt x="465777" y="1508681"/>
                        <a:pt x="521213" y="1391460"/>
                        <a:pt x="521213" y="1391460"/>
                      </a:cubicBezTo>
                      <a:lnTo>
                        <a:pt x="598937" y="765794"/>
                      </a:lnTo>
                      <a:cubicBezTo>
                        <a:pt x="644276" y="453882"/>
                        <a:pt x="465904" y="164005"/>
                        <a:pt x="366146" y="3014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08CAD"/>
                    </a:gs>
                    <a:gs pos="16000">
                      <a:srgbClr val="808CAD"/>
                    </a:gs>
                    <a:gs pos="50000">
                      <a:srgbClr val="A7AFCB"/>
                    </a:gs>
                    <a:gs pos="85000">
                      <a:srgbClr val="808CAD"/>
                    </a:gs>
                    <a:gs pos="100000">
                      <a:srgbClr val="808CAD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4" name="Google Shape;1254;g2a3640339fe_0_601"/>
                <p:cNvSpPr/>
                <p:nvPr/>
              </p:nvSpPr>
              <p:spPr>
                <a:xfrm>
                  <a:off x="2568529" y="766497"/>
                  <a:ext cx="375239" cy="1881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793" h="1508315" extrusionOk="0">
                      <a:moveTo>
                        <a:pt x="60579" y="29909"/>
                      </a:moveTo>
                      <a:cubicBezTo>
                        <a:pt x="46025" y="11195"/>
                        <a:pt x="23705" y="178"/>
                        <a:pt x="0" y="0"/>
                      </a:cubicBezTo>
                      <a:lnTo>
                        <a:pt x="0" y="1508316"/>
                      </a:lnTo>
                      <a:cubicBezTo>
                        <a:pt x="160718" y="1507109"/>
                        <a:pt x="215900" y="1391222"/>
                        <a:pt x="215900" y="1391222"/>
                      </a:cubicBezTo>
                      <a:lnTo>
                        <a:pt x="293624" y="765556"/>
                      </a:lnTo>
                      <a:cubicBezTo>
                        <a:pt x="338709" y="453644"/>
                        <a:pt x="160338" y="163766"/>
                        <a:pt x="60579" y="29909"/>
                      </a:cubicBezTo>
                      <a:close/>
                    </a:path>
                  </a:pathLst>
                </a:custGeom>
                <a:solidFill>
                  <a:srgbClr val="FFFFFF">
                    <a:alpha val="16079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5" name="Google Shape;1255;g2a3640339fe_0_601"/>
                <p:cNvSpPr/>
                <p:nvPr/>
              </p:nvSpPr>
              <p:spPr>
                <a:xfrm>
                  <a:off x="2353668" y="1074766"/>
                  <a:ext cx="423489" cy="184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470" h="148145" extrusionOk="0">
                      <a:moveTo>
                        <a:pt x="169736" y="78295"/>
                      </a:moveTo>
                      <a:cubicBezTo>
                        <a:pt x="233236" y="78295"/>
                        <a:pt x="292036" y="104457"/>
                        <a:pt x="339471" y="148145"/>
                      </a:cubicBezTo>
                      <a:cubicBezTo>
                        <a:pt x="301752" y="58610"/>
                        <a:pt x="239839" y="0"/>
                        <a:pt x="169736" y="0"/>
                      </a:cubicBezTo>
                      <a:cubicBezTo>
                        <a:pt x="99632" y="0"/>
                        <a:pt x="37719" y="58610"/>
                        <a:pt x="0" y="148145"/>
                      </a:cubicBezTo>
                      <a:cubicBezTo>
                        <a:pt x="47371" y="104457"/>
                        <a:pt x="106045" y="78295"/>
                        <a:pt x="169736" y="7829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6" name="Google Shape;1256;g2a3640339fe_0_601"/>
                <p:cNvSpPr/>
                <p:nvPr/>
              </p:nvSpPr>
              <p:spPr>
                <a:xfrm>
                  <a:off x="2568529" y="1074924"/>
                  <a:ext cx="208654" cy="184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258" h="148082" extrusionOk="0">
                      <a:moveTo>
                        <a:pt x="0" y="78232"/>
                      </a:moveTo>
                      <a:cubicBezTo>
                        <a:pt x="62738" y="78867"/>
                        <a:pt x="120650" y="104839"/>
                        <a:pt x="167259" y="148082"/>
                      </a:cubicBezTo>
                      <a:cubicBezTo>
                        <a:pt x="129985" y="59563"/>
                        <a:pt x="69088" y="1333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7" name="Google Shape;1257;g2a3640339fe_0_601"/>
                <p:cNvSpPr/>
                <p:nvPr/>
              </p:nvSpPr>
              <p:spPr>
                <a:xfrm>
                  <a:off x="2513864" y="1953303"/>
                  <a:ext cx="103138" cy="765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676" h="613536" extrusionOk="0">
                      <a:moveTo>
                        <a:pt x="82677" y="414782"/>
                      </a:moveTo>
                      <a:cubicBezTo>
                        <a:pt x="82677" y="584200"/>
                        <a:pt x="41339" y="613537"/>
                        <a:pt x="41339" y="613537"/>
                      </a:cubicBezTo>
                      <a:cubicBezTo>
                        <a:pt x="41339" y="613537"/>
                        <a:pt x="0" y="584200"/>
                        <a:pt x="0" y="414782"/>
                      </a:cubicBezTo>
                      <a:cubicBezTo>
                        <a:pt x="0" y="245364"/>
                        <a:pt x="41339" y="0"/>
                        <a:pt x="41339" y="0"/>
                      </a:cubicBezTo>
                      <a:cubicBezTo>
                        <a:pt x="41339" y="0"/>
                        <a:pt x="82677" y="245364"/>
                        <a:pt x="82677" y="41478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66185"/>
                    </a:gs>
                    <a:gs pos="100000">
                      <a:srgbClr val="808CAD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58" name="Google Shape;1258;g2a3640339fe_0_601"/>
            <p:cNvGrpSpPr/>
            <p:nvPr/>
          </p:nvGrpSpPr>
          <p:grpSpPr>
            <a:xfrm>
              <a:off x="104275" y="50550"/>
              <a:ext cx="8948150" cy="772675"/>
              <a:chOff x="104275" y="50550"/>
              <a:chExt cx="8948150" cy="772675"/>
            </a:xfrm>
          </p:grpSpPr>
          <p:sp>
            <p:nvSpPr>
              <p:cNvPr id="1259" name="Google Shape;1259;g2a3640339fe_0_601"/>
              <p:cNvSpPr/>
              <p:nvPr/>
            </p:nvSpPr>
            <p:spPr>
              <a:xfrm>
                <a:off x="8694850" y="1143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0" name="Google Shape;1260;g2a3640339fe_0_601"/>
              <p:cNvSpPr/>
              <p:nvPr/>
            </p:nvSpPr>
            <p:spPr>
              <a:xfrm>
                <a:off x="5156375" y="146713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1" name="Google Shape;1261;g2a3640339fe_0_601"/>
              <p:cNvSpPr/>
              <p:nvPr/>
            </p:nvSpPr>
            <p:spPr>
              <a:xfrm>
                <a:off x="7219963" y="349471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2" name="Google Shape;1262;g2a3640339fe_0_601"/>
              <p:cNvSpPr/>
              <p:nvPr/>
            </p:nvSpPr>
            <p:spPr>
              <a:xfrm>
                <a:off x="7252363" y="114324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g2a3640339fe_0_601"/>
              <p:cNvSpPr/>
              <p:nvPr/>
            </p:nvSpPr>
            <p:spPr>
              <a:xfrm>
                <a:off x="7998675" y="226350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4" name="Google Shape;1264;g2a3640339fe_0_601"/>
              <p:cNvSpPr/>
              <p:nvPr/>
            </p:nvSpPr>
            <p:spPr>
              <a:xfrm>
                <a:off x="6352675" y="1143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5" name="Google Shape;1265;g2a3640339fe_0_601"/>
              <p:cNvSpPr/>
              <p:nvPr/>
            </p:nvSpPr>
            <p:spPr>
              <a:xfrm>
                <a:off x="3736700" y="30070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6" name="Google Shape;1266;g2a3640339fe_0_601"/>
              <p:cNvSpPr/>
              <p:nvPr/>
            </p:nvSpPr>
            <p:spPr>
              <a:xfrm>
                <a:off x="2805625" y="30070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7" name="Google Shape;1267;g2a3640339fe_0_601"/>
              <p:cNvSpPr/>
              <p:nvPr/>
            </p:nvSpPr>
            <p:spPr>
              <a:xfrm>
                <a:off x="1913750" y="30070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8" name="Google Shape;1268;g2a3640339fe_0_601"/>
              <p:cNvSpPr/>
              <p:nvPr/>
            </p:nvSpPr>
            <p:spPr>
              <a:xfrm>
                <a:off x="3266675" y="11432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9" name="Google Shape;1269;g2a3640339fe_0_601"/>
              <p:cNvSpPr/>
              <p:nvPr/>
            </p:nvSpPr>
            <p:spPr>
              <a:xfrm>
                <a:off x="262050" y="1143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g2a3640339fe_0_601"/>
              <p:cNvSpPr/>
              <p:nvPr/>
            </p:nvSpPr>
            <p:spPr>
              <a:xfrm>
                <a:off x="1279125" y="22082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g2a3640339fe_0_601"/>
              <p:cNvSpPr/>
              <p:nvPr/>
            </p:nvSpPr>
            <p:spPr>
              <a:xfrm>
                <a:off x="1055175" y="47235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2" name="Google Shape;1272;g2a3640339fe_0_601"/>
              <p:cNvSpPr/>
              <p:nvPr/>
            </p:nvSpPr>
            <p:spPr>
              <a:xfrm>
                <a:off x="872350" y="352353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3" name="Google Shape;1273;g2a3640339fe_0_601"/>
              <p:cNvSpPr/>
              <p:nvPr/>
            </p:nvSpPr>
            <p:spPr>
              <a:xfrm>
                <a:off x="7014788" y="260903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4" name="Google Shape;1274;g2a3640339fe_0_601"/>
              <p:cNvSpPr/>
              <p:nvPr/>
            </p:nvSpPr>
            <p:spPr>
              <a:xfrm>
                <a:off x="8777500" y="319953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5" name="Google Shape;1275;g2a3640339fe_0_601"/>
              <p:cNvSpPr/>
              <p:nvPr/>
            </p:nvSpPr>
            <p:spPr>
              <a:xfrm>
                <a:off x="4467225" y="191303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g2a3640339fe_0_601"/>
              <p:cNvSpPr/>
              <p:nvPr/>
            </p:nvSpPr>
            <p:spPr>
              <a:xfrm>
                <a:off x="2601875" y="196828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7" name="Google Shape;1277;g2a3640339fe_0_601"/>
              <p:cNvSpPr/>
              <p:nvPr/>
            </p:nvSpPr>
            <p:spPr>
              <a:xfrm>
                <a:off x="5288025" y="22635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g2a3640339fe_0_601"/>
              <p:cNvSpPr/>
              <p:nvPr/>
            </p:nvSpPr>
            <p:spPr>
              <a:xfrm>
                <a:off x="5948425" y="38187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g2a3640339fe_0_601"/>
              <p:cNvSpPr/>
              <p:nvPr/>
            </p:nvSpPr>
            <p:spPr>
              <a:xfrm>
                <a:off x="9020025" y="41427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g2a3640339fe_0_601"/>
              <p:cNvSpPr/>
              <p:nvPr/>
            </p:nvSpPr>
            <p:spPr>
              <a:xfrm>
                <a:off x="1588200" y="5055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1" name="Google Shape;1281;g2a3640339fe_0_601"/>
              <p:cNvSpPr/>
              <p:nvPr/>
            </p:nvSpPr>
            <p:spPr>
              <a:xfrm>
                <a:off x="3636675" y="472350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2" name="Google Shape;1282;g2a3640339fe_0_601"/>
              <p:cNvSpPr/>
              <p:nvPr/>
            </p:nvSpPr>
            <p:spPr>
              <a:xfrm>
                <a:off x="104275" y="34947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3" name="Google Shape;1283;g2a3640339fe_0_601"/>
              <p:cNvSpPr/>
              <p:nvPr/>
            </p:nvSpPr>
            <p:spPr>
              <a:xfrm>
                <a:off x="4558675" y="300700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4" name="Google Shape;1284;g2a3640339fe_0_601"/>
              <p:cNvSpPr/>
              <p:nvPr/>
            </p:nvSpPr>
            <p:spPr>
              <a:xfrm>
                <a:off x="6054325" y="29042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g2a3640339fe_0_601"/>
              <p:cNvSpPr/>
              <p:nvPr/>
            </p:nvSpPr>
            <p:spPr>
              <a:xfrm>
                <a:off x="8181475" y="2904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g2a3640339fe_0_601"/>
              <p:cNvSpPr/>
              <p:nvPr/>
            </p:nvSpPr>
            <p:spPr>
              <a:xfrm>
                <a:off x="6024800" y="442828"/>
                <a:ext cx="91443" cy="91443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2771" extrusionOk="0">
                    <a:moveTo>
                      <a:pt x="1372" y="0"/>
                    </a:moveTo>
                    <a:lnTo>
                      <a:pt x="1260" y="1259"/>
                    </a:lnTo>
                    <a:lnTo>
                      <a:pt x="1" y="1399"/>
                    </a:lnTo>
                    <a:lnTo>
                      <a:pt x="1260" y="1511"/>
                    </a:lnTo>
                    <a:lnTo>
                      <a:pt x="1372" y="2770"/>
                    </a:lnTo>
                    <a:lnTo>
                      <a:pt x="1511" y="1511"/>
                    </a:lnTo>
                    <a:lnTo>
                      <a:pt x="2770" y="1399"/>
                    </a:lnTo>
                    <a:lnTo>
                      <a:pt x="1511" y="1259"/>
                    </a:lnTo>
                    <a:lnTo>
                      <a:pt x="13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g2a3640339fe_0_601"/>
              <p:cNvSpPr/>
              <p:nvPr/>
            </p:nvSpPr>
            <p:spPr>
              <a:xfrm>
                <a:off x="2292625" y="63197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8" name="Google Shape;1288;g2a3640339fe_0_601"/>
              <p:cNvSpPr/>
              <p:nvPr/>
            </p:nvSpPr>
            <p:spPr>
              <a:xfrm>
                <a:off x="5464400" y="71997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g2a3640339fe_0_601"/>
              <p:cNvSpPr/>
              <p:nvPr/>
            </p:nvSpPr>
            <p:spPr>
              <a:xfrm>
                <a:off x="294450" y="71997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g2a3640339fe_0_601"/>
              <p:cNvSpPr/>
              <p:nvPr/>
            </p:nvSpPr>
            <p:spPr>
              <a:xfrm>
                <a:off x="7822650" y="631975"/>
                <a:ext cx="32400" cy="3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g2a3640339fe_0_601"/>
              <p:cNvSpPr/>
              <p:nvPr/>
            </p:nvSpPr>
            <p:spPr>
              <a:xfrm>
                <a:off x="8583225" y="790825"/>
                <a:ext cx="32400" cy="3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92" name="Google Shape;1292;g2a3640339fe_0_601"/>
          <p:cNvSpPr txBox="1">
            <a:spLocks noGrp="1"/>
          </p:cNvSpPr>
          <p:nvPr>
            <p:ph type="title"/>
          </p:nvPr>
        </p:nvSpPr>
        <p:spPr>
          <a:xfrm>
            <a:off x="1140400" y="1114667"/>
            <a:ext cx="8321100" cy="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293" name="Google Shape;1293;g2a3640339fe_0_601"/>
          <p:cNvSpPr txBox="1">
            <a:spLocks noGrp="1"/>
          </p:cNvSpPr>
          <p:nvPr>
            <p:ph type="body" idx="1"/>
          </p:nvPr>
        </p:nvSpPr>
        <p:spPr>
          <a:xfrm>
            <a:off x="1140400" y="2071767"/>
            <a:ext cx="8321100" cy="3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➢"/>
              <a:defRPr/>
            </a:lvl1pPr>
            <a:lvl2pPr marL="914400" lvl="1" indent="-368300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▻"/>
              <a:defRPr/>
            </a:lvl2pPr>
            <a:lvl3pPr marL="1371600" lvl="2" indent="-368300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/>
            </a:lvl3pPr>
            <a:lvl4pPr marL="1828800" lvl="3" indent="-368300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/>
            </a:lvl4pPr>
            <a:lvl5pPr marL="2286000" lvl="4" indent="-368300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/>
            </a:lvl5pPr>
            <a:lvl6pPr marL="2743200" lvl="5" indent="-368300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/>
            </a:lvl6pPr>
            <a:lvl7pPr marL="3200400" lvl="6" indent="-368300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/>
            </a:lvl7pPr>
            <a:lvl8pPr marL="3657600" lvl="7" indent="-368300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/>
            </a:lvl8pPr>
            <a:lvl9pPr marL="4114800" lvl="8" indent="-368300" algn="l" rtl="0">
              <a:lnSpc>
                <a:spcPct val="90000"/>
              </a:lnSpc>
              <a:spcBef>
                <a:spcPts val="1067"/>
              </a:spcBef>
              <a:spcAft>
                <a:spcPts val="1067"/>
              </a:spcAft>
              <a:buClr>
                <a:schemeClr val="dk1"/>
              </a:buClr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294" name="Google Shape;1294;g2a3640339fe_0_601"/>
          <p:cNvSpPr txBox="1">
            <a:spLocks noGrp="1"/>
          </p:cNvSpPr>
          <p:nvPr>
            <p:ph type="sldNum" idx="12"/>
          </p:nvPr>
        </p:nvSpPr>
        <p:spPr>
          <a:xfrm>
            <a:off x="5730200" y="61299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 2 ">
  <p:cSld name="TITLE + TWO COLUMNS 2 "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2a3640339fe_0_681"/>
          <p:cNvSpPr txBox="1">
            <a:spLocks noGrp="1"/>
          </p:cNvSpPr>
          <p:nvPr>
            <p:ph type="title"/>
          </p:nvPr>
        </p:nvSpPr>
        <p:spPr>
          <a:xfrm>
            <a:off x="1542800" y="485800"/>
            <a:ext cx="91065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297" name="Google Shape;1297;g2a3640339fe_0_681"/>
          <p:cNvSpPr txBox="1">
            <a:spLocks noGrp="1"/>
          </p:cNvSpPr>
          <p:nvPr>
            <p:ph type="subTitle" idx="1"/>
          </p:nvPr>
        </p:nvSpPr>
        <p:spPr>
          <a:xfrm>
            <a:off x="6797667" y="2900600"/>
            <a:ext cx="34011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1298" name="Google Shape;1298;g2a3640339fe_0_681"/>
          <p:cNvSpPr txBox="1">
            <a:spLocks noGrp="1"/>
          </p:cNvSpPr>
          <p:nvPr>
            <p:ph type="subTitle" idx="2"/>
          </p:nvPr>
        </p:nvSpPr>
        <p:spPr>
          <a:xfrm>
            <a:off x="6797667" y="4729533"/>
            <a:ext cx="34011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2a3640339fe_0_685"/>
          <p:cNvSpPr txBox="1">
            <a:spLocks noGrp="1"/>
          </p:cNvSpPr>
          <p:nvPr>
            <p:ph type="body" idx="1"/>
          </p:nvPr>
        </p:nvSpPr>
        <p:spPr>
          <a:xfrm>
            <a:off x="1109249" y="2277548"/>
            <a:ext cx="5234700" cy="3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0" lvl="0" indent="-425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  <a:defRPr sz="2100"/>
            </a:lvl1pPr>
            <a:lvl2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01" name="Google Shape;1301;g2a3640339fe_0_685"/>
          <p:cNvSpPr txBox="1">
            <a:spLocks noGrp="1"/>
          </p:cNvSpPr>
          <p:nvPr>
            <p:ph type="title"/>
          </p:nvPr>
        </p:nvSpPr>
        <p:spPr>
          <a:xfrm>
            <a:off x="960000" y="491767"/>
            <a:ext cx="102720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10">
  <p:cSld name="TITLE + DESIGN 10"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2a3640339fe_0_688"/>
          <p:cNvSpPr txBox="1">
            <a:spLocks noGrp="1"/>
          </p:cNvSpPr>
          <p:nvPr>
            <p:ph type="title"/>
          </p:nvPr>
        </p:nvSpPr>
        <p:spPr>
          <a:xfrm>
            <a:off x="1542800" y="485800"/>
            <a:ext cx="91065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2a3640339fe_0_690"/>
          <p:cNvSpPr txBox="1">
            <a:spLocks noGrp="1"/>
          </p:cNvSpPr>
          <p:nvPr>
            <p:ph type="title"/>
          </p:nvPr>
        </p:nvSpPr>
        <p:spPr>
          <a:xfrm>
            <a:off x="1542800" y="485800"/>
            <a:ext cx="91065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06" name="Google Shape;1306;g2a3640339fe_0_690"/>
          <p:cNvSpPr txBox="1">
            <a:spLocks noGrp="1"/>
          </p:cNvSpPr>
          <p:nvPr>
            <p:ph type="subTitle" idx="1"/>
          </p:nvPr>
        </p:nvSpPr>
        <p:spPr>
          <a:xfrm>
            <a:off x="1709964" y="5440600"/>
            <a:ext cx="22872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1307" name="Google Shape;1307;g2a3640339fe_0_690"/>
          <p:cNvSpPr txBox="1">
            <a:spLocks noGrp="1"/>
          </p:cNvSpPr>
          <p:nvPr>
            <p:ph type="title" idx="2"/>
          </p:nvPr>
        </p:nvSpPr>
        <p:spPr>
          <a:xfrm>
            <a:off x="1516167" y="5061733"/>
            <a:ext cx="2674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308" name="Google Shape;1308;g2a3640339fe_0_690"/>
          <p:cNvSpPr txBox="1">
            <a:spLocks noGrp="1"/>
          </p:cNvSpPr>
          <p:nvPr>
            <p:ph type="subTitle" idx="3"/>
          </p:nvPr>
        </p:nvSpPr>
        <p:spPr>
          <a:xfrm>
            <a:off x="4952397" y="5440600"/>
            <a:ext cx="22872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1309" name="Google Shape;1309;g2a3640339fe_0_690"/>
          <p:cNvSpPr txBox="1">
            <a:spLocks noGrp="1"/>
          </p:cNvSpPr>
          <p:nvPr>
            <p:ph type="title" idx="4"/>
          </p:nvPr>
        </p:nvSpPr>
        <p:spPr>
          <a:xfrm>
            <a:off x="4758600" y="5061733"/>
            <a:ext cx="2674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310" name="Google Shape;1310;g2a3640339fe_0_690"/>
          <p:cNvSpPr txBox="1">
            <a:spLocks noGrp="1"/>
          </p:cNvSpPr>
          <p:nvPr>
            <p:ph type="subTitle" idx="5"/>
          </p:nvPr>
        </p:nvSpPr>
        <p:spPr>
          <a:xfrm>
            <a:off x="8194831" y="5440600"/>
            <a:ext cx="22872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1311" name="Google Shape;1311;g2a3640339fe_0_690"/>
          <p:cNvSpPr txBox="1">
            <a:spLocks noGrp="1"/>
          </p:cNvSpPr>
          <p:nvPr>
            <p:ph type="title" idx="6"/>
          </p:nvPr>
        </p:nvSpPr>
        <p:spPr>
          <a:xfrm>
            <a:off x="8001033" y="5061733"/>
            <a:ext cx="2674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2a3640339fe_0_69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4" name="Google Shape;1314;g2a3640339fe_0_69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5" name="Google Shape;1315;g2a3640339fe_0_69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2a3640339fe_0_70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8" name="Google Shape;1318;g2a3640339fe_0_70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9" name="Google Shape;1319;g2a3640339fe_0_70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0" name="Google Shape;1320;g2a3640339fe_0_70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3">
  <p:cSld name="TITLE + DESIGN 3"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2a3640339fe_0_707"/>
          <p:cNvSpPr txBox="1">
            <a:spLocks noGrp="1"/>
          </p:cNvSpPr>
          <p:nvPr>
            <p:ph type="title"/>
          </p:nvPr>
        </p:nvSpPr>
        <p:spPr>
          <a:xfrm>
            <a:off x="1542800" y="485800"/>
            <a:ext cx="91065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2a3640339fe_0_70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5" name="Google Shape;1325;g2a3640339fe_0_70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26" name="Google Shape;1326;g2a3640339fe_0_70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7" name="Google Shape;1327;g2a3640339fe_0_70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8" name="Google Shape;1328;g2a3640339fe_0_70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2a3640339fe_0_7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1" name="Google Shape;1331;g2a3640339fe_0_7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32" name="Google Shape;1332;g2a3640339fe_0_7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3" name="Google Shape;1333;g2a3640339fe_0_7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4" name="Google Shape;1334;g2a3640339fe_0_7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2a3640339fe_0_7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7" name="Google Shape;1337;g2a3640339fe_0_7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8" name="Google Shape;1338;g2a3640339fe_0_7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9" name="Google Shape;1339;g2a3640339fe_0_7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0" name="Google Shape;1340;g2a3640339fe_0_7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1" name="Google Shape;1341;g2a3640339fe_0_7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2a3640339fe_0_7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4" name="Google Shape;1344;g2a3640339fe_0_7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45" name="Google Shape;1345;g2a3640339fe_0_7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6" name="Google Shape;1346;g2a3640339fe_0_7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47" name="Google Shape;1347;g2a3640339fe_0_7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8" name="Google Shape;1348;g2a3640339fe_0_7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9" name="Google Shape;1349;g2a3640339fe_0_7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0" name="Google Shape;1350;g2a3640339fe_0_7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2a3640339fe_0_7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3" name="Google Shape;1353;g2a3640339fe_0_73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54" name="Google Shape;1354;g2a3640339fe_0_73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55" name="Google Shape;1355;g2a3640339fe_0_7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6" name="Google Shape;1356;g2a3640339fe_0_7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7" name="Google Shape;1357;g2a3640339fe_0_7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2a3640339fe_0_74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0" name="Google Shape;1360;g2a3640339fe_0_74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61" name="Google Shape;1361;g2a3640339fe_0_74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62" name="Google Shape;1362;g2a3640339fe_0_7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3" name="Google Shape;1363;g2a3640339fe_0_7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4" name="Google Shape;1364;g2a3640339fe_0_7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2a3640339fe_0_7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7" name="Google Shape;1367;g2a3640339fe_0_75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8" name="Google Shape;1368;g2a3640339fe_0_7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9" name="Google Shape;1369;g2a3640339fe_0_7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0" name="Google Shape;1370;g2a3640339fe_0_7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2a3640339fe_0_757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3" name="Google Shape;1373;g2a3640339fe_0_757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4" name="Google Shape;1374;g2a3640339fe_0_7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5" name="Google Shape;1375;g2a3640339fe_0_7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6" name="Google Shape;1376;g2a3640339fe_0_7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9.jp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19" Type="http://schemas.openxmlformats.org/officeDocument/2006/relationships/image" Target="../media/image9.jpg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102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91.xml"/><Relationship Id="rId16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99.xml"/><Relationship Id="rId19" Type="http://schemas.openxmlformats.org/officeDocument/2006/relationships/image" Target="../media/image9.jpg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10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13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5.xml"/><Relationship Id="rId1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24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14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31.xml"/><Relationship Id="rId7" Type="http://schemas.openxmlformats.org/officeDocument/2006/relationships/slideLayout" Target="../slideLayouts/slideLayout135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9.xml"/><Relationship Id="rId5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8.xml"/><Relationship Id="rId4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7.xml"/><Relationship Id="rId14" Type="http://schemas.openxmlformats.org/officeDocument/2006/relationships/image" Target="../media/image2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7.xml"/><Relationship Id="rId13" Type="http://schemas.openxmlformats.org/officeDocument/2006/relationships/slideLayout" Target="../slideLayouts/slideLayout152.xml"/><Relationship Id="rId18" Type="http://schemas.openxmlformats.org/officeDocument/2006/relationships/theme" Target="../theme/theme12.xml"/><Relationship Id="rId3" Type="http://schemas.openxmlformats.org/officeDocument/2006/relationships/slideLayout" Target="../slideLayouts/slideLayout142.xml"/><Relationship Id="rId7" Type="http://schemas.openxmlformats.org/officeDocument/2006/relationships/slideLayout" Target="../slideLayouts/slideLayout146.xml"/><Relationship Id="rId12" Type="http://schemas.openxmlformats.org/officeDocument/2006/relationships/slideLayout" Target="../slideLayouts/slideLayout151.xml"/><Relationship Id="rId17" Type="http://schemas.openxmlformats.org/officeDocument/2006/relationships/slideLayout" Target="../slideLayouts/slideLayout156.xml"/><Relationship Id="rId2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55.xml"/><Relationship Id="rId1" Type="http://schemas.openxmlformats.org/officeDocument/2006/relationships/slideLayout" Target="../slideLayouts/slideLayout140.xml"/><Relationship Id="rId6" Type="http://schemas.openxmlformats.org/officeDocument/2006/relationships/slideLayout" Target="../slideLayouts/slideLayout145.xml"/><Relationship Id="rId11" Type="http://schemas.openxmlformats.org/officeDocument/2006/relationships/slideLayout" Target="../slideLayouts/slideLayout150.xml"/><Relationship Id="rId5" Type="http://schemas.openxmlformats.org/officeDocument/2006/relationships/slideLayout" Target="../slideLayouts/slideLayout144.xml"/><Relationship Id="rId15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49.xml"/><Relationship Id="rId19" Type="http://schemas.openxmlformats.org/officeDocument/2006/relationships/image" Target="../media/image9.jpg"/><Relationship Id="rId4" Type="http://schemas.openxmlformats.org/officeDocument/2006/relationships/slideLayout" Target="../slideLayouts/slideLayout143.xml"/><Relationship Id="rId9" Type="http://schemas.openxmlformats.org/officeDocument/2006/relationships/slideLayout" Target="../slideLayouts/slideLayout148.xml"/><Relationship Id="rId14" Type="http://schemas.openxmlformats.org/officeDocument/2006/relationships/slideLayout" Target="../slideLayouts/slideLayout1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4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74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pic>
        <p:nvPicPr>
          <p:cNvPr id="13" name="Google Shape;13;p74" descr="vdsvsd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625600" y="762000"/>
            <a:ext cx="15849600" cy="6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74" descr="dcs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-203200" y="-152400"/>
            <a:ext cx="12598400" cy="701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74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74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10972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7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7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7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7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7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0" name="Google Shape;270;p7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1" name="Google Shape;271;p7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2" name="Google Shape;272;p7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8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3" name="Google Shape;443;p8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4" name="Google Shape;444;p8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pic>
        <p:nvPicPr>
          <p:cNvPr id="445" name="Google Shape;445;p82" descr="vdsvsd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625600" y="762000"/>
            <a:ext cx="15849600" cy="6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82" descr="dcs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-203200" y="-152400"/>
            <a:ext cx="12598400" cy="701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82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8" name="Google Shape;448;p82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10972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7" name="Google Shape;527;p85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8" name="Google Shape;528;p8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pic>
        <p:nvPicPr>
          <p:cNvPr id="529" name="Google Shape;529;p85" descr="vdsvsd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625600" y="762000"/>
            <a:ext cx="15849600" cy="6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85" descr="dcs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-203200" y="-152400"/>
            <a:ext cx="12598400" cy="7010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85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2" name="Google Shape;532;p85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10972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9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1" name="Google Shape;611;p9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2" name="Google Shape;612;p9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pic>
        <p:nvPicPr>
          <p:cNvPr id="613" name="Google Shape;613;p92" descr="vdsvsd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625600" y="762000"/>
            <a:ext cx="15849600" cy="6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92" descr="dcs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-203200" y="-152400"/>
            <a:ext cx="12598400" cy="701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92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6" name="Google Shape;616;p92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10972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9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5" name="Google Shape;695;p95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6" name="Google Shape;696;p95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pic>
        <p:nvPicPr>
          <p:cNvPr id="697" name="Google Shape;697;p95" descr="vdsvsd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625600" y="762000"/>
            <a:ext cx="15849600" cy="6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95" descr="dcs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-203200" y="-152400"/>
            <a:ext cx="12598400" cy="701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95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0" name="Google Shape;700;p95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10972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9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9" name="Google Shape;779;p9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0" name="Google Shape;780;p9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1" name="Google Shape;781;p9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2" name="Google Shape;782;p9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0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3" name="Google Shape;953;p100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4" name="Google Shape;954;p100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pic>
        <p:nvPicPr>
          <p:cNvPr id="955" name="Google Shape;955;p100" descr="vdsvsd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625600" y="762000"/>
            <a:ext cx="15849600" cy="6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100" descr="dcs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-203200" y="-152400"/>
            <a:ext cx="12598400" cy="701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100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8" name="Google Shape;958;p100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10972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10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7" name="Google Shape;1037;p102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8" name="Google Shape;1038;p102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pic>
        <p:nvPicPr>
          <p:cNvPr id="1039" name="Google Shape;1039;p102" descr="vdsvsd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625600" y="762000"/>
            <a:ext cx="15849600" cy="6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102" descr="dcs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-203200" y="-152400"/>
            <a:ext cx="12598400" cy="701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102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2" name="Google Shape;1042;p102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109728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a3640339fe_0_9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1" name="Google Shape;1121;g2a3640339fe_0_9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2" name="Google Shape;1122;g2a3640339fe_0_9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  <p:pic>
        <p:nvPicPr>
          <p:cNvPr id="1123" name="Google Shape;1123;g2a3640339fe_0_99" descr="vdsvsd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625600" y="762000"/>
            <a:ext cx="15849600" cy="6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g2a3640339fe_0_99" descr="dcs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-203200" y="-152400"/>
            <a:ext cx="12598400" cy="701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g2a3640339fe_0_99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6" name="Google Shape;1126;g2a3640339fe_0_99"/>
          <p:cNvSpPr txBox="1">
            <a:spLocks noGrp="1"/>
          </p:cNvSpPr>
          <p:nvPr>
            <p:ph type="body" idx="1"/>
          </p:nvPr>
        </p:nvSpPr>
        <p:spPr>
          <a:xfrm>
            <a:off x="609600" y="1066801"/>
            <a:ext cx="10972800" cy="50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2a3640339fe_0_58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05" name="Google Shape;1205;g2a3640339fe_0_58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06" name="Google Shape;1206;g2a3640339fe_0_58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07" name="Google Shape;1207;g2a3640339fe_0_58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08" name="Google Shape;1208;g2a3640339fe_0_58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9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9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9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1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1"/>
          <p:cNvSpPr/>
          <p:nvPr/>
        </p:nvSpPr>
        <p:spPr>
          <a:xfrm>
            <a:off x="8798279" y="3328462"/>
            <a:ext cx="2250721" cy="49565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rgbClr val="008000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66FF33"/>
                </a:solidFill>
                <a:latin typeface="Ribeye"/>
              </a:rPr>
              <a:t>CCCA3</a:t>
            </a:r>
          </a:p>
        </p:txBody>
      </p:sp>
      <p:sp>
        <p:nvSpPr>
          <p:cNvPr id="1382" name="Google Shape;1382;p1">
            <a:hlinkClick r:id="" action="ppaction://hlinkshowjump?jump=nextslide"/>
          </p:cNvPr>
          <p:cNvSpPr/>
          <p:nvPr/>
        </p:nvSpPr>
        <p:spPr>
          <a:xfrm>
            <a:off x="10763251" y="6215066"/>
            <a:ext cx="1143000" cy="4286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1"/>
          <p:cNvSpPr txBox="1"/>
          <p:nvPr/>
        </p:nvSpPr>
        <p:spPr>
          <a:xfrm>
            <a:off x="9313333" y="4035778"/>
            <a:ext cx="12885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en-US" sz="1800">
                <a:solidFill>
                  <a:schemeClr val="lt1"/>
                </a:solidFill>
              </a:rPr>
              <a:t>3</a:t>
            </a: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-202</a:t>
            </a:r>
            <a:r>
              <a:rPr lang="en-US" sz="1800">
                <a:solidFill>
                  <a:schemeClr val="lt1"/>
                </a:solidFill>
              </a:rPr>
              <a:t>4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4" name="Google Shape;1384;p1" descr="source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7556" y="733778"/>
            <a:ext cx="6096000" cy="33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2"/>
          <p:cNvSpPr txBox="1">
            <a:spLocks noGrp="1"/>
          </p:cNvSpPr>
          <p:nvPr>
            <p:ph type="title"/>
          </p:nvPr>
        </p:nvSpPr>
        <p:spPr>
          <a:xfrm>
            <a:off x="1456875" y="448174"/>
            <a:ext cx="5136423" cy="87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400"/>
              <a:buFont typeface="Times New Roman"/>
              <a:buNone/>
            </a:pPr>
            <a:r>
              <a:rPr lang="en-US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outcomes:</a:t>
            </a:r>
            <a:endParaRPr b="1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1" name="Google Shape;1391;p2"/>
          <p:cNvSpPr txBox="1"/>
          <p:nvPr/>
        </p:nvSpPr>
        <p:spPr>
          <a:xfrm>
            <a:off x="438998" y="1549936"/>
            <a:ext cx="10508097" cy="2657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the end of this session, you should be able to: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 on various grammatical points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 persuasive essay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 vocabulary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2" name="Google Shape;1392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3"/>
          <p:cNvSpPr txBox="1">
            <a:spLocks noGrp="1"/>
          </p:cNvSpPr>
          <p:nvPr>
            <p:ph type="title"/>
          </p:nvPr>
        </p:nvSpPr>
        <p:spPr>
          <a:xfrm>
            <a:off x="1213556" y="504619"/>
            <a:ext cx="2003777" cy="87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ct val="100000"/>
              <a:buFont typeface="Times New Roman"/>
              <a:buNone/>
            </a:pPr>
            <a:r>
              <a:rPr lang="en-US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Outline: </a:t>
            </a:r>
            <a:endParaRPr b="1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9" name="Google Shape;1399;p3"/>
          <p:cNvSpPr txBox="1"/>
          <p:nvPr/>
        </p:nvSpPr>
        <p:spPr>
          <a:xfrm>
            <a:off x="423334" y="1293822"/>
            <a:ext cx="7676400" cy="61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Calibri"/>
              <a:buAutoNum type="arabicPeriod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Modals of deduction in the present</a:t>
            </a:r>
            <a:endParaRPr sz="2800" b="0" i="0" u="none" strike="noStrike" cap="none" dirty="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514350" marR="0" lvl="0" indent="-5143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Calibri"/>
              <a:buAutoNum type="arabicPeriod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Modals of deduction in the past</a:t>
            </a:r>
            <a:endParaRPr sz="2800" b="0" i="0" u="none" strike="noStrike" cap="none" dirty="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514350" marR="0" lvl="0" indent="-5143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Calibri"/>
              <a:buAutoNum type="arabicPeriod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Active &amp; </a:t>
            </a:r>
            <a:r>
              <a:rPr lang="en-US" sz="2800" b="1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assive </a:t>
            </a:r>
            <a:r>
              <a:rPr lang="en-US" sz="2800" b="1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v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oices </a:t>
            </a:r>
            <a:endParaRPr sz="2800" b="0" i="0" u="none" strike="noStrike" cap="none" dirty="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514350" marR="0" lvl="0" indent="-5143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Calibri"/>
              <a:buAutoNum type="arabicPeriod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Conditional </a:t>
            </a:r>
            <a:r>
              <a:rPr lang="en-US" sz="2800" b="1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ype 3</a:t>
            </a:r>
            <a:endParaRPr sz="2800" b="1" i="0" u="none" strike="noStrike" cap="none" dirty="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514350" marR="0" lvl="0" indent="-5143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Palatino Linotype"/>
              <a:buAutoNum type="arabicPeriod"/>
            </a:pPr>
            <a:r>
              <a:rPr lang="en-US" sz="2800" b="1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Defining vs non-defining relative clauses</a:t>
            </a:r>
            <a:endParaRPr sz="2800" b="1" dirty="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514350" marR="0" lvl="0" indent="-5143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Calibri"/>
              <a:buAutoNum type="arabicPeriod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Present perfect </a:t>
            </a:r>
            <a:r>
              <a:rPr lang="en-US" sz="2800" b="1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imple &amp; </a:t>
            </a:r>
            <a:r>
              <a:rPr lang="en-US" sz="2800" b="1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ontinuous </a:t>
            </a:r>
            <a:endParaRPr sz="2800" b="0" i="0" u="none" strike="noStrike" cap="none" dirty="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514350" marR="0" lvl="0" indent="-5143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Calibri"/>
              <a:buAutoNum type="arabicPeriod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Past perfect </a:t>
            </a:r>
            <a:r>
              <a:rPr lang="en-US" sz="2800" b="1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imple &amp; </a:t>
            </a:r>
            <a:r>
              <a:rPr lang="en-US" sz="2800" b="1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ontinuous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Calibri"/>
              <a:buAutoNum type="arabicPeriod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Persuasive essay writing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Calibri"/>
              <a:buAutoNum type="arabicPeriod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Linking words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Calibri"/>
              <a:buAutoNum type="arabicPeriod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Vocabulary</a:t>
            </a:r>
            <a:endParaRPr sz="2800" b="0" i="0" u="none" strike="noStrike" cap="none" dirty="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0" name="Google Shape;140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401" name="Google Shape;1401;p3"/>
          <p:cNvSpPr txBox="1"/>
          <p:nvPr/>
        </p:nvSpPr>
        <p:spPr>
          <a:xfrm>
            <a:off x="7619449" y="3387102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4"/>
          <p:cNvSpPr/>
          <p:nvPr/>
        </p:nvSpPr>
        <p:spPr>
          <a:xfrm>
            <a:off x="2525890" y="1665110"/>
            <a:ext cx="7478887" cy="167252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FFFFFF"/>
                </a:solidFill>
                <a:latin typeface="Times New Roman"/>
              </a:rPr>
              <a:t>Modals of deduction in the present</a:t>
            </a:r>
          </a:p>
        </p:txBody>
      </p:sp>
      <p:sp>
        <p:nvSpPr>
          <p:cNvPr id="1407" name="Google Shape;1407;p4">
            <a:hlinkClick r:id="" action="ppaction://hlinkshowjump?jump=nextslide"/>
          </p:cNvPr>
          <p:cNvSpPr/>
          <p:nvPr/>
        </p:nvSpPr>
        <p:spPr>
          <a:xfrm>
            <a:off x="10763251" y="6215066"/>
            <a:ext cx="1143000" cy="4286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5"/>
          <p:cNvSpPr txBox="1">
            <a:spLocks noGrp="1"/>
          </p:cNvSpPr>
          <p:nvPr>
            <p:ph type="body" idx="1"/>
          </p:nvPr>
        </p:nvSpPr>
        <p:spPr>
          <a:xfrm>
            <a:off x="1140400" y="1521438"/>
            <a:ext cx="8321200" cy="3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/>
          </a:p>
          <a:p>
            <a:pPr marL="118531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None/>
            </a:pPr>
            <a:r>
              <a:rPr lang="en-US" i="1">
                <a:solidFill>
                  <a:srgbClr val="FF0000"/>
                </a:solidFill>
              </a:rPr>
              <a:t>might</a:t>
            </a:r>
            <a:r>
              <a:rPr lang="en-US" i="1"/>
              <a:t>, </a:t>
            </a:r>
            <a:r>
              <a:rPr lang="en-US" i="1">
                <a:solidFill>
                  <a:srgbClr val="FF0000"/>
                </a:solidFill>
              </a:rPr>
              <a:t>may</a:t>
            </a:r>
            <a:r>
              <a:rPr lang="en-US" i="1"/>
              <a:t> </a:t>
            </a:r>
            <a:r>
              <a:rPr lang="en-US"/>
              <a:t>and </a:t>
            </a:r>
            <a:r>
              <a:rPr lang="en-US" i="1">
                <a:solidFill>
                  <a:srgbClr val="FF0000"/>
                </a:solidFill>
              </a:rPr>
              <a:t>could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i="1"/>
              <a:t>+</a:t>
            </a:r>
            <a:r>
              <a:rPr lang="en-US"/>
              <a:t> </a:t>
            </a:r>
            <a:r>
              <a:rPr lang="en-US" i="1"/>
              <a:t>an infinitive form </a:t>
            </a:r>
            <a:r>
              <a:rPr lang="en-US"/>
              <a:t>without to when we think it is </a:t>
            </a:r>
            <a:r>
              <a:rPr lang="en-US">
                <a:solidFill>
                  <a:srgbClr val="FF0000"/>
                </a:solidFill>
              </a:rPr>
              <a:t>possible</a:t>
            </a:r>
            <a:r>
              <a:rPr lang="en-US"/>
              <a:t> that something is true:</a:t>
            </a:r>
            <a:endParaRPr/>
          </a:p>
          <a:p>
            <a:pPr marL="609585" lvl="0" indent="-3513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/>
          </a:p>
          <a:p>
            <a:pPr marL="609585" lvl="0" indent="-4910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➢"/>
            </a:pPr>
            <a:r>
              <a:rPr lang="en-US"/>
              <a:t> I've lost my keys. They </a:t>
            </a:r>
            <a:r>
              <a:rPr lang="en-US" b="1">
                <a:solidFill>
                  <a:srgbClr val="FF0000"/>
                </a:solidFill>
              </a:rPr>
              <a:t>might</a:t>
            </a:r>
            <a:r>
              <a:rPr lang="en-US"/>
              <a:t> be at work or they </a:t>
            </a:r>
            <a:r>
              <a:rPr lang="en-US" b="1">
                <a:solidFill>
                  <a:srgbClr val="FF0000"/>
                </a:solidFill>
              </a:rPr>
              <a:t>could</a:t>
            </a:r>
            <a:r>
              <a:rPr lang="en-US"/>
              <a:t> be in the car.</a:t>
            </a:r>
            <a:endParaRPr/>
          </a:p>
          <a:p>
            <a:pPr marL="609585" lvl="0" indent="-3513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/>
          </a:p>
          <a:p>
            <a:pPr marL="609585" lvl="0" indent="-3513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/>
          </a:p>
        </p:txBody>
      </p:sp>
      <p:sp>
        <p:nvSpPr>
          <p:cNvPr id="1413" name="Google Shape;1413;p5"/>
          <p:cNvSpPr txBox="1">
            <a:spLocks noGrp="1"/>
          </p:cNvSpPr>
          <p:nvPr>
            <p:ph type="sldNum" idx="12"/>
          </p:nvPr>
        </p:nvSpPr>
        <p:spPr>
          <a:xfrm>
            <a:off x="5730200" y="6129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5"/>
          <p:cNvSpPr txBox="1"/>
          <p:nvPr/>
        </p:nvSpPr>
        <p:spPr>
          <a:xfrm>
            <a:off x="1128887" y="649111"/>
            <a:ext cx="494445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use the modal verbs: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5" name="Google Shape;1415;p5" descr="2c4285ff-8908-43dd-a352-e583165a784b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2534" y="3976511"/>
            <a:ext cx="41148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6"/>
          <p:cNvSpPr txBox="1">
            <a:spLocks noGrp="1"/>
          </p:cNvSpPr>
          <p:nvPr>
            <p:ph type="title"/>
          </p:nvPr>
        </p:nvSpPr>
        <p:spPr>
          <a:xfrm>
            <a:off x="1380289" y="733667"/>
            <a:ext cx="83212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b="1"/>
              <a:t>Must: </a:t>
            </a:r>
            <a:endParaRPr b="1"/>
          </a:p>
        </p:txBody>
      </p:sp>
      <p:sp>
        <p:nvSpPr>
          <p:cNvPr id="1421" name="Google Shape;1421;p6"/>
          <p:cNvSpPr txBox="1">
            <a:spLocks noGrp="1"/>
          </p:cNvSpPr>
          <p:nvPr>
            <p:ph type="body" idx="1"/>
          </p:nvPr>
        </p:nvSpPr>
        <p:spPr>
          <a:xfrm>
            <a:off x="1055734" y="1380323"/>
            <a:ext cx="8321200" cy="3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8531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We use </a:t>
            </a:r>
            <a:r>
              <a:rPr lang="en-US" i="1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must</a:t>
            </a:r>
            <a:r>
              <a:rPr lang="en-US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</a:t>
            </a: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when we are </a:t>
            </a:r>
            <a:r>
              <a:rPr lang="en-US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sure it is true: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609585" lvl="0" indent="-3513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609585" lvl="0" indent="-4910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➢"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That </a:t>
            </a:r>
            <a:r>
              <a:rPr lang="en-US" b="1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must</a:t>
            </a: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 be the main entrance. I can see people queuing to get in</a:t>
            </a:r>
            <a:r>
              <a:rPr lang="en-US"/>
              <a:t>.</a:t>
            </a:r>
            <a:endParaRPr/>
          </a:p>
          <a:p>
            <a:pPr marL="609585" lvl="0" indent="-4910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➢"/>
            </a:pPr>
            <a:r>
              <a:rPr lang="en-US"/>
              <a:t> </a:t>
            </a:r>
            <a:r>
              <a:rPr lang="en-US" b="1"/>
              <a:t>S</a:t>
            </a:r>
            <a:r>
              <a:rPr lang="en-US" b="1">
                <a:latin typeface="Palatino Linotype"/>
                <a:ea typeface="Palatino Linotype"/>
                <a:cs typeface="Palatino Linotype"/>
                <a:sym typeface="Palatino Linotype"/>
              </a:rPr>
              <a:t>h</a:t>
            </a: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e must study very hard because she gets really good marks</a:t>
            </a:r>
            <a:endParaRPr/>
          </a:p>
          <a:p>
            <a:pPr marL="609585" lvl="0" indent="-3513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/>
          </a:p>
        </p:txBody>
      </p:sp>
      <p:sp>
        <p:nvSpPr>
          <p:cNvPr id="1422" name="Google Shape;1422;p6"/>
          <p:cNvSpPr txBox="1">
            <a:spLocks noGrp="1"/>
          </p:cNvSpPr>
          <p:nvPr>
            <p:ph type="sldNum" idx="12"/>
          </p:nvPr>
        </p:nvSpPr>
        <p:spPr>
          <a:xfrm>
            <a:off x="5730200" y="6129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423" name="Google Shape;1423;p6" descr="téléchargement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999" y="4138696"/>
            <a:ext cx="7126111" cy="2719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7"/>
          <p:cNvSpPr txBox="1">
            <a:spLocks noGrp="1"/>
          </p:cNvSpPr>
          <p:nvPr>
            <p:ph type="title"/>
          </p:nvPr>
        </p:nvSpPr>
        <p:spPr>
          <a:xfrm>
            <a:off x="1239177" y="832447"/>
            <a:ext cx="83212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b="1"/>
              <a:t>Can’t:</a:t>
            </a:r>
            <a:endParaRPr b="1"/>
          </a:p>
        </p:txBody>
      </p:sp>
      <p:sp>
        <p:nvSpPr>
          <p:cNvPr id="1429" name="Google Shape;1429;p7"/>
          <p:cNvSpPr txBox="1">
            <a:spLocks noGrp="1"/>
          </p:cNvSpPr>
          <p:nvPr>
            <p:ph type="body" idx="1"/>
          </p:nvPr>
        </p:nvSpPr>
        <p:spPr>
          <a:xfrm>
            <a:off x="1140400" y="2071767"/>
            <a:ext cx="8321200" cy="3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8531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/>
              <a:t>We use </a:t>
            </a:r>
            <a:r>
              <a:rPr lang="en-US" i="1">
                <a:solidFill>
                  <a:srgbClr val="FF0000"/>
                </a:solidFill>
              </a:rPr>
              <a:t>can’t</a:t>
            </a:r>
            <a:r>
              <a:rPr lang="en-US" i="1"/>
              <a:t> </a:t>
            </a:r>
            <a:r>
              <a:rPr lang="en-US"/>
              <a:t>when we are </a:t>
            </a:r>
            <a:r>
              <a:rPr lang="en-US">
                <a:solidFill>
                  <a:srgbClr val="FF0000"/>
                </a:solidFill>
              </a:rPr>
              <a:t>sure it isn’t true:</a:t>
            </a:r>
            <a:endParaRPr/>
          </a:p>
          <a:p>
            <a:pPr marL="609585" lvl="0" indent="-3513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/>
          </a:p>
          <a:p>
            <a:pPr marL="609585" lvl="0" indent="-4910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➢"/>
            </a:pPr>
            <a:r>
              <a:rPr lang="en-US"/>
              <a:t>You </a:t>
            </a:r>
            <a:r>
              <a:rPr lang="en-US" b="1">
                <a:solidFill>
                  <a:srgbClr val="FF0000"/>
                </a:solidFill>
              </a:rPr>
              <a:t>can't </a:t>
            </a:r>
            <a:r>
              <a:rPr lang="en-US"/>
              <a:t>be bored already! You've only been here five minutes. </a:t>
            </a:r>
            <a:endParaRPr/>
          </a:p>
          <a:p>
            <a:pPr marL="609585" lvl="0" indent="-3513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/>
          </a:p>
          <a:p>
            <a:pPr marL="609585" lvl="0" indent="-49105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➢"/>
            </a:pPr>
            <a:r>
              <a:rPr lang="en-US"/>
              <a:t> They</a:t>
            </a:r>
            <a:r>
              <a:rPr lang="en-US" b="1">
                <a:solidFill>
                  <a:srgbClr val="FF0000"/>
                </a:solidFill>
              </a:rPr>
              <a:t> can't </a:t>
            </a:r>
            <a:r>
              <a:rPr lang="en-US"/>
              <a:t>be poor because they have an incredible house and four cars. </a:t>
            </a:r>
            <a:endParaRPr/>
          </a:p>
          <a:p>
            <a:pPr marL="118531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/>
          </a:p>
        </p:txBody>
      </p:sp>
      <p:sp>
        <p:nvSpPr>
          <p:cNvPr id="1430" name="Google Shape;1430;p7"/>
          <p:cNvSpPr txBox="1">
            <a:spLocks noGrp="1"/>
          </p:cNvSpPr>
          <p:nvPr>
            <p:ph type="sldNum" idx="12"/>
          </p:nvPr>
        </p:nvSpPr>
        <p:spPr>
          <a:xfrm>
            <a:off x="5730200" y="6129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431" name="Google Shape;1431;p7" descr="téléchargem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81489" y="4000497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8"/>
          <p:cNvSpPr txBox="1">
            <a:spLocks noGrp="1"/>
          </p:cNvSpPr>
          <p:nvPr>
            <p:ph type="title"/>
          </p:nvPr>
        </p:nvSpPr>
        <p:spPr>
          <a:xfrm>
            <a:off x="1528689" y="2433134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Times New Roman"/>
              <a:buNone/>
            </a:pPr>
            <a:r>
              <a:rPr lang="en-US" sz="8000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practice </a:t>
            </a:r>
            <a:endParaRPr sz="8000" b="1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9"/>
          <p:cNvSpPr txBox="1">
            <a:spLocks noGrp="1"/>
          </p:cNvSpPr>
          <p:nvPr>
            <p:ph type="title"/>
          </p:nvPr>
        </p:nvSpPr>
        <p:spPr>
          <a:xfrm>
            <a:off x="1218244" y="485800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200" b="1"/>
              <a:t/>
            </a:r>
            <a:br>
              <a:rPr lang="en-US" sz="3200" b="1"/>
            </a:br>
            <a:r>
              <a:rPr lang="en-US" sz="3200" b="1"/>
              <a:t>Write the correct modal verb to fill the gaps:</a:t>
            </a:r>
            <a:br>
              <a:rPr lang="en-US" sz="3200" b="1"/>
            </a:br>
            <a:endParaRPr sz="3200" b="1"/>
          </a:p>
        </p:txBody>
      </p:sp>
      <p:sp>
        <p:nvSpPr>
          <p:cNvPr id="1442" name="Google Shape;1442;p9"/>
          <p:cNvSpPr txBox="1"/>
          <p:nvPr/>
        </p:nvSpPr>
        <p:spPr>
          <a:xfrm>
            <a:off x="190360" y="1473199"/>
            <a:ext cx="12142800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She’ s won prizes for her research. She _______________ be really intelligent.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I'd take an umbrella if I were you. It looks like it _______________ rain.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It _______________ be him. He's on holiday until next week.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Hey guess what?! I _______________ be getting a car for my birthday! It's not completely definite yet though.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I can't believe you've been waiting all this time! You _______________ be really bored.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His car's not here. He _______________ have gone out.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Look how much sugar and salt it's got in it! It _______________ be good for you.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Have you looked next to your computer? I think you _______________ have left your keys there.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9"/>
          <p:cNvSpPr txBox="1"/>
          <p:nvPr/>
        </p:nvSpPr>
        <p:spPr>
          <a:xfrm>
            <a:off x="5658556" y="1453445"/>
            <a:ext cx="9371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must</a:t>
            </a:r>
            <a:endParaRPr sz="2800" b="1" i="0" u="none" strike="noStrike" cap="none">
              <a:solidFill>
                <a:srgbClr val="008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9"/>
          <p:cNvSpPr txBox="1"/>
          <p:nvPr/>
        </p:nvSpPr>
        <p:spPr>
          <a:xfrm>
            <a:off x="6110117" y="1955799"/>
            <a:ext cx="2441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may/might/could </a:t>
            </a:r>
            <a:endParaRPr sz="2400" b="1" i="0" u="none" strike="noStrike" cap="none">
              <a:solidFill>
                <a:srgbClr val="008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8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9"/>
          <p:cNvSpPr txBox="1"/>
          <p:nvPr/>
        </p:nvSpPr>
        <p:spPr>
          <a:xfrm>
            <a:off x="1453444" y="2568221"/>
            <a:ext cx="816600" cy="1200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can’t</a:t>
            </a:r>
            <a:br>
              <a:rPr lang="en-US" sz="2400" b="1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1" i="0" u="none" strike="noStrike" cap="none">
              <a:solidFill>
                <a:srgbClr val="008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8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9"/>
          <p:cNvSpPr txBox="1"/>
          <p:nvPr/>
        </p:nvSpPr>
        <p:spPr>
          <a:xfrm>
            <a:off x="2748855" y="3059286"/>
            <a:ext cx="244114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may/might/could </a:t>
            </a:r>
            <a:endParaRPr sz="2400" b="1" i="0" u="none" strike="noStrike" cap="none">
              <a:solidFill>
                <a:srgbClr val="008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8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9"/>
          <p:cNvSpPr txBox="1"/>
          <p:nvPr/>
        </p:nvSpPr>
        <p:spPr>
          <a:xfrm>
            <a:off x="7109178" y="4061179"/>
            <a:ext cx="9371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must</a:t>
            </a:r>
            <a:endParaRPr sz="2800" b="1" i="0" u="none" strike="noStrike" cap="none">
              <a:solidFill>
                <a:srgbClr val="008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9"/>
          <p:cNvSpPr txBox="1"/>
          <p:nvPr/>
        </p:nvSpPr>
        <p:spPr>
          <a:xfrm>
            <a:off x="3708401" y="4526845"/>
            <a:ext cx="93717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must</a:t>
            </a:r>
            <a:endParaRPr sz="2800" b="1" i="0" u="none" strike="noStrike" cap="none">
              <a:solidFill>
                <a:srgbClr val="008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9"/>
          <p:cNvSpPr txBox="1"/>
          <p:nvPr/>
        </p:nvSpPr>
        <p:spPr>
          <a:xfrm>
            <a:off x="6572955" y="5147731"/>
            <a:ext cx="816600" cy="1200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can’t</a:t>
            </a:r>
            <a:br>
              <a:rPr lang="en-US" sz="2400" b="1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1" i="0" u="none" strike="noStrike" cap="none">
              <a:solidFill>
                <a:srgbClr val="008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8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p9"/>
          <p:cNvSpPr txBox="1"/>
          <p:nvPr/>
        </p:nvSpPr>
        <p:spPr>
          <a:xfrm>
            <a:off x="6683033" y="5709352"/>
            <a:ext cx="244114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may/might/could </a:t>
            </a:r>
            <a:endParaRPr sz="2400" b="1" i="0" u="none" strike="noStrike" cap="none">
              <a:solidFill>
                <a:srgbClr val="008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8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10"/>
          <p:cNvSpPr/>
          <p:nvPr/>
        </p:nvSpPr>
        <p:spPr>
          <a:xfrm>
            <a:off x="2525890" y="1665110"/>
            <a:ext cx="7478887" cy="167252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FFFFFF"/>
                </a:solidFill>
                <a:latin typeface="Times New Roman"/>
              </a:rPr>
              <a:t>Modals of deduction in the past</a:t>
            </a:r>
          </a:p>
        </p:txBody>
      </p:sp>
      <p:sp>
        <p:nvSpPr>
          <p:cNvPr id="1456" name="Google Shape;1456;p10">
            <a:hlinkClick r:id="" action="ppaction://hlinkshowjump?jump=nextslide"/>
          </p:cNvPr>
          <p:cNvSpPr/>
          <p:nvPr/>
        </p:nvSpPr>
        <p:spPr>
          <a:xfrm>
            <a:off x="10763251" y="6215066"/>
            <a:ext cx="1143000" cy="4286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11"/>
          <p:cNvSpPr txBox="1">
            <a:spLocks noGrp="1"/>
          </p:cNvSpPr>
          <p:nvPr>
            <p:ph type="title"/>
          </p:nvPr>
        </p:nvSpPr>
        <p:spPr>
          <a:xfrm>
            <a:off x="1176864" y="60501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alatino Linotype"/>
              <a:buNone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Modal verb +</a:t>
            </a:r>
            <a:r>
              <a:rPr lang="en-US" b="1" u="sng">
                <a:latin typeface="Palatino Linotype"/>
                <a:ea typeface="Palatino Linotype"/>
                <a:cs typeface="Palatino Linotype"/>
                <a:sym typeface="Palatino Linotype"/>
              </a:rPr>
              <a:t>have+past participle </a:t>
            </a:r>
            <a:br>
              <a:rPr lang="en-US" b="1" u="sng">
                <a:latin typeface="Palatino Linotype"/>
                <a:ea typeface="Palatino Linotype"/>
                <a:cs typeface="Palatino Linotype"/>
                <a:sym typeface="Palatino Linotype"/>
              </a:rPr>
            </a:br>
            <a:endParaRPr/>
          </a:p>
        </p:txBody>
      </p:sp>
      <p:sp>
        <p:nvSpPr>
          <p:cNvPr id="1462" name="Google Shape;1462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Palatino Linotype"/>
                <a:ea typeface="Palatino Linotype"/>
                <a:cs typeface="Palatino Linotype"/>
                <a:sym typeface="Palatino Linotype"/>
              </a:rPr>
              <a:t>To make guesses or deductions about past actions or states we use a past modal of deduction.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1859C"/>
              </a:buClr>
              <a:buSzPts val="2800"/>
              <a:buChar char="•"/>
            </a:pPr>
            <a:r>
              <a:rPr lang="en-US" b="1">
                <a:solidFill>
                  <a:srgbClr val="31859C"/>
                </a:solidFill>
              </a:rPr>
              <a:t>must have:</a:t>
            </a:r>
            <a:endParaRPr b="1">
              <a:solidFill>
                <a:srgbClr val="31859C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use </a:t>
            </a:r>
            <a:r>
              <a:rPr lang="en-US" i="1">
                <a:solidFill>
                  <a:srgbClr val="FF0000"/>
                </a:solidFill>
              </a:rPr>
              <a:t>must have</a:t>
            </a:r>
            <a:r>
              <a:rPr lang="en-US">
                <a:solidFill>
                  <a:srgbClr val="FF0000"/>
                </a:solidFill>
              </a:rPr>
              <a:t> + past participle </a:t>
            </a:r>
            <a:r>
              <a:rPr lang="en-US"/>
              <a:t>when we feel sure about what happened.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i="1"/>
              <a:t>Who told the newspapers about the prime minister's plans? It </a:t>
            </a:r>
            <a:r>
              <a:rPr lang="en-US" i="1">
                <a:solidFill>
                  <a:srgbClr val="0000FF"/>
                </a:solidFill>
              </a:rPr>
              <a:t>must have been</a:t>
            </a:r>
            <a:r>
              <a:rPr lang="en-US" i="1"/>
              <a:t> someone close to him. </a:t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463" name="Google Shape;146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2"/>
          <p:cNvSpPr txBox="1">
            <a:spLocks noGrp="1"/>
          </p:cNvSpPr>
          <p:nvPr>
            <p:ph type="body" idx="1"/>
          </p:nvPr>
        </p:nvSpPr>
        <p:spPr>
          <a:xfrm>
            <a:off x="993422" y="150107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859C"/>
              </a:buClr>
              <a:buSzPct val="108108"/>
              <a:buChar char="•"/>
            </a:pPr>
            <a:r>
              <a:rPr lang="en-US" b="1">
                <a:solidFill>
                  <a:srgbClr val="31859C"/>
                </a:solidFill>
              </a:rPr>
              <a:t>might have / may have: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/>
              <a:t>We can use </a:t>
            </a:r>
            <a:r>
              <a:rPr lang="en-US" i="1">
                <a:solidFill>
                  <a:srgbClr val="FF0000"/>
                </a:solidFill>
              </a:rPr>
              <a:t>might have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or </a:t>
            </a:r>
            <a:r>
              <a:rPr lang="en-US" i="1">
                <a:solidFill>
                  <a:srgbClr val="FF0000"/>
                </a:solidFill>
              </a:rPr>
              <a:t>may have</a:t>
            </a:r>
            <a:r>
              <a:rPr lang="en-US">
                <a:solidFill>
                  <a:srgbClr val="FF0000"/>
                </a:solidFill>
              </a:rPr>
              <a:t> + past participle </a:t>
            </a:r>
            <a:r>
              <a:rPr lang="en-US"/>
              <a:t>when we think it's possible that something happened. 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 i="1"/>
              <a:t>I think I </a:t>
            </a:r>
            <a:r>
              <a:rPr lang="en-US" i="1">
                <a:solidFill>
                  <a:srgbClr val="0000FF"/>
                </a:solidFill>
              </a:rPr>
              <a:t>might have left </a:t>
            </a:r>
            <a:r>
              <a:rPr lang="en-US" i="1"/>
              <a:t>the air conditioning on. Please can you check?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endParaRPr i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1859B"/>
              </a:buClr>
              <a:buSzPct val="108108"/>
              <a:buChar char="•"/>
            </a:pPr>
            <a:r>
              <a:rPr lang="en-US" b="1">
                <a:solidFill>
                  <a:srgbClr val="31859B"/>
                </a:solidFill>
              </a:rPr>
              <a:t>can't have / couldn't have: 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/>
              <a:t>We use </a:t>
            </a:r>
            <a:r>
              <a:rPr lang="en-US" i="1">
                <a:solidFill>
                  <a:srgbClr val="FF0000"/>
                </a:solidFill>
              </a:rPr>
              <a:t>can't have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and </a:t>
            </a:r>
            <a:r>
              <a:rPr lang="en-US" i="1">
                <a:solidFill>
                  <a:srgbClr val="FF0000"/>
                </a:solidFill>
              </a:rPr>
              <a:t>couldn't have</a:t>
            </a:r>
            <a:r>
              <a:rPr lang="en-US">
                <a:solidFill>
                  <a:srgbClr val="FF0000"/>
                </a:solidFill>
              </a:rPr>
              <a:t> + past participle </a:t>
            </a:r>
            <a:r>
              <a:rPr lang="en-US"/>
              <a:t>when we think it's not possible that something happened.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 b="1"/>
              <a:t>Can't Have (Been) is used to refer to an incident in the near past, Couldn't Have (Been) is used for an event that happened way back in the past</a:t>
            </a:r>
            <a:r>
              <a:rPr lang="en-US"/>
              <a:t>. 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•"/>
            </a:pPr>
            <a:r>
              <a:rPr lang="en-US" i="1"/>
              <a:t>She </a:t>
            </a:r>
            <a:r>
              <a:rPr lang="en-US" i="1">
                <a:solidFill>
                  <a:srgbClr val="0000FF"/>
                </a:solidFill>
              </a:rPr>
              <a:t>can't have driven</a:t>
            </a:r>
            <a:r>
              <a:rPr lang="en-US" i="1"/>
              <a:t> there. Her car keys are still here. </a:t>
            </a:r>
            <a:endParaRPr/>
          </a:p>
        </p:txBody>
      </p:sp>
      <p:sp>
        <p:nvSpPr>
          <p:cNvPr id="1469" name="Google Shape;146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3"/>
          <p:cNvSpPr txBox="1">
            <a:spLocks noGrp="1"/>
          </p:cNvSpPr>
          <p:nvPr>
            <p:ph type="title"/>
          </p:nvPr>
        </p:nvSpPr>
        <p:spPr>
          <a:xfrm>
            <a:off x="1528689" y="2433134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Times New Roman"/>
              <a:buNone/>
            </a:pPr>
            <a:r>
              <a:rPr lang="en-US" sz="8000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practice </a:t>
            </a:r>
            <a:endParaRPr sz="8000" b="1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14"/>
          <p:cNvSpPr txBox="1">
            <a:spLocks noGrp="1"/>
          </p:cNvSpPr>
          <p:nvPr>
            <p:ph type="title"/>
          </p:nvPr>
        </p:nvSpPr>
        <p:spPr>
          <a:xfrm>
            <a:off x="960000" y="491767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/>
          </a:p>
        </p:txBody>
      </p:sp>
      <p:sp>
        <p:nvSpPr>
          <p:cNvPr id="1480" name="Google Shape;1480;p14"/>
          <p:cNvSpPr/>
          <p:nvPr/>
        </p:nvSpPr>
        <p:spPr>
          <a:xfrm>
            <a:off x="606777" y="1505003"/>
            <a:ext cx="9948333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were there no buses yesterday? Maybe it was the snow or they _____ been on strike.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have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might have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couldn't have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_____ seen her, surely! She was standing right in front of you.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have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might have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can't have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Let's ask at reception to see if they have your keys. Someone _____ found them.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have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might have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can't have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1" name="Google Shape;1481;p14" descr="C:\Users\Administrateur\AppData\Local\Microsoft\Windows\INetCache\IE\WHE1VEPU\check-mark-1292787__18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2070" y="2149008"/>
            <a:ext cx="196662" cy="193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2" name="Google Shape;1482;p14" descr="C:\Users\Administrateur\AppData\Local\Microsoft\Windows\INetCache\IE\WHE1VEPU\check-mark-1292787__18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2802" y="3232740"/>
            <a:ext cx="196662" cy="193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3" name="Google Shape;1483;p14" descr="C:\Users\Administrateur\AppData\Local\Microsoft\Windows\INetCache\IE\WHE1VEPU\check-mark-1292787__18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9247" y="4897851"/>
            <a:ext cx="196662" cy="193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5"/>
          <p:cNvSpPr txBox="1">
            <a:spLocks noGrp="1"/>
          </p:cNvSpPr>
          <p:nvPr>
            <p:ph type="title"/>
          </p:nvPr>
        </p:nvSpPr>
        <p:spPr>
          <a:xfrm>
            <a:off x="960000" y="491767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/>
          </a:p>
        </p:txBody>
      </p:sp>
      <p:sp>
        <p:nvSpPr>
          <p:cNvPr id="1489" name="Google Shape;1489;p15"/>
          <p:cNvSpPr/>
          <p:nvPr/>
        </p:nvSpPr>
        <p:spPr>
          <a:xfrm>
            <a:off x="903111" y="1587058"/>
            <a:ext cx="8198556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_____ gone to Russia. He didn't have a passport.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have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might have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couldn't have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explained the homework but she did the wrong page. She _____ misunderstood me.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have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have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can't have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Oh no! My phone's not in my bag. I _____ left it at home.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have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have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couldn't have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0" name="Google Shape;1490;p15" descr="C:\Users\Administrateur\AppData\Local\Microsoft\Windows\INetCache\IE\WHE1VEPU\check-mark-1292787__18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2403" y="2530008"/>
            <a:ext cx="196662" cy="193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1" name="Google Shape;1491;p15" descr="C:\Users\Administrateur\AppData\Local\Microsoft\Windows\INetCache\IE\WHE1VEPU\check-mark-1292787__18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53735" y="3334340"/>
            <a:ext cx="196662" cy="193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15" descr="C:\Users\Administrateur\AppData\Local\Microsoft\Windows\INetCache\IE\WHE1VEPU\check-mark-1292787__18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96069" y="4674897"/>
            <a:ext cx="196662" cy="193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6"/>
          <p:cNvSpPr/>
          <p:nvPr/>
        </p:nvSpPr>
        <p:spPr>
          <a:xfrm>
            <a:off x="1876778" y="1665110"/>
            <a:ext cx="8720666" cy="167252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FFFFFF"/>
                </a:solidFill>
                <a:latin typeface="Times New Roman"/>
              </a:rPr>
              <a:t>The passive voice</a:t>
            </a:r>
          </a:p>
        </p:txBody>
      </p:sp>
      <p:sp>
        <p:nvSpPr>
          <p:cNvPr id="1498" name="Google Shape;1498;p16">
            <a:hlinkClick r:id="" action="ppaction://hlinkshowjump?jump=nextslide"/>
          </p:cNvPr>
          <p:cNvSpPr/>
          <p:nvPr/>
        </p:nvSpPr>
        <p:spPr>
          <a:xfrm>
            <a:off x="10763251" y="6215066"/>
            <a:ext cx="1143000" cy="4286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17"/>
          <p:cNvSpPr txBox="1"/>
          <p:nvPr/>
        </p:nvSpPr>
        <p:spPr>
          <a:xfrm>
            <a:off x="563526" y="2020658"/>
            <a:ext cx="10284300" cy="54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passive is often used : 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subject is unknown, unimportant or obvious from the context.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The injured workers were rushed to the hospital.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we want to place emphasis on the receiver of the action rather than the doer, or agent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Thousands of homes were destroyed by the hurricane.</a:t>
            </a:r>
            <a:endParaRPr sz="2400" b="0" i="1" u="none" strike="noStrike" cap="none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make more polite or formal statements.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400" b="0" i="1" u="none" strike="noStrike" cap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The car was not cleaned.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4" name="Google Shape;1504;p17"/>
          <p:cNvSpPr txBox="1">
            <a:spLocks noGrp="1"/>
          </p:cNvSpPr>
          <p:nvPr>
            <p:ph type="title"/>
          </p:nvPr>
        </p:nvSpPr>
        <p:spPr>
          <a:xfrm>
            <a:off x="1147690" y="358800"/>
            <a:ext cx="2577644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Times New Roman"/>
              <a:buNone/>
            </a:pPr>
            <a:r>
              <a:rPr lang="en-US" b="1" i="1" u="sng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Use: </a:t>
            </a:r>
            <a:endParaRPr b="1" i="1" u="sng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0" name="Google Shape;1510;g1ec64e88b10_0_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4450" y="476100"/>
            <a:ext cx="7950425" cy="609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18"/>
          <p:cNvSpPr txBox="1">
            <a:spLocks noGrp="1"/>
          </p:cNvSpPr>
          <p:nvPr>
            <p:ph type="title"/>
          </p:nvPr>
        </p:nvSpPr>
        <p:spPr>
          <a:xfrm>
            <a:off x="1005426" y="177801"/>
            <a:ext cx="10072015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70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3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700">
                <a:latin typeface="Times New Roman"/>
                <a:ea typeface="Times New Roman"/>
                <a:cs typeface="Times New Roman"/>
                <a:sym typeface="Times New Roman"/>
              </a:rPr>
              <a:t>Compare the following sentences</a:t>
            </a:r>
            <a:br>
              <a:rPr lang="en-US" sz="37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6" name="Google Shape;1516;p18"/>
          <p:cNvSpPr txBox="1">
            <a:spLocks noGrp="1"/>
          </p:cNvSpPr>
          <p:nvPr>
            <p:ph type="subTitle" idx="1"/>
          </p:nvPr>
        </p:nvSpPr>
        <p:spPr>
          <a:xfrm>
            <a:off x="8008938" y="2135206"/>
            <a:ext cx="4278161" cy="78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Sushi is eaten by many people in many parts of the world.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7" name="Google Shape;1517;p18"/>
          <p:cNvSpPr txBox="1">
            <a:spLocks noGrp="1"/>
          </p:cNvSpPr>
          <p:nvPr>
            <p:ph type="title" idx="2"/>
          </p:nvPr>
        </p:nvSpPr>
        <p:spPr>
          <a:xfrm>
            <a:off x="1374875" y="1508159"/>
            <a:ext cx="2674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1400"/>
              <a:buFont typeface="Times New Roman"/>
              <a:buNone/>
            </a:pPr>
            <a:r>
              <a:rPr lang="en-US" sz="2100" b="1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</a:t>
            </a:r>
            <a:endParaRPr b="1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8" name="Google Shape;1518;p18"/>
          <p:cNvSpPr txBox="1">
            <a:spLocks noGrp="1"/>
          </p:cNvSpPr>
          <p:nvPr>
            <p:ph type="title" idx="4"/>
          </p:nvPr>
        </p:nvSpPr>
        <p:spPr>
          <a:xfrm>
            <a:off x="7704667" y="3386457"/>
            <a:ext cx="4487333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1F497D"/>
              </a:buClr>
              <a:buSzPts val="1400"/>
              <a:buFont typeface="Times New Roman"/>
              <a:buNone/>
            </a:pPr>
            <a:r>
              <a:rPr lang="en-US" b="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b="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b="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entence B is passive. That is the object of the active verb (eat) in the first sentence is the subject of the passive verb (is eaten) in the second sentence.</a:t>
            </a:r>
            <a:r>
              <a:rPr lang="en-US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/>
              <a:t/>
            </a:r>
            <a:br>
              <a:rPr lang="en-US"/>
            </a:br>
            <a:endParaRPr/>
          </a:p>
        </p:txBody>
      </p:sp>
      <p:sp>
        <p:nvSpPr>
          <p:cNvPr id="1519" name="Google Shape;1519;p18"/>
          <p:cNvSpPr txBox="1">
            <a:spLocks noGrp="1"/>
          </p:cNvSpPr>
          <p:nvPr>
            <p:ph type="title" idx="6"/>
          </p:nvPr>
        </p:nvSpPr>
        <p:spPr>
          <a:xfrm>
            <a:off x="8027244" y="1567669"/>
            <a:ext cx="2674800" cy="4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2423"/>
              </a:buClr>
              <a:buSzPts val="1400"/>
              <a:buFont typeface="Times New Roman"/>
              <a:buNone/>
            </a:pPr>
            <a:r>
              <a:rPr lang="en-US" sz="2100" b="1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Passive</a:t>
            </a:r>
            <a:endParaRPr sz="2100" b="1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0" name="Google Shape;1520;p18"/>
          <p:cNvSpPr txBox="1"/>
          <p:nvPr/>
        </p:nvSpPr>
        <p:spPr>
          <a:xfrm>
            <a:off x="1051399" y="2239216"/>
            <a:ext cx="3454399" cy="73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People eat sushi in many parts of the world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1" name="Google Shape;1521;p18"/>
          <p:cNvSpPr txBox="1"/>
          <p:nvPr/>
        </p:nvSpPr>
        <p:spPr>
          <a:xfrm>
            <a:off x="910288" y="3409174"/>
            <a:ext cx="3993323" cy="1000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Sentence A is considered active because the doer of the action (or agent) is the subject of the sentence.</a:t>
            </a:r>
            <a:endParaRPr sz="1900" b="1" i="0" u="none" strike="noStrike" cap="none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2" name="Google Shape;1522;p18" descr="ms-sushi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42274" y="2060223"/>
            <a:ext cx="2361451" cy="1157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19"/>
          <p:cNvSpPr txBox="1">
            <a:spLocks noGrp="1"/>
          </p:cNvSpPr>
          <p:nvPr>
            <p:ph type="subTitle" idx="1"/>
          </p:nvPr>
        </p:nvSpPr>
        <p:spPr>
          <a:xfrm>
            <a:off x="423325" y="1651000"/>
            <a:ext cx="10738500" cy="20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endParaRPr sz="2800" b="1" u="sng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900"/>
              <a:buNone/>
            </a:pPr>
            <a:r>
              <a:rPr lang="en-US" sz="2800" b="1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Passive : </a:t>
            </a:r>
            <a:r>
              <a:rPr lang="en-US" sz="2800" b="1">
                <a:solidFill>
                  <a:srgbClr val="9537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+ to be + past participle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endParaRPr sz="2800" b="1">
              <a:solidFill>
                <a:srgbClr val="1F49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900"/>
              <a:buNone/>
            </a:pPr>
            <a:r>
              <a:rPr lang="en-US" sz="2800" b="1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 : </a:t>
            </a:r>
            <a:r>
              <a:rPr lang="en-US" sz="2800" b="1">
                <a:solidFill>
                  <a:srgbClr val="9537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+  verb</a:t>
            </a:r>
            <a:endParaRPr/>
          </a:p>
        </p:txBody>
      </p:sp>
      <p:sp>
        <p:nvSpPr>
          <p:cNvPr id="1528" name="Google Shape;1528;p19"/>
          <p:cNvSpPr txBox="1"/>
          <p:nvPr/>
        </p:nvSpPr>
        <p:spPr>
          <a:xfrm>
            <a:off x="1340556" y="649112"/>
            <a:ext cx="1417509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1" u="sng" strike="noStrike" cap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9" name="Google Shape;15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0550" y="4160650"/>
            <a:ext cx="9226300" cy="23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20"/>
          <p:cNvSpPr txBox="1">
            <a:spLocks noGrp="1"/>
          </p:cNvSpPr>
          <p:nvPr>
            <p:ph type="title"/>
          </p:nvPr>
        </p:nvSpPr>
        <p:spPr>
          <a:xfrm>
            <a:off x="1528689" y="2433134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Times New Roman"/>
              <a:buNone/>
            </a:pPr>
            <a:r>
              <a:rPr lang="en-US" sz="8000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practice </a:t>
            </a:r>
            <a:endParaRPr sz="8000" b="1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21"/>
          <p:cNvSpPr txBox="1">
            <a:spLocks noGrp="1"/>
          </p:cNvSpPr>
          <p:nvPr>
            <p:ph type="title"/>
          </p:nvPr>
        </p:nvSpPr>
        <p:spPr>
          <a:xfrm>
            <a:off x="1133577" y="429355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Times New Roman"/>
              <a:buNone/>
            </a:pPr>
            <a:r>
              <a:rPr lang="en-US" sz="2400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the sentences with the correct form and tense of the passive verb:</a:t>
            </a:r>
            <a:endParaRPr sz="2400" b="1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1" name="Google Shape;1541;p21"/>
          <p:cNvSpPr/>
          <p:nvPr/>
        </p:nvSpPr>
        <p:spPr>
          <a:xfrm>
            <a:off x="-56442" y="1495779"/>
            <a:ext cx="12488332" cy="5632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accounts of our company _________  regularly twice a month by a strict tax expert.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(check) </a:t>
            </a:r>
            <a:endParaRPr sz="2400" b="1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Romeo and Juliet ___________________ by Shakespeare.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(WRITE) </a:t>
            </a:r>
            <a:endParaRPr sz="2400" b="1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Dinner _________________________ between 5 and 10 p.m. every day.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(SERVE) </a:t>
            </a:r>
            <a:endParaRPr sz="2400" b="1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He _________________________ French when he spent his childhood there.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(TEACH)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 _________________________ by the music so I couldn't concentrate.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(DISTURB) </a:t>
            </a:r>
            <a:endParaRPr sz="2400" b="1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When ______ America ______           (discover)? </a:t>
            </a: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2" name="Google Shape;1542;p21"/>
          <p:cNvSpPr txBox="1"/>
          <p:nvPr/>
        </p:nvSpPr>
        <p:spPr>
          <a:xfrm>
            <a:off x="4162780" y="1594556"/>
            <a:ext cx="164660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checked </a:t>
            </a:r>
            <a:endParaRPr sz="2400" b="0" i="0" u="none" strike="noStrike" cap="none" dirty="0">
              <a:solidFill>
                <a:srgbClr val="008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21"/>
          <p:cNvSpPr txBox="1"/>
          <p:nvPr/>
        </p:nvSpPr>
        <p:spPr>
          <a:xfrm>
            <a:off x="1933222" y="3287889"/>
            <a:ext cx="151836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 taught</a:t>
            </a:r>
            <a:endParaRPr sz="2400" b="0" i="0" u="none" strike="noStrike" cap="none" dirty="0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4" name="Google Shape;1544;p21"/>
          <p:cNvSpPr txBox="1"/>
          <p:nvPr/>
        </p:nvSpPr>
        <p:spPr>
          <a:xfrm>
            <a:off x="2596444" y="2723444"/>
            <a:ext cx="127470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served</a:t>
            </a:r>
            <a:endParaRPr sz="2400" b="0" i="0" u="none" strike="noStrike" cap="none" dirty="0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5" name="Google Shape;1545;p21"/>
          <p:cNvSpPr txBox="1"/>
          <p:nvPr/>
        </p:nvSpPr>
        <p:spPr>
          <a:xfrm>
            <a:off x="3316111" y="2159000"/>
            <a:ext cx="161204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 written</a:t>
            </a:r>
            <a:endParaRPr sz="2400" b="0" i="0" u="none" strike="noStrike" cap="none" dirty="0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6" name="Google Shape;1546;p21"/>
          <p:cNvSpPr txBox="1"/>
          <p:nvPr/>
        </p:nvSpPr>
        <p:spPr>
          <a:xfrm>
            <a:off x="1439334" y="3838223"/>
            <a:ext cx="189026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 disturbed</a:t>
            </a:r>
            <a:endParaRPr sz="2400" b="0" i="0" u="none" strike="noStrike" cap="none" dirty="0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7" name="Google Shape;1547;p21"/>
          <p:cNvSpPr txBox="1"/>
          <p:nvPr/>
        </p:nvSpPr>
        <p:spPr>
          <a:xfrm>
            <a:off x="1425222" y="4374445"/>
            <a:ext cx="66331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</a:t>
            </a:r>
            <a:endParaRPr sz="2400" b="0" i="0" u="none" strike="noStrike" cap="none" dirty="0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8" name="Google Shape;1548;p21"/>
          <p:cNvSpPr txBox="1"/>
          <p:nvPr/>
        </p:nvSpPr>
        <p:spPr>
          <a:xfrm>
            <a:off x="3400778" y="4360333"/>
            <a:ext cx="151836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discovered</a:t>
            </a:r>
            <a:endParaRPr sz="2400" b="0" i="0" u="none" strike="noStrike" cap="none" dirty="0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2" grpId="0"/>
      <p:bldP spid="1543" grpId="0"/>
      <p:bldP spid="1544" grpId="0"/>
      <p:bldP spid="1545" grpId="0"/>
      <p:bldP spid="1546" grpId="0"/>
      <p:bldP spid="1547" grpId="0"/>
      <p:bldP spid="154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22"/>
          <p:cNvSpPr/>
          <p:nvPr/>
        </p:nvSpPr>
        <p:spPr>
          <a:xfrm>
            <a:off x="1876778" y="1665110"/>
            <a:ext cx="8720666" cy="167252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FFFFFF"/>
                </a:solidFill>
                <a:latin typeface="Times New Roman"/>
              </a:rPr>
              <a:t>Third Type conditional</a:t>
            </a:r>
          </a:p>
        </p:txBody>
      </p:sp>
      <p:sp>
        <p:nvSpPr>
          <p:cNvPr id="1554" name="Google Shape;1554;p22">
            <a:hlinkClick r:id="" action="ppaction://hlinkshowjump?jump=nextslide"/>
          </p:cNvPr>
          <p:cNvSpPr/>
          <p:nvPr/>
        </p:nvSpPr>
        <p:spPr>
          <a:xfrm>
            <a:off x="10763251" y="6215066"/>
            <a:ext cx="1143000" cy="4286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23"/>
          <p:cNvSpPr txBox="1">
            <a:spLocks noGrp="1"/>
          </p:cNvSpPr>
          <p:nvPr>
            <p:ph type="title"/>
          </p:nvPr>
        </p:nvSpPr>
        <p:spPr>
          <a:xfrm>
            <a:off x="1284111" y="597538"/>
            <a:ext cx="8918222" cy="1616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ctr" anchorCtr="0">
            <a:spAutoFit/>
          </a:bodyPr>
          <a:lstStyle/>
          <a:p>
            <a:pPr marL="16933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3200"/>
              <a:buFont typeface="Times New Roman"/>
              <a:buNone/>
            </a:pPr>
            <a:r>
              <a:rPr lang="en-US" sz="32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4 main types of </a:t>
            </a:r>
            <a:r>
              <a:rPr lang="en-US" sz="3200" b="1" i="1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conditional sentences </a:t>
            </a:r>
            <a:r>
              <a:rPr lang="en-US" sz="32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English,  often called if clauses</a:t>
            </a:r>
            <a:r>
              <a:rPr lang="en-US" sz="36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1" name="Google Shape;1561;p23"/>
          <p:cNvSpPr txBox="1"/>
          <p:nvPr/>
        </p:nvSpPr>
        <p:spPr>
          <a:xfrm>
            <a:off x="366889" y="2303224"/>
            <a:ext cx="11557000" cy="175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075" rIns="0" bIns="0" anchor="t" anchorCtr="0">
            <a:spAutoFit/>
          </a:bodyPr>
          <a:lstStyle/>
          <a:p>
            <a:pPr marL="1693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sentences are in two halves (clauses):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4132" marR="0" lvl="0" indent="-457200" algn="l" rtl="0">
              <a:lnSpc>
                <a:spcPct val="100000"/>
              </a:lnSpc>
              <a:spcBef>
                <a:spcPts val="102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(if clause)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74132" marR="0" lvl="0" indent="-457200" algn="l" rtl="0">
              <a:lnSpc>
                <a:spcPct val="100000"/>
              </a:lnSpc>
              <a:spcBef>
                <a:spcPts val="102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other part where you can use words  such as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can, will, may, might, could and  would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(main clause)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p23"/>
          <p:cNvSpPr/>
          <p:nvPr/>
        </p:nvSpPr>
        <p:spPr>
          <a:xfrm>
            <a:off x="211668" y="4474613"/>
            <a:ext cx="1124655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describe the result of something that might happen (in the present or future) or might have happened but didn't (in the past)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1ec64e88b10_1_12"/>
          <p:cNvSpPr txBox="1">
            <a:spLocks noGrp="1"/>
          </p:cNvSpPr>
          <p:nvPr>
            <p:ph type="body" idx="1"/>
          </p:nvPr>
        </p:nvSpPr>
        <p:spPr>
          <a:xfrm>
            <a:off x="635900" y="1850775"/>
            <a:ext cx="11185200" cy="55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Like the other conditionals, a third conditional sentence consists of two clauses, an “if” clause and a main clause: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SzPts val="1800"/>
              <a:buNone/>
            </a:pPr>
            <a:r>
              <a:rPr lang="en-US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you </a:t>
            </a:r>
            <a:r>
              <a:rPr lang="en-US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hadn’t stopped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quickly, we </a:t>
            </a:r>
            <a:r>
              <a:rPr lang="en-US" sz="2400" b="1">
                <a:solidFill>
                  <a:srgbClr val="2440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would have crashed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 b="1">
                <a:solidFill>
                  <a:srgbClr val="2440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wouldn’t have gone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to the party </a:t>
            </a:r>
            <a:r>
              <a:rPr lang="en-US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you </a:t>
            </a:r>
            <a:r>
              <a:rPr lang="en-US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hadn’t persuaded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me to go.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None/>
            </a:pPr>
            <a:r>
              <a:rPr lang="en-US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lang="en-US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’d studied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harder, I probably </a:t>
            </a:r>
            <a:r>
              <a:rPr lang="en-US" sz="2400" b="1">
                <a:solidFill>
                  <a:srgbClr val="2440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would’ve passed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the exam.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As you can notice we create the third conditional by using the </a:t>
            </a:r>
            <a:r>
              <a:rPr lang="en-US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Past Perfect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after ‘if’ and then ‘</a:t>
            </a:r>
            <a:r>
              <a:rPr lang="en-US" sz="2400" b="1">
                <a:solidFill>
                  <a:srgbClr val="2440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would have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’ and the past participle in the second part of the sentence.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570" name="Google Shape;1570;g1ec64e88b10_1_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1571" name="Google Shape;1571;g1ec64e88b10_1_12"/>
          <p:cNvSpPr txBox="1"/>
          <p:nvPr/>
        </p:nvSpPr>
        <p:spPr>
          <a:xfrm>
            <a:off x="1257075" y="583450"/>
            <a:ext cx="8581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Third Conditional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structure used for talking about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unreal situations in the past.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1ec64e88b10_1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1578" name="Google Shape;1578;g1ec64e88b10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67900" y="557000"/>
            <a:ext cx="7606525" cy="603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26"/>
          <p:cNvSpPr txBox="1">
            <a:spLocks noGrp="1"/>
          </p:cNvSpPr>
          <p:nvPr>
            <p:ph type="title"/>
          </p:nvPr>
        </p:nvSpPr>
        <p:spPr>
          <a:xfrm>
            <a:off x="1528689" y="2433134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Times New Roman"/>
              <a:buNone/>
            </a:pPr>
            <a:r>
              <a:rPr lang="en-US" sz="8000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practice </a:t>
            </a:r>
            <a:endParaRPr sz="8000" b="1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27"/>
          <p:cNvSpPr txBox="1">
            <a:spLocks noGrp="1"/>
          </p:cNvSpPr>
          <p:nvPr>
            <p:ph type="title"/>
          </p:nvPr>
        </p:nvSpPr>
        <p:spPr>
          <a:xfrm>
            <a:off x="1128889" y="486833"/>
            <a:ext cx="8960555" cy="1008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Put the verbs in the correct form of Conditional Type III:</a:t>
            </a:r>
            <a:endParaRPr sz="2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9" name="Google Shape;1589;p27"/>
          <p:cNvSpPr txBox="1"/>
          <p:nvPr/>
        </p:nvSpPr>
        <p:spPr>
          <a:xfrm>
            <a:off x="244593" y="2654300"/>
            <a:ext cx="11820407" cy="3365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If you ………………………</a:t>
            </a:r>
            <a:r>
              <a:rPr lang="en-US" sz="21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(not/take) </a:t>
            </a: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long making a decision, we would have signed the contract.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If you had read the paper, you ……………………………. </a:t>
            </a:r>
            <a:r>
              <a:rPr lang="en-US" sz="21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(see) </a:t>
            </a: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advertisement.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 Unless you had accepted the agreement, we ………………                 </a:t>
            </a:r>
            <a:r>
              <a:rPr lang="en-US" sz="21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(review/not) </a:t>
            </a: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terms.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 If you had provided us with some leverage, we…….. ……………….           </a:t>
            </a:r>
            <a:r>
              <a:rPr lang="en-US" sz="21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(reconsider) </a:t>
            </a: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 Provided you had increased your order by 10 %, we ……..………….         </a:t>
            </a:r>
            <a:r>
              <a:rPr lang="en-US" sz="21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(give) </a:t>
            </a:r>
            <a:r>
              <a:rPr lang="en-US"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a discount.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0" name="Google Shape;1590;p27"/>
          <p:cNvSpPr txBox="1"/>
          <p:nvPr/>
        </p:nvSpPr>
        <p:spPr>
          <a:xfrm>
            <a:off x="1892300" y="2580084"/>
            <a:ext cx="1701800" cy="45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9537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hadn’t taken</a:t>
            </a:r>
            <a:endParaRPr sz="2100" b="0" i="0" u="none" strike="noStrike" cap="none">
              <a:solidFill>
                <a:srgbClr val="9537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1" name="Google Shape;1591;p27"/>
          <p:cNvSpPr txBox="1"/>
          <p:nvPr/>
        </p:nvSpPr>
        <p:spPr>
          <a:xfrm>
            <a:off x="4368800" y="3255288"/>
            <a:ext cx="2254248" cy="45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9537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would have seen</a:t>
            </a:r>
            <a:endParaRPr sz="2100" b="0" i="0" u="none" strike="noStrike" cap="none">
              <a:solidFill>
                <a:srgbClr val="9537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2" name="Google Shape;1592;p27"/>
          <p:cNvSpPr txBox="1"/>
          <p:nvPr/>
        </p:nvSpPr>
        <p:spPr>
          <a:xfrm>
            <a:off x="5703354" y="4564119"/>
            <a:ext cx="2946754" cy="446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9537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would have reconsidered</a:t>
            </a:r>
            <a:endParaRPr sz="2100" b="0" i="0" u="none" strike="noStrike" cap="none">
              <a:solidFill>
                <a:srgbClr val="9537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3" name="Google Shape;1593;p27"/>
          <p:cNvSpPr txBox="1"/>
          <p:nvPr/>
        </p:nvSpPr>
        <p:spPr>
          <a:xfrm>
            <a:off x="5249332" y="3896360"/>
            <a:ext cx="3852332" cy="446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9537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wouldn’t have reviewed</a:t>
            </a:r>
            <a:endParaRPr sz="2100" b="0" i="0" u="none" strike="noStrike" cap="none">
              <a:solidFill>
                <a:srgbClr val="9537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4" name="Google Shape;1594;p27"/>
          <p:cNvSpPr txBox="1"/>
          <p:nvPr/>
        </p:nvSpPr>
        <p:spPr>
          <a:xfrm>
            <a:off x="6149615" y="5211351"/>
            <a:ext cx="2254248" cy="45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9537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would have given</a:t>
            </a:r>
            <a:endParaRPr sz="2100" b="0" i="0" u="none" strike="noStrike" cap="none">
              <a:solidFill>
                <a:srgbClr val="9537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2a3640339fe_0_94"/>
          <p:cNvSpPr/>
          <p:nvPr/>
        </p:nvSpPr>
        <p:spPr>
          <a:xfrm>
            <a:off x="1876778" y="1665110"/>
            <a:ext cx="8720662" cy="167252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FFFFFF"/>
                </a:solidFill>
                <a:latin typeface="Times New Roman"/>
              </a:rPr>
              <a:t>DRC vs NDRC</a:t>
            </a:r>
          </a:p>
        </p:txBody>
      </p:sp>
      <p:sp>
        <p:nvSpPr>
          <p:cNvPr id="1600" name="Google Shape;1600;g2a3640339fe_0_94">
            <a:hlinkClick r:id="" action="ppaction://hlinkshowjump?jump=nextslide"/>
          </p:cNvPr>
          <p:cNvSpPr/>
          <p:nvPr/>
        </p:nvSpPr>
        <p:spPr>
          <a:xfrm>
            <a:off x="10763251" y="6215066"/>
            <a:ext cx="1143000" cy="428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2a3640339fe_0_194"/>
          <p:cNvSpPr txBox="1">
            <a:spLocks noGrp="1"/>
          </p:cNvSpPr>
          <p:nvPr>
            <p:ph type="title"/>
          </p:nvPr>
        </p:nvSpPr>
        <p:spPr>
          <a:xfrm>
            <a:off x="1240750" y="357400"/>
            <a:ext cx="10515600" cy="9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Relative pronouns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7" name="Google Shape;1607;g2a3640339fe_0_194"/>
          <p:cNvSpPr txBox="1">
            <a:spLocks noGrp="1"/>
          </p:cNvSpPr>
          <p:nvPr>
            <p:ph type="body" idx="1"/>
          </p:nvPr>
        </p:nvSpPr>
        <p:spPr>
          <a:xfrm>
            <a:off x="629825" y="1199824"/>
            <a:ext cx="11247900" cy="12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Relative pronouns take the place of nouns or pronouns. they are called relative pronouns because they relate back to something or someone.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They are used to </a:t>
            </a:r>
            <a:r>
              <a:rPr lang="en-US" sz="2300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two sentences about the same person or thing.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8" name="Google Shape;1608;g2a3640339fe_0_194"/>
          <p:cNvSpPr txBox="1"/>
          <p:nvPr/>
        </p:nvSpPr>
        <p:spPr>
          <a:xfrm>
            <a:off x="7535334" y="4456113"/>
            <a:ext cx="463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g2a3640339fe_0_194"/>
          <p:cNvSpPr txBox="1"/>
          <p:nvPr/>
        </p:nvSpPr>
        <p:spPr>
          <a:xfrm>
            <a:off x="7055555" y="4110568"/>
            <a:ext cx="42249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5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10" name="Google Shape;1610;g2a3640339fe_0_194"/>
          <p:cNvGraphicFramePr/>
          <p:nvPr/>
        </p:nvGraphicFramePr>
        <p:xfrm>
          <a:off x="163538" y="2421963"/>
          <a:ext cx="11864925" cy="4463460"/>
        </p:xfrm>
        <a:graphic>
          <a:graphicData uri="http://schemas.openxmlformats.org/drawingml/2006/table">
            <a:tbl>
              <a:tblPr>
                <a:noFill/>
                <a:tableStyleId>{90AAA64A-F339-4590-8BEA-177A8140EC4F}</a:tableStyleId>
              </a:tblPr>
              <a:tblGrid>
                <a:gridCol w="3954975"/>
                <a:gridCol w="3954975"/>
                <a:gridCol w="3954975"/>
              </a:tblGrid>
              <a:tr h="543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>
                          <a:solidFill>
                            <a:schemeClr val="accent4"/>
                          </a:solidFill>
                        </a:rPr>
                        <a:t>Pronouns </a:t>
                      </a:r>
                      <a:endParaRPr sz="1900" b="1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>
                          <a:solidFill>
                            <a:schemeClr val="accent4"/>
                          </a:solidFill>
                        </a:rPr>
                        <a:t>Usage</a:t>
                      </a:r>
                      <a:endParaRPr sz="1900" b="1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>
                          <a:solidFill>
                            <a:schemeClr val="accent4"/>
                          </a:solidFill>
                        </a:rPr>
                        <a:t>Examples</a:t>
                      </a:r>
                      <a:endParaRPr b="1"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/>
                </a:tc>
              </a:tr>
              <a:tr h="522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</a:rPr>
                        <a:t>Who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It replaces the </a:t>
                      </a:r>
                      <a:r>
                        <a:rPr lang="en-US" sz="1500" b="1"/>
                        <a:t>subject</a:t>
                      </a:r>
                      <a:r>
                        <a:rPr lang="en-US" sz="1500"/>
                        <a:t> pronouns,I, He, She, We,They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A0A0A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This is the man </a:t>
                      </a:r>
                      <a:r>
                        <a:rPr lang="en-US" sz="1200" b="1">
                          <a:solidFill>
                            <a:srgbClr val="990000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who</a:t>
                      </a:r>
                      <a:r>
                        <a:rPr lang="en-US" sz="1200">
                          <a:solidFill>
                            <a:srgbClr val="0A0A0A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broke the window.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522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</a:rPr>
                        <a:t>Whose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Shows </a:t>
                      </a:r>
                      <a:r>
                        <a:rPr lang="en-US" sz="1500" b="1"/>
                        <a:t>possession</a:t>
                      </a:r>
                      <a:r>
                        <a:rPr lang="en-US" sz="1500"/>
                        <a:t> or relationship.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A0A0A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 have a friend </a:t>
                      </a:r>
                      <a:r>
                        <a:rPr lang="en-US" sz="1200" b="1">
                          <a:solidFill>
                            <a:srgbClr val="990000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whose</a:t>
                      </a:r>
                      <a:r>
                        <a:rPr lang="en-US" sz="1200">
                          <a:solidFill>
                            <a:srgbClr val="0A0A0A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mother drives a taxi. 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522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</a:rPr>
                        <a:t>Whom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It replaces the </a:t>
                      </a:r>
                      <a:r>
                        <a:rPr lang="en-US" sz="1500" b="1"/>
                        <a:t>object </a:t>
                      </a:r>
                      <a:r>
                        <a:rPr lang="en-US" sz="1500"/>
                        <a:t>pronouns me,her,him,us,them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A0A0A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lady </a:t>
                      </a:r>
                      <a:r>
                        <a:rPr lang="en-US" sz="1200" b="1">
                          <a:solidFill>
                            <a:srgbClr val="990000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whom</a:t>
                      </a:r>
                      <a:r>
                        <a:rPr lang="en-US" sz="1200">
                          <a:solidFill>
                            <a:srgbClr val="0A0A0A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they caught was sent to prison.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522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</a:rPr>
                        <a:t>Which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to refer to </a:t>
                      </a:r>
                      <a:r>
                        <a:rPr lang="en-US" sz="1500" b="1"/>
                        <a:t>things.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A0A0A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Here is the car </a:t>
                      </a:r>
                      <a:r>
                        <a:rPr lang="en-US" sz="1200" b="1">
                          <a:solidFill>
                            <a:srgbClr val="990000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which</a:t>
                      </a:r>
                      <a:r>
                        <a:rPr lang="en-US" sz="1200">
                          <a:solidFill>
                            <a:srgbClr val="0A0A0A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she bought for her son.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522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</a:rPr>
                        <a:t>That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to refer to either </a:t>
                      </a:r>
                      <a:r>
                        <a:rPr lang="en-US" sz="1500" b="1"/>
                        <a:t>people</a:t>
                      </a:r>
                      <a:r>
                        <a:rPr lang="en-US" sz="1500"/>
                        <a:t> or </a:t>
                      </a:r>
                      <a:r>
                        <a:rPr lang="en-US" sz="1500" b="1"/>
                        <a:t>things.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A0A0A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She is a person </a:t>
                      </a:r>
                      <a:r>
                        <a:rPr lang="en-US" sz="1200" b="1">
                          <a:solidFill>
                            <a:srgbClr val="990000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that</a:t>
                      </a:r>
                      <a:r>
                        <a:rPr lang="en-US" sz="1200">
                          <a:solidFill>
                            <a:srgbClr val="0A0A0A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can be trusted.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522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</a:rPr>
                        <a:t>Where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to refer to </a:t>
                      </a:r>
                      <a:r>
                        <a:rPr lang="en-US" sz="1500" b="1"/>
                        <a:t>place</a:t>
                      </a:r>
                      <a:r>
                        <a:rPr lang="en-US" sz="1500"/>
                        <a:t>.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A0A0A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This is the house </a:t>
                      </a:r>
                      <a:r>
                        <a:rPr lang="en-US" sz="1200" b="1">
                          <a:solidFill>
                            <a:srgbClr val="800000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where</a:t>
                      </a:r>
                      <a:r>
                        <a:rPr lang="en-US" sz="1200">
                          <a:solidFill>
                            <a:srgbClr val="0A0A0A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my son was born.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522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</a:rPr>
                        <a:t>When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to refer to</a:t>
                      </a:r>
                      <a:r>
                        <a:rPr lang="en-US" sz="1500" b="1"/>
                        <a:t> time</a:t>
                      </a:r>
                      <a:r>
                        <a:rPr lang="en-US" sz="1500"/>
                        <a:t>.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A0A0A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day </a:t>
                      </a:r>
                      <a:r>
                        <a:rPr lang="en-US" sz="1200" b="1">
                          <a:solidFill>
                            <a:srgbClr val="800000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when</a:t>
                      </a:r>
                      <a:r>
                        <a:rPr lang="en-US" sz="1200">
                          <a:solidFill>
                            <a:srgbClr val="0A0A0A"/>
                          </a:solidFill>
                          <a:highlight>
                            <a:srgbClr val="FFFFFF"/>
                          </a:highlight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the concert takes place is tomorrow.</a:t>
                      </a: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2a3640339fe_0_0"/>
          <p:cNvSpPr txBox="1">
            <a:spLocks noGrp="1"/>
          </p:cNvSpPr>
          <p:nvPr>
            <p:ph type="title"/>
          </p:nvPr>
        </p:nvSpPr>
        <p:spPr>
          <a:xfrm>
            <a:off x="1542800" y="485800"/>
            <a:ext cx="9106500" cy="11223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DEFINING RELATIVE CLAUSES 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7" name="Google Shape;1617;g2a3640339fe_0_0"/>
          <p:cNvSpPr txBox="1"/>
          <p:nvPr/>
        </p:nvSpPr>
        <p:spPr>
          <a:xfrm>
            <a:off x="576500" y="1780225"/>
            <a:ext cx="112749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describe the preceding noun in such a way to distinguish it from other nouns of the same class.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clause of this kind is </a:t>
            </a:r>
            <a:r>
              <a:rPr lang="en-US" sz="2400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essential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clear understanding of the noun.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DRC has </a:t>
            </a:r>
            <a:r>
              <a:rPr lang="en-US" sz="2400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commas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DRC, Relative pronouns (</a:t>
            </a:r>
            <a:r>
              <a:rPr lang="en-US" sz="2400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always obligatory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1/ who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 which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 that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8" name="Google Shape;1618;g2a3640339fe_0_0"/>
          <p:cNvSpPr txBox="1"/>
          <p:nvPr/>
        </p:nvSpPr>
        <p:spPr>
          <a:xfrm>
            <a:off x="1011500" y="6129725"/>
            <a:ext cx="10404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stairs </a:t>
            </a:r>
            <a:r>
              <a:rPr lang="en-US" sz="2400" b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which/that lead to the cellar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rather slippery.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g2a3640339fe_0_379"/>
          <p:cNvSpPr txBox="1">
            <a:spLocks noGrp="1"/>
          </p:cNvSpPr>
          <p:nvPr>
            <p:ph type="title"/>
          </p:nvPr>
        </p:nvSpPr>
        <p:spPr>
          <a:xfrm>
            <a:off x="1542800" y="485800"/>
            <a:ext cx="9106500" cy="1122300"/>
          </a:xfrm>
          <a:prstGeom prst="rect">
            <a:avLst/>
          </a:prstGeom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NON-DEFINING RELATIVE CLAUSES</a:t>
            </a:r>
            <a:endParaRPr b="1"/>
          </a:p>
        </p:txBody>
      </p:sp>
      <p:sp>
        <p:nvSpPr>
          <p:cNvPr id="1625" name="Google Shape;1625;g2a3640339fe_0_379"/>
          <p:cNvSpPr txBox="1"/>
          <p:nvPr/>
        </p:nvSpPr>
        <p:spPr>
          <a:xfrm>
            <a:off x="667575" y="1858950"/>
            <a:ext cx="106074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Non-defining relative clauses are placed after nouns which are definite already. They do not therefore define the noun, but add something to it by giving extra information about it.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are </a:t>
            </a:r>
            <a:r>
              <a:rPr lang="en-US" sz="2400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essential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the sentence and</a:t>
            </a:r>
            <a:r>
              <a:rPr lang="en-US" sz="2400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be omitted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causing confusion.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They are separated from their noun by </a:t>
            </a:r>
            <a:r>
              <a:rPr lang="en-US" sz="2400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b="1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relative pronoun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</a:t>
            </a:r>
            <a:r>
              <a:rPr lang="en-US" sz="2400" b="1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never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</a:t>
            </a:r>
            <a:r>
              <a:rPr lang="en-US" sz="2400" b="1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omitted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 non-defining relative clause.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6" name="Google Shape;1626;g2a3640339fe_0_379"/>
          <p:cNvSpPr txBox="1"/>
          <p:nvPr/>
        </p:nvSpPr>
        <p:spPr>
          <a:xfrm>
            <a:off x="1542800" y="5664425"/>
            <a:ext cx="8862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block </a:t>
            </a:r>
            <a:r>
              <a:rPr lang="en-US" sz="2400" b="1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cost £5 million to build </a:t>
            </a:r>
            <a:r>
              <a:rPr lang="en-US" sz="2400" b="1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been empty for years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2a3640339fe_0_578"/>
          <p:cNvSpPr txBox="1">
            <a:spLocks noGrp="1"/>
          </p:cNvSpPr>
          <p:nvPr>
            <p:ph type="title"/>
          </p:nvPr>
        </p:nvSpPr>
        <p:spPr>
          <a:xfrm>
            <a:off x="1148642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Defining or non-defining relative clause?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3" name="Google Shape;1633;g2a3640339fe_0_578"/>
          <p:cNvSpPr txBox="1">
            <a:spLocks noGrp="1"/>
          </p:cNvSpPr>
          <p:nvPr>
            <p:ph type="body" idx="1"/>
          </p:nvPr>
        </p:nvSpPr>
        <p:spPr>
          <a:xfrm>
            <a:off x="609600" y="2204689"/>
            <a:ext cx="10972800" cy="45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7500"/>
              <a:buFont typeface="Libre Frankli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1/ My students who never do their homework will fail the exam.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7500"/>
              <a:buFont typeface="Libre Franklin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7500"/>
              <a:buFont typeface="Libre Frankli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2/ Valencia, which is Spain's third largest city, is on the Mediterranean coast.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7500"/>
              <a:buFont typeface="Libre Franklin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7500"/>
              <a:buFont typeface="Libre Frankli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3/ That dog whose bone you took is going to bite your leg off.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7500"/>
              <a:buFont typeface="Libre Franklin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7500"/>
              <a:buFont typeface="Libre Frankli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4/ They want to show me their new car they bought in Germany.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7500"/>
              <a:buFont typeface="Libre Franklin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7500"/>
              <a:buFont typeface="Libre Frankli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5/ The tree in front of my house, which I used to climb as a child, had to be cut down.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3300" b="1" baseline="300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lvl="0" indent="-2286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15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34" name="Google Shape;1634;g2a3640339fe_0_578"/>
          <p:cNvSpPr txBox="1"/>
          <p:nvPr/>
        </p:nvSpPr>
        <p:spPr>
          <a:xfrm>
            <a:off x="7862273" y="2167475"/>
            <a:ext cx="71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DRC</a:t>
            </a:r>
            <a:endParaRPr sz="2400" b="1" dirty="0">
              <a:solidFill>
                <a:srgbClr val="008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g2a3640339fe_0_578"/>
          <p:cNvSpPr txBox="1"/>
          <p:nvPr/>
        </p:nvSpPr>
        <p:spPr>
          <a:xfrm>
            <a:off x="9287668" y="2958335"/>
            <a:ext cx="91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NDRC</a:t>
            </a:r>
            <a:endParaRPr dirty="0"/>
          </a:p>
        </p:txBody>
      </p:sp>
      <p:sp>
        <p:nvSpPr>
          <p:cNvPr id="1636" name="Google Shape;1636;g2a3640339fe_0_578"/>
          <p:cNvSpPr txBox="1"/>
          <p:nvPr/>
        </p:nvSpPr>
        <p:spPr>
          <a:xfrm>
            <a:off x="7689955" y="3547035"/>
            <a:ext cx="71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DRC</a:t>
            </a:r>
            <a:endParaRPr dirty="0"/>
          </a:p>
        </p:txBody>
      </p:sp>
      <p:sp>
        <p:nvSpPr>
          <p:cNvPr id="1637" name="Google Shape;1637;g2a3640339fe_0_578"/>
          <p:cNvSpPr txBox="1"/>
          <p:nvPr/>
        </p:nvSpPr>
        <p:spPr>
          <a:xfrm>
            <a:off x="8011024" y="4258189"/>
            <a:ext cx="71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DRC</a:t>
            </a:r>
            <a:endParaRPr dirty="0"/>
          </a:p>
        </p:txBody>
      </p:sp>
      <p:sp>
        <p:nvSpPr>
          <p:cNvPr id="1638" name="Google Shape;1638;g2a3640339fe_0_578"/>
          <p:cNvSpPr txBox="1"/>
          <p:nvPr/>
        </p:nvSpPr>
        <p:spPr>
          <a:xfrm>
            <a:off x="10205368" y="5028335"/>
            <a:ext cx="91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NDRC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4" grpId="0"/>
      <p:bldP spid="1635" grpId="0"/>
      <p:bldP spid="1636" grpId="0"/>
      <p:bldP spid="1637" grpId="0"/>
      <p:bldP spid="163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g2a3cd02bcec_0_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Make one sentence from the two that are given.</a:t>
            </a:r>
            <a:endParaRPr/>
          </a:p>
        </p:txBody>
      </p:sp>
      <p:sp>
        <p:nvSpPr>
          <p:cNvPr id="1645" name="Google Shape;1645;g2a3cd02bcec_0_7"/>
          <p:cNvSpPr txBox="1">
            <a:spLocks noGrp="1"/>
          </p:cNvSpPr>
          <p:nvPr>
            <p:ph type="body" idx="1"/>
          </p:nvPr>
        </p:nvSpPr>
        <p:spPr>
          <a:xfrm>
            <a:off x="888750" y="1244025"/>
            <a:ext cx="10515600" cy="474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a. Ann took some photographs. Have you seen them?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b. You lost a key. Did you find it?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c.She’s an old woman. I often see her when I go to the shop.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d.Mont Blanc is between France and Italy. It is the highest mountain in the Alps.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E.Darwin. (His ideas changed our view of the world.) He travelled to a lot of countries when he was young.</a:t>
            </a:r>
            <a:r>
              <a:rPr lang="en-US"/>
              <a:t> </a:t>
            </a:r>
            <a:endParaRPr/>
          </a:p>
        </p:txBody>
      </p:sp>
      <p:sp>
        <p:nvSpPr>
          <p:cNvPr id="1646" name="Google Shape;1646;g2a3cd02bcec_0_7"/>
          <p:cNvSpPr txBox="1"/>
          <p:nvPr/>
        </p:nvSpPr>
        <p:spPr>
          <a:xfrm>
            <a:off x="668200" y="1690825"/>
            <a:ext cx="11679600" cy="9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Have you seen the photographs</a:t>
            </a:r>
            <a:r>
              <a:rPr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 took?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7" name="Google Shape;1647;g2a3cd02bcec_0_7"/>
          <p:cNvSpPr txBox="1"/>
          <p:nvPr/>
        </p:nvSpPr>
        <p:spPr>
          <a:xfrm>
            <a:off x="2223900" y="2668825"/>
            <a:ext cx="7744200" cy="9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Did you find the key </a:t>
            </a:r>
            <a:r>
              <a:rPr lang="en-US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you lost?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8" name="Google Shape;1648;g2a3cd02bcec_0_7"/>
          <p:cNvSpPr txBox="1"/>
          <p:nvPr/>
        </p:nvSpPr>
        <p:spPr>
          <a:xfrm>
            <a:off x="1882750" y="3477238"/>
            <a:ext cx="9250500" cy="9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 is an old woman </a:t>
            </a:r>
            <a:r>
              <a:rPr lang="en-US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whom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often see when I go to the shop.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9" name="Google Shape;1649;g2a3cd02bcec_0_7"/>
          <p:cNvSpPr txBox="1"/>
          <p:nvPr/>
        </p:nvSpPr>
        <p:spPr>
          <a:xfrm>
            <a:off x="668200" y="4455250"/>
            <a:ext cx="1267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 Blanc, </a:t>
            </a:r>
            <a:r>
              <a:rPr lang="en-US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between France and Italy, is the highest mountain in the Alps.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0" name="Google Shape;1650;g2a3cd02bcec_0_7"/>
          <p:cNvSpPr txBox="1"/>
          <p:nvPr/>
        </p:nvSpPr>
        <p:spPr>
          <a:xfrm>
            <a:off x="838200" y="5594300"/>
            <a:ext cx="106167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Darwin, </a:t>
            </a:r>
            <a:r>
              <a:rPr lang="en-US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whose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ideas changed our view of the world, travelled to a lot of countries when he was young.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1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1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1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1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28"/>
          <p:cNvSpPr/>
          <p:nvPr/>
        </p:nvSpPr>
        <p:spPr>
          <a:xfrm>
            <a:off x="1876778" y="1665110"/>
            <a:ext cx="8720666" cy="167252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FFFFFF"/>
                </a:solidFill>
                <a:latin typeface="Times New Roman"/>
              </a:rPr>
              <a:t>Present perfect simple and continuous</a:t>
            </a:r>
          </a:p>
        </p:txBody>
      </p:sp>
      <p:sp>
        <p:nvSpPr>
          <p:cNvPr id="1656" name="Google Shape;1656;p28">
            <a:hlinkClick r:id="" action="ppaction://hlinkshowjump?jump=nextslide"/>
          </p:cNvPr>
          <p:cNvSpPr/>
          <p:nvPr/>
        </p:nvSpPr>
        <p:spPr>
          <a:xfrm>
            <a:off x="10763251" y="6215066"/>
            <a:ext cx="1143000" cy="4286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g1ec64e88b10_1_27"/>
          <p:cNvSpPr txBox="1">
            <a:spLocks noGrp="1"/>
          </p:cNvSpPr>
          <p:nvPr>
            <p:ph type="subTitle" idx="1"/>
          </p:nvPr>
        </p:nvSpPr>
        <p:spPr>
          <a:xfrm>
            <a:off x="1665600" y="1417228"/>
            <a:ext cx="9144000" cy="20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We use </a:t>
            </a: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present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perfect simple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with action verbs to emphasise </a:t>
            </a:r>
            <a:r>
              <a:rPr lang="en-US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completion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of an event in the recent past. We use </a:t>
            </a:r>
            <a:r>
              <a:rPr lang="en-US" b="1">
                <a:solidFill>
                  <a:srgbClr val="B45F0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present perfect continuous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to talk about </a:t>
            </a:r>
            <a:r>
              <a:rPr lang="en-US" b="1">
                <a:solidFill>
                  <a:srgbClr val="B45F0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ongoing events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or activities which started at a time in the past and are still continuing up until now.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63" name="Google Shape;1663;g1ec64e88b10_1_27"/>
          <p:cNvGraphicFramePr/>
          <p:nvPr/>
        </p:nvGraphicFramePr>
        <p:xfrm>
          <a:off x="1114325" y="3696000"/>
          <a:ext cx="10246550" cy="1405128"/>
        </p:xfrm>
        <a:graphic>
          <a:graphicData uri="http://schemas.openxmlformats.org/drawingml/2006/table">
            <a:tbl>
              <a:tblPr>
                <a:noFill/>
                <a:tableStyleId>{435D6372-6922-4B93-A199-F7B93A6FEDE3}</a:tableStyleId>
              </a:tblPr>
              <a:tblGrid>
                <a:gridCol w="5379450"/>
                <a:gridCol w="4867100"/>
              </a:tblGrid>
              <a:tr h="548750">
                <a:tc>
                  <a:txBody>
                    <a:bodyPr/>
                    <a:lstStyle/>
                    <a:p>
                      <a:pPr marL="101600" marR="10160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I’</a:t>
                      </a: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 written 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Politics essay.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47625" marR="47625" marT="95250" marB="95250">
                    <a:lnR w="9525" cap="flat" cmpd="sng">
                      <a:solidFill>
                        <a:srgbClr val="E5E4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E5E4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Completed 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event.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42875" marR="47625" marT="95250" marB="95250">
                    <a:lnL w="9525" cap="flat" cmpd="sng">
                      <a:solidFill>
                        <a:srgbClr val="E5E4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5E4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E5E4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48750">
                <a:tc>
                  <a:txBody>
                    <a:bodyPr/>
                    <a:lstStyle/>
                    <a:p>
                      <a:pPr marL="101600" marR="10160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I’</a:t>
                      </a: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 been writing 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Politics essay.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47625" marR="47625" marT="95250" marB="95250">
                    <a:lnR w="9525" cap="flat" cmpd="sng">
                      <a:solidFill>
                        <a:srgbClr val="E5E4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4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4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Ongoing activity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I’m still writing it.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42875" marR="47625" marT="95250" marB="95250">
                    <a:lnL w="9525" cap="flat" cmpd="sng">
                      <a:solidFill>
                        <a:srgbClr val="E5E4E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5E4E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4E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4E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9" name="Google Shape;1669;g1ec64e88b10_1_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6775" y="359675"/>
            <a:ext cx="66675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0" name="Google Shape;1670;g1ec64e88b10_1_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1025" y="3429000"/>
            <a:ext cx="8452149" cy="32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29"/>
          <p:cNvSpPr txBox="1">
            <a:spLocks noGrp="1"/>
          </p:cNvSpPr>
          <p:nvPr>
            <p:ph type="ctrTitle"/>
          </p:nvPr>
        </p:nvSpPr>
        <p:spPr>
          <a:xfrm>
            <a:off x="1219200" y="383823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"/>
              <a:buNone/>
            </a:pPr>
            <a:r>
              <a:rPr lang="en-US" sz="3600" b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The Present Perfect Tense:</a:t>
            </a:r>
            <a:endParaRPr sz="3600"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6" name="Google Shape;1676;p29"/>
          <p:cNvSpPr txBox="1">
            <a:spLocks noGrp="1"/>
          </p:cNvSpPr>
          <p:nvPr>
            <p:ph type="subTitle" idx="1"/>
          </p:nvPr>
        </p:nvSpPr>
        <p:spPr>
          <a:xfrm>
            <a:off x="762000" y="1374425"/>
            <a:ext cx="10668000" cy="51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>
              <a:solidFill>
                <a:srgbClr val="99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</a:pPr>
            <a:r>
              <a:rPr lang="en-US" sz="12000">
                <a:latin typeface="Times"/>
                <a:ea typeface="Times"/>
                <a:cs typeface="Times"/>
                <a:sym typeface="Times"/>
              </a:rPr>
              <a:t>We use the present perfect simple to refer to events in the past which connect to the present.</a:t>
            </a:r>
            <a:endParaRPr sz="1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</a:pPr>
            <a:endParaRPr sz="12000"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Arial"/>
              <a:buNone/>
            </a:pPr>
            <a:r>
              <a:rPr lang="en-US" sz="12000" b="1">
                <a:solidFill>
                  <a:srgbClr val="A64D79"/>
                </a:solidFill>
                <a:latin typeface="Times"/>
                <a:ea typeface="Times"/>
                <a:cs typeface="Times"/>
                <a:sym typeface="Times"/>
              </a:rPr>
              <a:t>Experiences</a:t>
            </a:r>
            <a:endParaRPr sz="12000" b="1">
              <a:solidFill>
                <a:srgbClr val="A64D79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600"/>
              <a:buNone/>
            </a:pPr>
            <a:r>
              <a:rPr lang="en-US" sz="12000">
                <a:latin typeface="Times"/>
                <a:ea typeface="Times"/>
                <a:cs typeface="Times"/>
                <a:sym typeface="Times"/>
              </a:rPr>
              <a:t>We’re going to Wagamama’s for dinner tonight. I’</a:t>
            </a:r>
            <a:r>
              <a:rPr lang="en-US" sz="12000" b="1">
                <a:latin typeface="Times"/>
                <a:ea typeface="Times"/>
                <a:cs typeface="Times"/>
                <a:sym typeface="Times"/>
              </a:rPr>
              <a:t>ve been</a:t>
            </a:r>
            <a:r>
              <a:rPr lang="en-US" sz="12000">
                <a:latin typeface="Times"/>
                <a:ea typeface="Times"/>
                <a:cs typeface="Times"/>
                <a:sym typeface="Times"/>
              </a:rPr>
              <a:t> there a couple of times </a:t>
            </a:r>
            <a:r>
              <a:rPr lang="en-US" sz="12000" b="1">
                <a:latin typeface="Times"/>
                <a:ea typeface="Times"/>
                <a:cs typeface="Times"/>
                <a:sym typeface="Times"/>
              </a:rPr>
              <a:t>before</a:t>
            </a:r>
            <a:r>
              <a:rPr lang="en-US" sz="12000">
                <a:latin typeface="Times"/>
                <a:ea typeface="Times"/>
                <a:cs typeface="Times"/>
                <a:sym typeface="Times"/>
              </a:rPr>
              <a:t>.</a:t>
            </a:r>
            <a:endParaRPr sz="1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en-US" sz="12000" b="1">
                <a:solidFill>
                  <a:srgbClr val="A64D79"/>
                </a:solidFill>
                <a:latin typeface="Times"/>
                <a:ea typeface="Times"/>
                <a:cs typeface="Times"/>
                <a:sym typeface="Times"/>
              </a:rPr>
              <a:t>Recent completed events</a:t>
            </a:r>
            <a:endParaRPr sz="1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</a:pPr>
            <a:r>
              <a:rPr lang="en-US" sz="12000">
                <a:latin typeface="Times"/>
                <a:ea typeface="Times"/>
                <a:cs typeface="Times"/>
                <a:sym typeface="Times"/>
              </a:rPr>
              <a:t>The company employs around 400 staff and </a:t>
            </a:r>
            <a:r>
              <a:rPr lang="en-US" sz="12000" b="1">
                <a:latin typeface="Times"/>
                <a:ea typeface="Times"/>
                <a:cs typeface="Times"/>
                <a:sym typeface="Times"/>
              </a:rPr>
              <a:t>has recently opened</a:t>
            </a:r>
            <a:r>
              <a:rPr lang="en-US" sz="12000">
                <a:latin typeface="Times"/>
                <a:ea typeface="Times"/>
                <a:cs typeface="Times"/>
                <a:sym typeface="Times"/>
              </a:rPr>
              <a:t> an office in the UK.</a:t>
            </a:r>
            <a:endParaRPr sz="12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en-US" sz="12000" b="1">
                <a:solidFill>
                  <a:srgbClr val="A64D79"/>
                </a:solidFill>
                <a:latin typeface="Times"/>
                <a:ea typeface="Times"/>
                <a:cs typeface="Times"/>
                <a:sym typeface="Times"/>
              </a:rPr>
              <a:t>Past events, present results</a:t>
            </a:r>
            <a:endParaRPr sz="12000" b="1">
              <a:solidFill>
                <a:srgbClr val="A64D79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en-US" sz="12000">
                <a:latin typeface="Times"/>
                <a:ea typeface="Times"/>
                <a:cs typeface="Times"/>
                <a:sym typeface="Times"/>
              </a:rPr>
              <a:t>I had a car accident yesterday. I </a:t>
            </a:r>
            <a:r>
              <a:rPr lang="en-US" sz="12000" b="1">
                <a:latin typeface="Times"/>
                <a:ea typeface="Times"/>
                <a:cs typeface="Times"/>
                <a:sym typeface="Times"/>
              </a:rPr>
              <a:t>have broken</a:t>
            </a:r>
            <a:r>
              <a:rPr lang="en-US" sz="12000">
                <a:latin typeface="Times"/>
                <a:ea typeface="Times"/>
                <a:cs typeface="Times"/>
                <a:sym typeface="Times"/>
              </a:rPr>
              <a:t> my arm.</a:t>
            </a:r>
            <a:endParaRPr sz="12000" b="1">
              <a:solidFill>
                <a:srgbClr val="A64D79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ct val="45833"/>
              <a:buNone/>
            </a:pPr>
            <a:endParaRPr b="1">
              <a:solidFill>
                <a:srgbClr val="A64D79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>
              <a:solidFill>
                <a:srgbClr val="99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>
              <a:solidFill>
                <a:srgbClr val="99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32"/>
          <p:cNvSpPr txBox="1">
            <a:spLocks noGrp="1"/>
          </p:cNvSpPr>
          <p:nvPr>
            <p:ph type="title"/>
          </p:nvPr>
        </p:nvSpPr>
        <p:spPr>
          <a:xfrm>
            <a:off x="1148644" y="460022"/>
            <a:ext cx="13287022" cy="96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"/>
              <a:buNone/>
            </a:pPr>
            <a:r>
              <a:rPr lang="en-US" sz="4000" b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The Present Perfect Continuous Tense:</a:t>
            </a:r>
            <a:endParaRPr sz="4000"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82" name="Google Shape;1682;p32"/>
          <p:cNvSpPr txBox="1">
            <a:spLocks noGrp="1"/>
          </p:cNvSpPr>
          <p:nvPr>
            <p:ph type="body" idx="1"/>
          </p:nvPr>
        </p:nvSpPr>
        <p:spPr>
          <a:xfrm>
            <a:off x="609600" y="1417638"/>
            <a:ext cx="10972800" cy="483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2949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3200" b="1">
              <a:latin typeface="Times"/>
              <a:ea typeface="Times"/>
              <a:cs typeface="Times"/>
              <a:sym typeface="Times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b="1">
                <a:latin typeface="Times"/>
                <a:ea typeface="Times"/>
                <a:cs typeface="Times"/>
                <a:sym typeface="Times"/>
              </a:rPr>
              <a:t>The present perfect continuous focuses more on the </a:t>
            </a:r>
            <a:r>
              <a:rPr lang="en-US" sz="3200" b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continuous action</a:t>
            </a:r>
            <a:r>
              <a:rPr lang="en-US" sz="3200" b="1">
                <a:latin typeface="Times"/>
                <a:ea typeface="Times"/>
                <a:cs typeface="Times"/>
                <a:sym typeface="Times"/>
              </a:rPr>
              <a:t>. The  emphasis is on the </a:t>
            </a:r>
            <a:r>
              <a:rPr lang="en-US" sz="3200" b="1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duration</a:t>
            </a:r>
            <a:r>
              <a:rPr lang="en-US" sz="3200" b="1">
                <a:latin typeface="Times"/>
                <a:ea typeface="Times"/>
                <a:cs typeface="Times"/>
                <a:sym typeface="Times"/>
              </a:rPr>
              <a:t> of the action.</a:t>
            </a:r>
            <a:endParaRPr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200" b="1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200" b="1">
                <a:latin typeface="Times"/>
                <a:ea typeface="Times"/>
                <a:cs typeface="Times"/>
                <a:sym typeface="Times"/>
              </a:rPr>
              <a:t>Example: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66"/>
              </a:buClr>
              <a:buSzPct val="100000"/>
              <a:buNone/>
            </a:pPr>
            <a:r>
              <a:rPr lang="en-US" sz="3200" b="1">
                <a:solidFill>
                  <a:srgbClr val="000066"/>
                </a:solidFill>
                <a:latin typeface="Times"/>
                <a:ea typeface="Times"/>
                <a:cs typeface="Times"/>
                <a:sym typeface="Times"/>
              </a:rPr>
              <a:t>It began raining two hours ago.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66"/>
              </a:buClr>
              <a:buSzPct val="100000"/>
              <a:buNone/>
            </a:pPr>
            <a:r>
              <a:rPr lang="en-US" sz="3200" b="1">
                <a:solidFill>
                  <a:srgbClr val="000066"/>
                </a:solidFill>
                <a:latin typeface="Times"/>
                <a:ea typeface="Times"/>
                <a:cs typeface="Times"/>
                <a:sym typeface="Times"/>
              </a:rPr>
              <a:t>It is STILL raining now.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66"/>
              </a:buClr>
              <a:buSzPct val="100000"/>
              <a:buNone/>
            </a:pPr>
            <a:r>
              <a:rPr lang="en-US" sz="3200" b="1">
                <a:solidFill>
                  <a:srgbClr val="000066"/>
                </a:solidFill>
                <a:latin typeface="Times"/>
                <a:ea typeface="Times"/>
                <a:cs typeface="Times"/>
                <a:sym typeface="Times"/>
              </a:rPr>
              <a:t>*It </a:t>
            </a:r>
            <a:r>
              <a:rPr lang="en-US" sz="3200" b="1">
                <a:solidFill>
                  <a:srgbClr val="990000"/>
                </a:solidFill>
                <a:latin typeface="Times"/>
                <a:ea typeface="Times"/>
                <a:cs typeface="Times"/>
                <a:sym typeface="Times"/>
              </a:rPr>
              <a:t>has been raining</a:t>
            </a:r>
            <a:r>
              <a:rPr lang="en-US" sz="3200" b="1">
                <a:solidFill>
                  <a:srgbClr val="000066"/>
                </a:solidFill>
                <a:latin typeface="Times"/>
                <a:ea typeface="Times"/>
                <a:cs typeface="Times"/>
                <a:sym typeface="Times"/>
              </a:rPr>
              <a:t> for two hours.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3200" b="1">
              <a:solidFill>
                <a:srgbClr val="000066"/>
              </a:solidFill>
              <a:latin typeface="Times"/>
              <a:ea typeface="Times"/>
              <a:cs typeface="Times"/>
              <a:sym typeface="Times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0000"/>
              </a:buClr>
              <a:buSzPct val="114285"/>
              <a:buNone/>
            </a:pPr>
            <a:endParaRPr/>
          </a:p>
          <a:p>
            <a:pPr marL="228600" lvl="0" indent="-698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4000" b="1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1ec64e88b10_1_39"/>
          <p:cNvSpPr txBox="1">
            <a:spLocks noGrp="1"/>
          </p:cNvSpPr>
          <p:nvPr>
            <p:ph type="title"/>
          </p:nvPr>
        </p:nvSpPr>
        <p:spPr>
          <a:xfrm>
            <a:off x="1586725" y="4190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6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>
                <a:latin typeface="Times"/>
                <a:ea typeface="Times"/>
                <a:cs typeface="Times"/>
                <a:sym typeface="Times"/>
              </a:rPr>
              <a:t>Mental process and stative verbs</a:t>
            </a:r>
            <a:endParaRPr sz="3000"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89" name="Google Shape;1689;g1ec64e88b10_1_39"/>
          <p:cNvSpPr txBox="1">
            <a:spLocks noGrp="1"/>
          </p:cNvSpPr>
          <p:nvPr>
            <p:ph type="body" idx="1"/>
          </p:nvPr>
        </p:nvSpPr>
        <p:spPr>
          <a:xfrm>
            <a:off x="838200" y="1744700"/>
            <a:ext cx="10515600" cy="49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endParaRPr sz="1800" b="1">
              <a:solidFill>
                <a:srgbClr val="1D2A5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4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200">
                <a:latin typeface="Times"/>
                <a:ea typeface="Times"/>
                <a:cs typeface="Times"/>
                <a:sym typeface="Times"/>
              </a:rPr>
              <a:t>Some verbs are </a:t>
            </a:r>
            <a:r>
              <a:rPr lang="en-US" sz="9200" b="1">
                <a:latin typeface="Times"/>
                <a:ea typeface="Times"/>
                <a:cs typeface="Times"/>
                <a:sym typeface="Times"/>
              </a:rPr>
              <a:t>not </a:t>
            </a:r>
            <a:r>
              <a:rPr lang="en-US" sz="9200">
                <a:latin typeface="Times"/>
                <a:ea typeface="Times"/>
                <a:cs typeface="Times"/>
                <a:sym typeface="Times"/>
              </a:rPr>
              <a:t>used very often in the continuous form.</a:t>
            </a:r>
            <a:endParaRPr sz="9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200">
                <a:latin typeface="Times"/>
                <a:ea typeface="Times"/>
                <a:cs typeface="Times"/>
                <a:sym typeface="Times"/>
              </a:rPr>
              <a:t>We don’t use the continuous form with verbs of </a:t>
            </a:r>
            <a:r>
              <a:rPr lang="en-US" sz="9200" b="1">
                <a:latin typeface="Times"/>
                <a:ea typeface="Times"/>
                <a:cs typeface="Times"/>
                <a:sym typeface="Times"/>
              </a:rPr>
              <a:t>mental process (know, like, understand, believe):</a:t>
            </a:r>
            <a:endParaRPr sz="9200" b="1">
              <a:latin typeface="Times"/>
              <a:ea typeface="Times"/>
              <a:cs typeface="Times"/>
              <a:sym typeface="Times"/>
            </a:endParaRPr>
          </a:p>
          <a:p>
            <a:pPr marL="101600" marR="101600" lvl="0" indent="0" algn="l" rtl="0">
              <a:lnSpc>
                <a:spcPct val="14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200">
                <a:latin typeface="Times"/>
                <a:ea typeface="Times"/>
                <a:cs typeface="Times"/>
                <a:sym typeface="Times"/>
              </a:rPr>
              <a:t>They haven’t known each other for very long.</a:t>
            </a:r>
            <a:endParaRPr sz="9200">
              <a:latin typeface="Times"/>
              <a:ea typeface="Times"/>
              <a:cs typeface="Times"/>
              <a:sym typeface="Times"/>
            </a:endParaRPr>
          </a:p>
          <a:p>
            <a:pPr marL="101600" marR="101600" lvl="0" indent="0" algn="l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200" b="1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Not: They haven’t been knowing each other for very long.</a:t>
            </a:r>
            <a:endParaRPr sz="9200" b="1">
              <a:solidFill>
                <a:srgbClr val="C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4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200">
                <a:latin typeface="Times"/>
                <a:ea typeface="Times"/>
                <a:cs typeface="Times"/>
                <a:sym typeface="Times"/>
              </a:rPr>
              <a:t>We don’t use the continuous form with </a:t>
            </a:r>
            <a:r>
              <a:rPr lang="en-US" sz="9200" b="1">
                <a:latin typeface="Times"/>
                <a:ea typeface="Times"/>
                <a:cs typeface="Times"/>
                <a:sym typeface="Times"/>
              </a:rPr>
              <a:t>verbs of the senses (hear, smell, taste)</a:t>
            </a:r>
            <a:r>
              <a:rPr lang="en-US" sz="9200">
                <a:latin typeface="Times"/>
                <a:ea typeface="Times"/>
                <a:cs typeface="Times"/>
                <a:sym typeface="Times"/>
              </a:rPr>
              <a:t>:</a:t>
            </a:r>
            <a:endParaRPr sz="9200">
              <a:latin typeface="Times"/>
              <a:ea typeface="Times"/>
              <a:cs typeface="Times"/>
              <a:sym typeface="Times"/>
            </a:endParaRPr>
          </a:p>
          <a:p>
            <a:pPr marL="101600" marR="101600" lvl="0" indent="0" algn="l" rtl="0">
              <a:lnSpc>
                <a:spcPct val="14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200">
                <a:latin typeface="Times"/>
                <a:ea typeface="Times"/>
                <a:cs typeface="Times"/>
                <a:sym typeface="Times"/>
              </a:rPr>
              <a:t>Have you heard the news?</a:t>
            </a:r>
            <a:endParaRPr sz="9200">
              <a:latin typeface="Times"/>
              <a:ea typeface="Times"/>
              <a:cs typeface="Times"/>
              <a:sym typeface="Times"/>
            </a:endParaRPr>
          </a:p>
          <a:p>
            <a:pPr marL="101600" marR="101600" lvl="0" indent="0" algn="l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200" b="1">
                <a:solidFill>
                  <a:srgbClr val="C00000"/>
                </a:solidFill>
                <a:latin typeface="Times"/>
                <a:ea typeface="Times"/>
                <a:cs typeface="Times"/>
                <a:sym typeface="Times"/>
              </a:rPr>
              <a:t>Not: Have you been hearing the news?</a:t>
            </a:r>
            <a:endParaRPr sz="9200" b="1" strike="sng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2300"/>
              </a:spcBef>
              <a:spcAft>
                <a:spcPts val="0"/>
              </a:spcAft>
              <a:buSzPct val="257142"/>
              <a:buNone/>
            </a:pPr>
            <a:endParaRPr/>
          </a:p>
        </p:txBody>
      </p:sp>
      <p:sp>
        <p:nvSpPr>
          <p:cNvPr id="1690" name="Google Shape;1690;g1ec64e88b10_1_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37"/>
          <p:cNvSpPr txBox="1">
            <a:spLocks noGrp="1"/>
          </p:cNvSpPr>
          <p:nvPr>
            <p:ph type="title"/>
          </p:nvPr>
        </p:nvSpPr>
        <p:spPr>
          <a:xfrm>
            <a:off x="1528689" y="2433134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Times New Roman"/>
              <a:buNone/>
            </a:pPr>
            <a:r>
              <a:rPr lang="en-US" sz="8000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practice </a:t>
            </a:r>
            <a:endParaRPr sz="8000" b="1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38"/>
          <p:cNvSpPr txBox="1">
            <a:spLocks noGrp="1"/>
          </p:cNvSpPr>
          <p:nvPr>
            <p:ph type="title"/>
          </p:nvPr>
        </p:nvSpPr>
        <p:spPr>
          <a:xfrm>
            <a:off x="1542800" y="485800"/>
            <a:ext cx="796809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200" b="1"/>
              <a:t>Present Perfect Simple or </a:t>
            </a:r>
            <a:br>
              <a:rPr lang="en-US" sz="3200" b="1"/>
            </a:br>
            <a:r>
              <a:rPr lang="en-US" sz="3200" b="1"/>
              <a:t>Present Perfect Continuous?</a:t>
            </a:r>
            <a:r>
              <a:rPr lang="en-US" sz="3200"/>
              <a:t/>
            </a:r>
            <a:br>
              <a:rPr lang="en-US" sz="3200"/>
            </a:br>
            <a:endParaRPr sz="3200"/>
          </a:p>
        </p:txBody>
      </p:sp>
      <p:sp>
        <p:nvSpPr>
          <p:cNvPr id="1701" name="Google Shape;1701;p38"/>
          <p:cNvSpPr/>
          <p:nvPr/>
        </p:nvSpPr>
        <p:spPr>
          <a:xfrm>
            <a:off x="1524000" y="1615787"/>
            <a:ext cx="8988778" cy="4221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___________________ (you / buy) your train ticket yet?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The kitchen is a complete mess! What ___________________         (the children / do)?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Julie ___________________ (learn) to drive for six years!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Amanda ___________________ (already / have) lunch, so she’ll meet us later.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How much coffee ___________________ (she / drink) this morning?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Simon ___________________ (write) three books.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I ___________________ (do) everything I needed to do today! Hurray!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It ___________________ (not / rain) all summer, so the garden is dead.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38"/>
          <p:cNvSpPr txBox="1"/>
          <p:nvPr/>
        </p:nvSpPr>
        <p:spPr>
          <a:xfrm>
            <a:off x="2271889" y="1749778"/>
            <a:ext cx="1781557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9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Have you bought 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p38"/>
          <p:cNvSpPr txBox="1"/>
          <p:nvPr/>
        </p:nvSpPr>
        <p:spPr>
          <a:xfrm>
            <a:off x="5785556" y="2187223"/>
            <a:ext cx="2918700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9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have the children been doing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38"/>
          <p:cNvSpPr txBox="1"/>
          <p:nvPr/>
        </p:nvSpPr>
        <p:spPr>
          <a:xfrm>
            <a:off x="2652889" y="3033888"/>
            <a:ext cx="1846479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9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has been learning 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38"/>
          <p:cNvSpPr txBox="1"/>
          <p:nvPr/>
        </p:nvSpPr>
        <p:spPr>
          <a:xfrm>
            <a:off x="3005667" y="3527779"/>
            <a:ext cx="1659491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9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has already had 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38"/>
          <p:cNvSpPr txBox="1"/>
          <p:nvPr/>
        </p:nvSpPr>
        <p:spPr>
          <a:xfrm>
            <a:off x="4134555" y="3993444"/>
            <a:ext cx="1486818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9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has she drunk 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38"/>
          <p:cNvSpPr txBox="1"/>
          <p:nvPr/>
        </p:nvSpPr>
        <p:spPr>
          <a:xfrm>
            <a:off x="2864555" y="4473223"/>
            <a:ext cx="1292166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9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has  written 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38"/>
          <p:cNvSpPr txBox="1"/>
          <p:nvPr/>
        </p:nvSpPr>
        <p:spPr>
          <a:xfrm>
            <a:off x="2596445" y="4910666"/>
            <a:ext cx="1166944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9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have done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38"/>
          <p:cNvSpPr txBox="1"/>
          <p:nvPr/>
        </p:nvSpPr>
        <p:spPr>
          <a:xfrm>
            <a:off x="2568222" y="5376333"/>
            <a:ext cx="1416599" cy="3693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9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hasn’t rained 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2" grpId="0" animBg="1"/>
      <p:bldP spid="1703" grpId="0" animBg="1"/>
      <p:bldP spid="1704" grpId="0" animBg="1"/>
      <p:bldP spid="1705" grpId="0" animBg="1"/>
      <p:bldP spid="1706" grpId="0" animBg="1"/>
      <p:bldP spid="1707" grpId="0" animBg="1"/>
      <p:bldP spid="1708" grpId="0" animBg="1"/>
      <p:bldP spid="170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46"/>
          <p:cNvSpPr/>
          <p:nvPr/>
        </p:nvSpPr>
        <p:spPr>
          <a:xfrm>
            <a:off x="1876778" y="1665110"/>
            <a:ext cx="8720666" cy="167252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FFFFFF"/>
                </a:solidFill>
                <a:latin typeface="Times New Roman"/>
              </a:rPr>
              <a:t>Past perfect simple and continuous</a:t>
            </a:r>
          </a:p>
        </p:txBody>
      </p:sp>
      <p:sp>
        <p:nvSpPr>
          <p:cNvPr id="1715" name="Google Shape;1715;p46">
            <a:hlinkClick r:id="" action="ppaction://hlinkshowjump?jump=nextslide"/>
          </p:cNvPr>
          <p:cNvSpPr/>
          <p:nvPr/>
        </p:nvSpPr>
        <p:spPr>
          <a:xfrm>
            <a:off x="10763251" y="6215066"/>
            <a:ext cx="1143000" cy="4286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0" name="Google Shape;1720;p47" descr="Past-Perfect-and-Past-Perfect-ContinuousAdd-heading-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8222" y="-1"/>
            <a:ext cx="7069667" cy="7351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48"/>
          <p:cNvSpPr txBox="1">
            <a:spLocks noGrp="1"/>
          </p:cNvSpPr>
          <p:nvPr>
            <p:ph type="title"/>
          </p:nvPr>
        </p:nvSpPr>
        <p:spPr>
          <a:xfrm>
            <a:off x="1528689" y="2433134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Times New Roman"/>
              <a:buNone/>
            </a:pPr>
            <a:r>
              <a:rPr lang="en-US" sz="8000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practice </a:t>
            </a:r>
            <a:endParaRPr sz="8000" b="1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49"/>
          <p:cNvSpPr/>
          <p:nvPr/>
        </p:nvSpPr>
        <p:spPr>
          <a:xfrm>
            <a:off x="0" y="1066690"/>
            <a:ext cx="12093222" cy="584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I got home, I realized that while _________ someone stole my wallet.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had walked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have been walking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had been walking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_______ the idea of going to a gym, but when I went to one for the first time last week, I liked it.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had always hated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have always hating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have always been hating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police were investigating the road accident, they discovered that the driver __________ in two other accidents before.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had been involved </a:t>
            </a:r>
            <a:endParaRPr sz="2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had being involved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been involved</a:t>
            </a:r>
            <a:endParaRPr sz="2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__________ they __________ on the exams before the school put monitors in the classroom?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had they cheated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have they cheated</a:t>
            </a: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had they been cheating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2" name="Google Shape;1732;p49" descr="C:\Users\Administrateur\AppData\Local\Microsoft\Windows\INetCache\IE\WHE1VEPU\check-mark-1292787__18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2622" y="2120785"/>
            <a:ext cx="381000" cy="374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3" name="Google Shape;1733;p49" descr="C:\Users\Administrateur\AppData\Local\Microsoft\Windows\INetCache\IE\WHE1VEPU\check-mark-1292787__18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8689" y="2781185"/>
            <a:ext cx="381000" cy="374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4" name="Google Shape;1734;p49" descr="C:\Users\Administrateur\AppData\Local\Microsoft\Windows\INetCache\IE\WHE1VEPU\check-mark-1292787__18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8022" y="4446297"/>
            <a:ext cx="381000" cy="374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5" name="Google Shape;1735;p49" descr="C:\Users\Administrateur\AppData\Local\Microsoft\Windows\INetCache\IE\WHE1VEPU\check-mark-1292787__18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0" y="6455025"/>
            <a:ext cx="381000" cy="374753"/>
          </a:xfrm>
          <a:prstGeom prst="rect">
            <a:avLst/>
          </a:prstGeom>
          <a:noFill/>
          <a:ln>
            <a:noFill/>
          </a:ln>
        </p:spPr>
      </p:pic>
      <p:sp>
        <p:nvSpPr>
          <p:cNvPr id="1736" name="Google Shape;1736;p49"/>
          <p:cNvSpPr txBox="1"/>
          <p:nvPr/>
        </p:nvSpPr>
        <p:spPr>
          <a:xfrm>
            <a:off x="1298222" y="493888"/>
            <a:ext cx="53481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the correct alternative:</a:t>
            </a:r>
            <a:endParaRPr sz="2800" b="1" i="0" u="none" strike="noStrike" cap="none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p50"/>
          <p:cNvSpPr/>
          <p:nvPr/>
        </p:nvSpPr>
        <p:spPr>
          <a:xfrm>
            <a:off x="1876778" y="1665110"/>
            <a:ext cx="8720666" cy="167252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FFFFFF"/>
                </a:solidFill>
                <a:latin typeface="Times New Roman"/>
              </a:rPr>
              <a:t>Persuasive Essay</a:t>
            </a:r>
          </a:p>
        </p:txBody>
      </p:sp>
      <p:sp>
        <p:nvSpPr>
          <p:cNvPr id="1742" name="Google Shape;1742;p50">
            <a:hlinkClick r:id="" action="ppaction://hlinkshowjump?jump=nextslide"/>
          </p:cNvPr>
          <p:cNvSpPr/>
          <p:nvPr/>
        </p:nvSpPr>
        <p:spPr>
          <a:xfrm>
            <a:off x="10763251" y="6215066"/>
            <a:ext cx="1143000" cy="4286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51"/>
          <p:cNvSpPr txBox="1">
            <a:spLocks noGrp="1"/>
          </p:cNvSpPr>
          <p:nvPr>
            <p:ph type="title"/>
          </p:nvPr>
        </p:nvSpPr>
        <p:spPr>
          <a:xfrm>
            <a:off x="1528689" y="2433134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Times New Roman"/>
              <a:buNone/>
            </a:pPr>
            <a:r>
              <a:rPr lang="en-US" sz="8000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practice </a:t>
            </a:r>
            <a:endParaRPr sz="8000" b="1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6"/>
          <p:cNvSpPr txBox="1">
            <a:spLocks noGrp="1"/>
          </p:cNvSpPr>
          <p:nvPr>
            <p:ph type="title"/>
          </p:nvPr>
        </p:nvSpPr>
        <p:spPr>
          <a:xfrm>
            <a:off x="960000" y="61292"/>
            <a:ext cx="10272000" cy="578100"/>
          </a:xfrm>
          <a:prstGeom prst="rect">
            <a:avLst/>
          </a:prstGeom>
          <a:solidFill>
            <a:srgbClr val="46BAA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GB"/>
              <a:t>Reminder: The persuasive essay format  </a:t>
            </a:r>
            <a:endParaRPr/>
          </a:p>
        </p:txBody>
      </p:sp>
      <p:grpSp>
        <p:nvGrpSpPr>
          <p:cNvPr id="595" name="Google Shape;595;p56"/>
          <p:cNvGrpSpPr/>
          <p:nvPr/>
        </p:nvGrpSpPr>
        <p:grpSpPr>
          <a:xfrm>
            <a:off x="4812009" y="2589528"/>
            <a:ext cx="2577200" cy="1147987"/>
            <a:chOff x="3609007" y="1942146"/>
            <a:chExt cx="1932900" cy="860990"/>
          </a:xfrm>
        </p:grpSpPr>
        <p:sp>
          <p:nvSpPr>
            <p:cNvPr id="596" name="Google Shape;596;p56"/>
            <p:cNvSpPr txBox="1"/>
            <p:nvPr/>
          </p:nvSpPr>
          <p:spPr>
            <a:xfrm flipH="1">
              <a:off x="3902093" y="1942146"/>
              <a:ext cx="13398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Body </a:t>
              </a:r>
              <a:endParaRPr sz="24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97" name="Google Shape;597;p56"/>
            <p:cNvSpPr txBox="1"/>
            <p:nvPr/>
          </p:nvSpPr>
          <p:spPr>
            <a:xfrm flipH="1">
              <a:off x="3609007" y="2325536"/>
              <a:ext cx="1932900" cy="47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Palatino Linotype"/>
                  <a:ea typeface="Palatino Linotype"/>
                  <a:cs typeface="Palatino Linotype"/>
                  <a:sym typeface="Palatino Linotype"/>
                </a:rPr>
                <a:t>2 paragraphs ; each with a new argument and evidence to support your point of view.</a:t>
              </a:r>
              <a:endParaRPr sz="1600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</p:grpSp>
      <p:grpSp>
        <p:nvGrpSpPr>
          <p:cNvPr id="598" name="Google Shape;598;p56"/>
          <p:cNvGrpSpPr/>
          <p:nvPr/>
        </p:nvGrpSpPr>
        <p:grpSpPr>
          <a:xfrm>
            <a:off x="4807432" y="5470842"/>
            <a:ext cx="2577136" cy="1037098"/>
            <a:chOff x="3605543" y="3892577"/>
            <a:chExt cx="1932900" cy="982752"/>
          </a:xfrm>
        </p:grpSpPr>
        <p:sp>
          <p:nvSpPr>
            <p:cNvPr id="599" name="Google Shape;599;p56"/>
            <p:cNvSpPr txBox="1"/>
            <p:nvPr/>
          </p:nvSpPr>
          <p:spPr>
            <a:xfrm flipH="1">
              <a:off x="3902092" y="3892577"/>
              <a:ext cx="1339800" cy="2750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>
                  <a:solidFill>
                    <a:srgbClr val="75707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Conclusion </a:t>
              </a:r>
              <a:endParaRPr sz="2400" b="1">
                <a:solidFill>
                  <a:srgbClr val="75707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00" name="Google Shape;600;p56"/>
            <p:cNvSpPr txBox="1"/>
            <p:nvPr/>
          </p:nvSpPr>
          <p:spPr>
            <a:xfrm flipH="1">
              <a:off x="3605543" y="4397729"/>
              <a:ext cx="1932900" cy="47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Palatino Linotype"/>
                  <a:ea typeface="Palatino Linotype"/>
                  <a:cs typeface="Palatino Linotype"/>
                  <a:sym typeface="Palatino Linotype"/>
                </a:rPr>
                <a:t>Restate the thesis, summurize all arguments.</a:t>
              </a:r>
              <a:endParaRPr sz="1600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</p:grpSp>
      <p:sp>
        <p:nvSpPr>
          <p:cNvPr id="601" name="Google Shape;601;p56"/>
          <p:cNvSpPr txBox="1"/>
          <p:nvPr/>
        </p:nvSpPr>
        <p:spPr>
          <a:xfrm flipH="1">
            <a:off x="4812008" y="4145127"/>
            <a:ext cx="2628141" cy="973179"/>
          </a:xfrm>
          <a:prstGeom prst="rect">
            <a:avLst/>
          </a:prstGeom>
          <a:gradFill>
            <a:gsLst>
              <a:gs pos="0">
                <a:srgbClr val="79DDCC"/>
              </a:gs>
              <a:gs pos="100000">
                <a:srgbClr val="A8FFF9"/>
              </a:gs>
            </a:gsLst>
            <a:lin ang="16200000" scaled="0"/>
          </a:gradFill>
          <a:ln w="9525" cap="flat" cmpd="sng">
            <a:solidFill>
              <a:srgbClr val="7FCEC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 paragraph with the counter argument , explaining why you still disagree</a:t>
            </a:r>
            <a:endParaRPr sz="16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grpSp>
        <p:nvGrpSpPr>
          <p:cNvPr id="602" name="Google Shape;602;p56"/>
          <p:cNvGrpSpPr/>
          <p:nvPr/>
        </p:nvGrpSpPr>
        <p:grpSpPr>
          <a:xfrm>
            <a:off x="4811920" y="1186337"/>
            <a:ext cx="2577136" cy="1147963"/>
            <a:chOff x="3609007" y="889768"/>
            <a:chExt cx="1932900" cy="1020593"/>
          </a:xfrm>
        </p:grpSpPr>
        <p:sp>
          <p:nvSpPr>
            <p:cNvPr id="603" name="Google Shape;603;p56"/>
            <p:cNvSpPr txBox="1"/>
            <p:nvPr/>
          </p:nvSpPr>
          <p:spPr>
            <a:xfrm flipH="1">
              <a:off x="3902215" y="889768"/>
              <a:ext cx="13398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>
                  <a:solidFill>
                    <a:schemeClr val="dk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Introduction </a:t>
              </a:r>
              <a:endParaRPr sz="2400" b="1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04" name="Google Shape;604;p56"/>
            <p:cNvSpPr txBox="1"/>
            <p:nvPr/>
          </p:nvSpPr>
          <p:spPr>
            <a:xfrm flipH="1">
              <a:off x="3609007" y="1432761"/>
              <a:ext cx="1932900" cy="47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67">
                  <a:solidFill>
                    <a:srgbClr val="000000"/>
                  </a:solidFill>
                  <a:latin typeface="Palatino Linotype"/>
                  <a:ea typeface="Palatino Linotype"/>
                  <a:cs typeface="Palatino Linotype"/>
                  <a:sym typeface="Palatino Linotype"/>
                </a:rPr>
                <a:t>Topic or thesis you’re going to prove</a:t>
              </a:r>
              <a:endParaRPr sz="1867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</p:grpSp>
      <p:sp>
        <p:nvSpPr>
          <p:cNvPr id="605" name="Google Shape;605;p56"/>
          <p:cNvSpPr txBox="1"/>
          <p:nvPr/>
        </p:nvSpPr>
        <p:spPr>
          <a:xfrm>
            <a:off x="239349" y="1449047"/>
            <a:ext cx="2688300" cy="1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67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 well-structured introductory paragraph coupled with a clear thesis.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56"/>
          <p:cNvSpPr txBox="1"/>
          <p:nvPr/>
        </p:nvSpPr>
        <p:spPr>
          <a:xfrm>
            <a:off x="8496277" y="2505525"/>
            <a:ext cx="32358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GB" sz="1867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Body paragraphs validated with ample evidence and statistics.</a:t>
            </a:r>
            <a:endParaRPr sz="1867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607" name="Google Shape;607;p56"/>
          <p:cNvSpPr txBox="1"/>
          <p:nvPr/>
        </p:nvSpPr>
        <p:spPr>
          <a:xfrm>
            <a:off x="1583499" y="4773149"/>
            <a:ext cx="1728192" cy="69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67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 convincing conclusion.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56"/>
          <p:cNvSpPr/>
          <p:nvPr/>
        </p:nvSpPr>
        <p:spPr>
          <a:xfrm>
            <a:off x="319100" y="3100725"/>
            <a:ext cx="3456300" cy="12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67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Use logic and reason to show that your point of view is more legitimate than any other.</a:t>
            </a:r>
            <a:endParaRPr sz="1867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609" name="Google Shape;609;p56"/>
          <p:cNvSpPr/>
          <p:nvPr/>
        </p:nvSpPr>
        <p:spPr>
          <a:xfrm>
            <a:off x="8289508" y="1243861"/>
            <a:ext cx="3798619" cy="98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67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Set your position straight from the beginning, and maintain it throughout the paper.</a:t>
            </a:r>
            <a:endParaRPr sz="1867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610" name="Google Shape;610;p56"/>
          <p:cNvSpPr/>
          <p:nvPr/>
        </p:nvSpPr>
        <p:spPr>
          <a:xfrm>
            <a:off x="8496268" y="3846163"/>
            <a:ext cx="3695733" cy="127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67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Build the arguments in progression, so you’ll move from the least important to the most important one.</a:t>
            </a:r>
            <a:endParaRPr sz="1867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611" name="Google Shape;611;p56"/>
          <p:cNvSpPr/>
          <p:nvPr/>
        </p:nvSpPr>
        <p:spPr>
          <a:xfrm>
            <a:off x="162913" y="5504802"/>
            <a:ext cx="3456384" cy="1354162"/>
          </a:xfrm>
          <a:prstGeom prst="rect">
            <a:avLst/>
          </a:prstGeom>
          <a:gradFill>
            <a:gsLst>
              <a:gs pos="0">
                <a:srgbClr val="AFFFF5"/>
              </a:gs>
              <a:gs pos="35000">
                <a:srgbClr val="C5FFF9"/>
              </a:gs>
              <a:gs pos="100000">
                <a:srgbClr val="E7FFFC"/>
              </a:gs>
            </a:gsLst>
            <a:lin ang="16200000" scaled="0"/>
          </a:gradFill>
          <a:ln w="9525" cap="flat" cmpd="sng">
            <a:solidFill>
              <a:srgbClr val="7FCEC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254"/>
              </a:srgbClr>
            </a:outerShdw>
          </a:effectLst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Remember!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 good persuasive essay demonstrates not only why the writer's opinion is correct, but also why the opposing view is incorrect.</a:t>
            </a:r>
            <a:endParaRPr sz="16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612" name="Google Shape;612;p56"/>
          <p:cNvSpPr/>
          <p:nvPr/>
        </p:nvSpPr>
        <p:spPr>
          <a:xfrm>
            <a:off x="7849604" y="5463203"/>
            <a:ext cx="4238523" cy="1272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67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Rewrite the main points in two or three sentences. This will reinforce your essay's argument, remind the reader what you were arguing for.</a:t>
            </a:r>
            <a:endParaRPr sz="1867">
              <a:solidFill>
                <a:srgbClr val="00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cxnSp>
        <p:nvCxnSpPr>
          <p:cNvPr id="613" name="Google Shape;613;p56"/>
          <p:cNvCxnSpPr/>
          <p:nvPr/>
        </p:nvCxnSpPr>
        <p:spPr>
          <a:xfrm flipH="1">
            <a:off x="2998610" y="1781549"/>
            <a:ext cx="2132700" cy="553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614" name="Google Shape;614;p56"/>
          <p:cNvCxnSpPr>
            <a:stCxn id="596" idx="3"/>
          </p:cNvCxnSpPr>
          <p:nvPr/>
        </p:nvCxnSpPr>
        <p:spPr>
          <a:xfrm flipH="1">
            <a:off x="3449290" y="2759928"/>
            <a:ext cx="1753500" cy="406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615" name="Google Shape;615;p56"/>
          <p:cNvCxnSpPr/>
          <p:nvPr/>
        </p:nvCxnSpPr>
        <p:spPr>
          <a:xfrm>
            <a:off x="7003378" y="1795224"/>
            <a:ext cx="1417200" cy="4611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616" name="Google Shape;616;p56"/>
          <p:cNvCxnSpPr/>
          <p:nvPr/>
        </p:nvCxnSpPr>
        <p:spPr>
          <a:xfrm rot="10800000" flipH="1">
            <a:off x="7218320" y="2833336"/>
            <a:ext cx="1476000" cy="261900"/>
          </a:xfrm>
          <a:prstGeom prst="bentConnector3">
            <a:avLst>
              <a:gd name="adj1" fmla="val 40832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617" name="Google Shape;617;p56"/>
          <p:cNvCxnSpPr/>
          <p:nvPr/>
        </p:nvCxnSpPr>
        <p:spPr>
          <a:xfrm rot="10800000">
            <a:off x="3229475" y="5155525"/>
            <a:ext cx="2114700" cy="5466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618" name="Google Shape;618;p56"/>
          <p:cNvCxnSpPr/>
          <p:nvPr/>
        </p:nvCxnSpPr>
        <p:spPr>
          <a:xfrm rot="10800000" flipH="1">
            <a:off x="7003375" y="5473950"/>
            <a:ext cx="1905900" cy="544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1982972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53"/>
          <p:cNvSpPr txBox="1">
            <a:spLocks noGrp="1"/>
          </p:cNvSpPr>
          <p:nvPr>
            <p:ph type="title"/>
          </p:nvPr>
        </p:nvSpPr>
        <p:spPr>
          <a:xfrm>
            <a:off x="336038" y="349315"/>
            <a:ext cx="5410560" cy="749381"/>
          </a:xfrm>
          <a:prstGeom prst="rect">
            <a:avLst/>
          </a:prstGeom>
          <a:gradFill>
            <a:gsLst>
              <a:gs pos="0">
                <a:srgbClr val="A5C26D"/>
              </a:gs>
              <a:gs pos="50000">
                <a:srgbClr val="9CBF53"/>
              </a:gs>
              <a:gs pos="100000">
                <a:srgbClr val="8BAE44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196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Persuasive essay </a:t>
            </a:r>
            <a:endParaRPr/>
          </a:p>
        </p:txBody>
      </p:sp>
      <p:grpSp>
        <p:nvGrpSpPr>
          <p:cNvPr id="1785" name="Google Shape;1785;p53"/>
          <p:cNvGrpSpPr/>
          <p:nvPr/>
        </p:nvGrpSpPr>
        <p:grpSpPr>
          <a:xfrm>
            <a:off x="513407" y="1091217"/>
            <a:ext cx="11540793" cy="4350923"/>
            <a:chOff x="863108" y="1696985"/>
            <a:chExt cx="8655594" cy="3263193"/>
          </a:xfrm>
        </p:grpSpPr>
        <p:sp>
          <p:nvSpPr>
            <p:cNvPr id="1786" name="Google Shape;1786;p53"/>
            <p:cNvSpPr/>
            <p:nvPr/>
          </p:nvSpPr>
          <p:spPr>
            <a:xfrm flipH="1">
              <a:off x="2576830" y="1696985"/>
              <a:ext cx="3524151" cy="469200"/>
            </a:xfrm>
            <a:prstGeom prst="roundRect">
              <a:avLst>
                <a:gd name="adj" fmla="val 16667"/>
              </a:avLst>
            </a:prstGeom>
            <a:solidFill>
              <a:srgbClr val="C5D8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Body paragraphs </a:t>
              </a:r>
              <a:endPara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7" name="Google Shape;1787;p53"/>
            <p:cNvSpPr/>
            <p:nvPr/>
          </p:nvSpPr>
          <p:spPr>
            <a:xfrm flipH="1">
              <a:off x="1078501" y="2249078"/>
              <a:ext cx="2376450" cy="785967"/>
            </a:xfrm>
            <a:prstGeom prst="roundRect">
              <a:avLst>
                <a:gd name="adj" fmla="val 16667"/>
              </a:avLst>
            </a:prstGeom>
            <a:solidFill>
              <a:srgbClr val="C5D8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8" name="Google Shape;1788;p53"/>
            <p:cNvSpPr/>
            <p:nvPr/>
          </p:nvSpPr>
          <p:spPr>
            <a:xfrm flipH="1">
              <a:off x="867296" y="3448916"/>
              <a:ext cx="2440621" cy="823707"/>
            </a:xfrm>
            <a:prstGeom prst="roundRect">
              <a:avLst>
                <a:gd name="adj" fmla="val 16667"/>
              </a:avLst>
            </a:prstGeom>
            <a:solidFill>
              <a:srgbClr val="C5D8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9" name="Google Shape;1789;p53"/>
            <p:cNvSpPr/>
            <p:nvPr/>
          </p:nvSpPr>
          <p:spPr>
            <a:xfrm flipH="1">
              <a:off x="6359957" y="2805039"/>
              <a:ext cx="3096344" cy="848862"/>
            </a:xfrm>
            <a:prstGeom prst="roundRect">
              <a:avLst>
                <a:gd name="adj" fmla="val 16667"/>
              </a:avLst>
            </a:prstGeom>
            <a:solidFill>
              <a:srgbClr val="C5D8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0" name="Google Shape;1790;p53"/>
            <p:cNvSpPr/>
            <p:nvPr/>
          </p:nvSpPr>
          <p:spPr>
            <a:xfrm flipH="1">
              <a:off x="6422358" y="4096656"/>
              <a:ext cx="3096344" cy="863522"/>
            </a:xfrm>
            <a:prstGeom prst="roundRect">
              <a:avLst>
                <a:gd name="adj" fmla="val 16667"/>
              </a:avLst>
            </a:prstGeom>
            <a:solidFill>
              <a:srgbClr val="C5D8F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91" name="Google Shape;1791;p53"/>
            <p:cNvGrpSpPr/>
            <p:nvPr/>
          </p:nvGrpSpPr>
          <p:grpSpPr>
            <a:xfrm>
              <a:off x="863108" y="1705377"/>
              <a:ext cx="381822" cy="295827"/>
              <a:chOff x="1495483" y="2768159"/>
              <a:chExt cx="323413" cy="250552"/>
            </a:xfrm>
          </p:grpSpPr>
          <p:sp>
            <p:nvSpPr>
              <p:cNvPr id="1792" name="Google Shape;1792;p53"/>
              <p:cNvSpPr/>
              <p:nvPr/>
            </p:nvSpPr>
            <p:spPr>
              <a:xfrm>
                <a:off x="1536565" y="2800681"/>
                <a:ext cx="57508" cy="47596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1162" extrusionOk="0">
                    <a:moveTo>
                      <a:pt x="1198" y="1"/>
                    </a:moveTo>
                    <a:cubicBezTo>
                      <a:pt x="1096" y="1"/>
                      <a:pt x="990" y="25"/>
                      <a:pt x="902" y="84"/>
                    </a:cubicBezTo>
                    <a:cubicBezTo>
                      <a:pt x="827" y="134"/>
                      <a:pt x="752" y="184"/>
                      <a:pt x="702" y="284"/>
                    </a:cubicBezTo>
                    <a:cubicBezTo>
                      <a:pt x="663" y="343"/>
                      <a:pt x="639" y="402"/>
                      <a:pt x="618" y="473"/>
                    </a:cubicBezTo>
                    <a:lnTo>
                      <a:pt x="618" y="473"/>
                    </a:lnTo>
                    <a:cubicBezTo>
                      <a:pt x="596" y="470"/>
                      <a:pt x="575" y="469"/>
                      <a:pt x="554" y="469"/>
                    </a:cubicBezTo>
                    <a:cubicBezTo>
                      <a:pt x="498" y="469"/>
                      <a:pt x="445" y="481"/>
                      <a:pt x="401" y="510"/>
                    </a:cubicBezTo>
                    <a:cubicBezTo>
                      <a:pt x="301" y="535"/>
                      <a:pt x="226" y="585"/>
                      <a:pt x="150" y="660"/>
                    </a:cubicBezTo>
                    <a:cubicBezTo>
                      <a:pt x="100" y="736"/>
                      <a:pt x="50" y="811"/>
                      <a:pt x="25" y="911"/>
                    </a:cubicBezTo>
                    <a:cubicBezTo>
                      <a:pt x="25" y="986"/>
                      <a:pt x="0" y="1086"/>
                      <a:pt x="25" y="1162"/>
                    </a:cubicBezTo>
                    <a:cubicBezTo>
                      <a:pt x="50" y="1086"/>
                      <a:pt x="50" y="1011"/>
                      <a:pt x="100" y="936"/>
                    </a:cubicBezTo>
                    <a:cubicBezTo>
                      <a:pt x="125" y="861"/>
                      <a:pt x="176" y="786"/>
                      <a:pt x="226" y="736"/>
                    </a:cubicBezTo>
                    <a:cubicBezTo>
                      <a:pt x="301" y="685"/>
                      <a:pt x="351" y="635"/>
                      <a:pt x="426" y="610"/>
                    </a:cubicBezTo>
                    <a:cubicBezTo>
                      <a:pt x="464" y="598"/>
                      <a:pt x="501" y="591"/>
                      <a:pt x="539" y="591"/>
                    </a:cubicBezTo>
                    <a:cubicBezTo>
                      <a:pt x="577" y="591"/>
                      <a:pt x="614" y="598"/>
                      <a:pt x="652" y="610"/>
                    </a:cubicBezTo>
                    <a:lnTo>
                      <a:pt x="727" y="610"/>
                    </a:lnTo>
                    <a:lnTo>
                      <a:pt x="727" y="560"/>
                    </a:lnTo>
                    <a:cubicBezTo>
                      <a:pt x="777" y="410"/>
                      <a:pt x="827" y="259"/>
                      <a:pt x="952" y="159"/>
                    </a:cubicBezTo>
                    <a:cubicBezTo>
                      <a:pt x="1078" y="84"/>
                      <a:pt x="1253" y="34"/>
                      <a:pt x="1404" y="34"/>
                    </a:cubicBezTo>
                    <a:cubicBezTo>
                      <a:pt x="1341" y="13"/>
                      <a:pt x="1270" y="1"/>
                      <a:pt x="1198" y="1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3" name="Google Shape;1793;p53"/>
              <p:cNvSpPr/>
              <p:nvPr/>
            </p:nvSpPr>
            <p:spPr>
              <a:xfrm>
                <a:off x="1565277" y="2904717"/>
                <a:ext cx="18514" cy="7290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780" extrusionOk="0">
                    <a:moveTo>
                      <a:pt x="201" y="0"/>
                    </a:moveTo>
                    <a:lnTo>
                      <a:pt x="201" y="0"/>
                    </a:lnTo>
                    <a:cubicBezTo>
                      <a:pt x="76" y="100"/>
                      <a:pt x="1" y="276"/>
                      <a:pt x="1" y="451"/>
                    </a:cubicBezTo>
                    <a:cubicBezTo>
                      <a:pt x="1" y="552"/>
                      <a:pt x="1" y="652"/>
                      <a:pt x="51" y="727"/>
                    </a:cubicBezTo>
                    <a:cubicBezTo>
                      <a:pt x="88" y="783"/>
                      <a:pt x="126" y="839"/>
                      <a:pt x="174" y="896"/>
                    </a:cubicBezTo>
                    <a:lnTo>
                      <a:pt x="174" y="896"/>
                    </a:lnTo>
                    <a:cubicBezTo>
                      <a:pt x="134" y="963"/>
                      <a:pt x="97" y="1041"/>
                      <a:pt x="76" y="1103"/>
                    </a:cubicBezTo>
                    <a:cubicBezTo>
                      <a:pt x="76" y="1203"/>
                      <a:pt x="76" y="1303"/>
                      <a:pt x="101" y="1404"/>
                    </a:cubicBezTo>
                    <a:cubicBezTo>
                      <a:pt x="126" y="1479"/>
                      <a:pt x="176" y="1554"/>
                      <a:pt x="251" y="1629"/>
                    </a:cubicBezTo>
                    <a:cubicBezTo>
                      <a:pt x="302" y="1704"/>
                      <a:pt x="377" y="1755"/>
                      <a:pt x="452" y="1780"/>
                    </a:cubicBezTo>
                    <a:cubicBezTo>
                      <a:pt x="402" y="1729"/>
                      <a:pt x="327" y="1654"/>
                      <a:pt x="302" y="1579"/>
                    </a:cubicBezTo>
                    <a:cubicBezTo>
                      <a:pt x="251" y="1529"/>
                      <a:pt x="201" y="1454"/>
                      <a:pt x="201" y="1379"/>
                    </a:cubicBezTo>
                    <a:cubicBezTo>
                      <a:pt x="176" y="1303"/>
                      <a:pt x="176" y="1228"/>
                      <a:pt x="201" y="1153"/>
                    </a:cubicBezTo>
                    <a:cubicBezTo>
                      <a:pt x="226" y="1078"/>
                      <a:pt x="277" y="1003"/>
                      <a:pt x="302" y="953"/>
                    </a:cubicBezTo>
                    <a:lnTo>
                      <a:pt x="352" y="902"/>
                    </a:lnTo>
                    <a:lnTo>
                      <a:pt x="302" y="852"/>
                    </a:lnTo>
                    <a:cubicBezTo>
                      <a:pt x="201" y="752"/>
                      <a:pt x="101" y="602"/>
                      <a:pt x="101" y="451"/>
                    </a:cubicBezTo>
                    <a:cubicBezTo>
                      <a:pt x="76" y="301"/>
                      <a:pt x="126" y="151"/>
                      <a:pt x="201" y="0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4" name="Google Shape;1794;p53"/>
              <p:cNvSpPr/>
              <p:nvPr/>
            </p:nvSpPr>
            <p:spPr>
              <a:xfrm>
                <a:off x="1678201" y="2815385"/>
                <a:ext cx="21627" cy="7295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1781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51" y="76"/>
                      <a:pt x="126" y="126"/>
                      <a:pt x="176" y="201"/>
                    </a:cubicBezTo>
                    <a:cubicBezTo>
                      <a:pt x="226" y="251"/>
                      <a:pt x="251" y="326"/>
                      <a:pt x="276" y="402"/>
                    </a:cubicBezTo>
                    <a:cubicBezTo>
                      <a:pt x="302" y="477"/>
                      <a:pt x="302" y="552"/>
                      <a:pt x="276" y="627"/>
                    </a:cubicBezTo>
                    <a:cubicBezTo>
                      <a:pt x="251" y="702"/>
                      <a:pt x="226" y="778"/>
                      <a:pt x="176" y="853"/>
                    </a:cubicBezTo>
                    <a:lnTo>
                      <a:pt x="151" y="903"/>
                    </a:lnTo>
                    <a:lnTo>
                      <a:pt x="201" y="928"/>
                    </a:lnTo>
                    <a:cubicBezTo>
                      <a:pt x="302" y="1028"/>
                      <a:pt x="402" y="1154"/>
                      <a:pt x="427" y="1304"/>
                    </a:cubicBezTo>
                    <a:cubicBezTo>
                      <a:pt x="452" y="1479"/>
                      <a:pt x="402" y="1630"/>
                      <a:pt x="327" y="1780"/>
                    </a:cubicBezTo>
                    <a:cubicBezTo>
                      <a:pt x="427" y="1655"/>
                      <a:pt x="527" y="1504"/>
                      <a:pt x="527" y="1304"/>
                    </a:cubicBezTo>
                    <a:cubicBezTo>
                      <a:pt x="527" y="1229"/>
                      <a:pt x="502" y="1128"/>
                      <a:pt x="452" y="1053"/>
                    </a:cubicBezTo>
                    <a:cubicBezTo>
                      <a:pt x="412" y="974"/>
                      <a:pt x="373" y="926"/>
                      <a:pt x="321" y="873"/>
                    </a:cubicBezTo>
                    <a:lnTo>
                      <a:pt x="321" y="873"/>
                    </a:lnTo>
                    <a:cubicBezTo>
                      <a:pt x="363" y="807"/>
                      <a:pt x="382" y="730"/>
                      <a:pt x="402" y="652"/>
                    </a:cubicBezTo>
                    <a:cubicBezTo>
                      <a:pt x="427" y="577"/>
                      <a:pt x="402" y="477"/>
                      <a:pt x="377" y="377"/>
                    </a:cubicBezTo>
                    <a:cubicBezTo>
                      <a:pt x="352" y="276"/>
                      <a:pt x="276" y="201"/>
                      <a:pt x="226" y="151"/>
                    </a:cubicBezTo>
                    <a:cubicBezTo>
                      <a:pt x="151" y="101"/>
                      <a:pt x="76" y="51"/>
                      <a:pt x="1" y="1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5" name="Google Shape;1795;p53"/>
              <p:cNvSpPr/>
              <p:nvPr/>
            </p:nvSpPr>
            <p:spPr>
              <a:xfrm>
                <a:off x="1522188" y="2872892"/>
                <a:ext cx="24658" cy="39035"/>
              </a:xfrm>
              <a:custGeom>
                <a:avLst/>
                <a:gdLst/>
                <a:ahLst/>
                <a:cxnLst/>
                <a:rect l="l" t="t" r="r" b="b"/>
                <a:pathLst>
                  <a:path w="602" h="953" extrusionOk="0">
                    <a:moveTo>
                      <a:pt x="602" y="0"/>
                    </a:moveTo>
                    <a:cubicBezTo>
                      <a:pt x="401" y="0"/>
                      <a:pt x="176" y="151"/>
                      <a:pt x="75" y="351"/>
                    </a:cubicBezTo>
                    <a:cubicBezTo>
                      <a:pt x="25" y="426"/>
                      <a:pt x="0" y="552"/>
                      <a:pt x="0" y="652"/>
                    </a:cubicBezTo>
                    <a:cubicBezTo>
                      <a:pt x="0" y="702"/>
                      <a:pt x="0" y="752"/>
                      <a:pt x="0" y="802"/>
                    </a:cubicBezTo>
                    <a:cubicBezTo>
                      <a:pt x="25" y="877"/>
                      <a:pt x="25" y="928"/>
                      <a:pt x="50" y="953"/>
                    </a:cubicBezTo>
                    <a:cubicBezTo>
                      <a:pt x="75" y="852"/>
                      <a:pt x="75" y="752"/>
                      <a:pt x="100" y="677"/>
                    </a:cubicBezTo>
                    <a:cubicBezTo>
                      <a:pt x="126" y="577"/>
                      <a:pt x="151" y="476"/>
                      <a:pt x="176" y="401"/>
                    </a:cubicBezTo>
                    <a:cubicBezTo>
                      <a:pt x="226" y="326"/>
                      <a:pt x="301" y="251"/>
                      <a:pt x="351" y="176"/>
                    </a:cubicBezTo>
                    <a:cubicBezTo>
                      <a:pt x="426" y="125"/>
                      <a:pt x="501" y="50"/>
                      <a:pt x="602" y="0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6" name="Google Shape;1796;p53"/>
              <p:cNvSpPr/>
              <p:nvPr/>
            </p:nvSpPr>
            <p:spPr>
              <a:xfrm>
                <a:off x="1732635" y="2812313"/>
                <a:ext cx="32891" cy="32891"/>
              </a:xfrm>
              <a:custGeom>
                <a:avLst/>
                <a:gdLst/>
                <a:ahLst/>
                <a:cxnLst/>
                <a:rect l="l" t="t" r="r" b="b"/>
                <a:pathLst>
                  <a:path w="803" h="803" extrusionOk="0">
                    <a:moveTo>
                      <a:pt x="0" y="0"/>
                    </a:moveTo>
                    <a:cubicBezTo>
                      <a:pt x="100" y="51"/>
                      <a:pt x="201" y="76"/>
                      <a:pt x="276" y="126"/>
                    </a:cubicBezTo>
                    <a:cubicBezTo>
                      <a:pt x="351" y="176"/>
                      <a:pt x="426" y="226"/>
                      <a:pt x="501" y="276"/>
                    </a:cubicBezTo>
                    <a:cubicBezTo>
                      <a:pt x="577" y="351"/>
                      <a:pt x="627" y="427"/>
                      <a:pt x="652" y="502"/>
                    </a:cubicBezTo>
                    <a:cubicBezTo>
                      <a:pt x="702" y="602"/>
                      <a:pt x="727" y="702"/>
                      <a:pt x="752" y="802"/>
                    </a:cubicBezTo>
                    <a:cubicBezTo>
                      <a:pt x="802" y="602"/>
                      <a:pt x="752" y="351"/>
                      <a:pt x="602" y="201"/>
                    </a:cubicBezTo>
                    <a:cubicBezTo>
                      <a:pt x="501" y="126"/>
                      <a:pt x="426" y="51"/>
                      <a:pt x="301" y="26"/>
                    </a:cubicBezTo>
                    <a:cubicBezTo>
                      <a:pt x="251" y="0"/>
                      <a:pt x="201" y="0"/>
                      <a:pt x="150" y="0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7" name="Google Shape;1797;p53"/>
              <p:cNvSpPr/>
              <p:nvPr/>
            </p:nvSpPr>
            <p:spPr>
              <a:xfrm>
                <a:off x="1678201" y="2933430"/>
                <a:ext cx="24699" cy="39076"/>
              </a:xfrm>
              <a:custGeom>
                <a:avLst/>
                <a:gdLst/>
                <a:ahLst/>
                <a:cxnLst/>
                <a:rect l="l" t="t" r="r" b="b"/>
                <a:pathLst>
                  <a:path w="603" h="954" extrusionOk="0">
                    <a:moveTo>
                      <a:pt x="527" y="1"/>
                    </a:moveTo>
                    <a:cubicBezTo>
                      <a:pt x="527" y="101"/>
                      <a:pt x="527" y="201"/>
                      <a:pt x="502" y="302"/>
                    </a:cubicBezTo>
                    <a:cubicBezTo>
                      <a:pt x="477" y="402"/>
                      <a:pt x="452" y="477"/>
                      <a:pt x="402" y="552"/>
                    </a:cubicBezTo>
                    <a:cubicBezTo>
                      <a:pt x="377" y="653"/>
                      <a:pt x="302" y="703"/>
                      <a:pt x="251" y="778"/>
                    </a:cubicBezTo>
                    <a:cubicBezTo>
                      <a:pt x="176" y="853"/>
                      <a:pt x="101" y="903"/>
                      <a:pt x="1" y="953"/>
                    </a:cubicBezTo>
                    <a:cubicBezTo>
                      <a:pt x="201" y="953"/>
                      <a:pt x="427" y="828"/>
                      <a:pt x="527" y="627"/>
                    </a:cubicBezTo>
                    <a:cubicBezTo>
                      <a:pt x="577" y="527"/>
                      <a:pt x="602" y="427"/>
                      <a:pt x="602" y="302"/>
                    </a:cubicBezTo>
                    <a:cubicBezTo>
                      <a:pt x="602" y="252"/>
                      <a:pt x="602" y="201"/>
                      <a:pt x="577" y="151"/>
                    </a:cubicBezTo>
                    <a:cubicBezTo>
                      <a:pt x="577" y="101"/>
                      <a:pt x="552" y="51"/>
                      <a:pt x="527" y="1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8" name="Google Shape;1798;p53"/>
              <p:cNvSpPr/>
              <p:nvPr/>
            </p:nvSpPr>
            <p:spPr>
              <a:xfrm>
                <a:off x="1495483" y="2928310"/>
                <a:ext cx="46244" cy="62669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1530" extrusionOk="0">
                    <a:moveTo>
                      <a:pt x="226" y="1"/>
                    </a:moveTo>
                    <a:lnTo>
                      <a:pt x="226" y="1"/>
                    </a:lnTo>
                    <a:cubicBezTo>
                      <a:pt x="101" y="76"/>
                      <a:pt x="1" y="201"/>
                      <a:pt x="1" y="377"/>
                    </a:cubicBezTo>
                    <a:cubicBezTo>
                      <a:pt x="1" y="452"/>
                      <a:pt x="26" y="527"/>
                      <a:pt x="51" y="602"/>
                    </a:cubicBezTo>
                    <a:cubicBezTo>
                      <a:pt x="71" y="643"/>
                      <a:pt x="108" y="699"/>
                      <a:pt x="147" y="746"/>
                    </a:cubicBezTo>
                    <a:lnTo>
                      <a:pt x="147" y="746"/>
                    </a:lnTo>
                    <a:cubicBezTo>
                      <a:pt x="126" y="865"/>
                      <a:pt x="128" y="984"/>
                      <a:pt x="176" y="1103"/>
                    </a:cubicBezTo>
                    <a:cubicBezTo>
                      <a:pt x="201" y="1229"/>
                      <a:pt x="276" y="1354"/>
                      <a:pt x="402" y="1429"/>
                    </a:cubicBezTo>
                    <a:cubicBezTo>
                      <a:pt x="502" y="1504"/>
                      <a:pt x="652" y="1529"/>
                      <a:pt x="778" y="1529"/>
                    </a:cubicBezTo>
                    <a:cubicBezTo>
                      <a:pt x="903" y="1504"/>
                      <a:pt x="1028" y="1479"/>
                      <a:pt x="1128" y="1454"/>
                    </a:cubicBezTo>
                    <a:lnTo>
                      <a:pt x="778" y="1454"/>
                    </a:lnTo>
                    <a:cubicBezTo>
                      <a:pt x="652" y="1429"/>
                      <a:pt x="552" y="1404"/>
                      <a:pt x="452" y="1329"/>
                    </a:cubicBezTo>
                    <a:cubicBezTo>
                      <a:pt x="276" y="1204"/>
                      <a:pt x="251" y="953"/>
                      <a:pt x="276" y="752"/>
                    </a:cubicBezTo>
                    <a:lnTo>
                      <a:pt x="276" y="702"/>
                    </a:lnTo>
                    <a:lnTo>
                      <a:pt x="251" y="702"/>
                    </a:lnTo>
                    <a:cubicBezTo>
                      <a:pt x="176" y="602"/>
                      <a:pt x="101" y="502"/>
                      <a:pt x="76" y="377"/>
                    </a:cubicBezTo>
                    <a:cubicBezTo>
                      <a:pt x="76" y="251"/>
                      <a:pt x="126" y="101"/>
                      <a:pt x="226" y="1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9" name="Google Shape;1799;p53"/>
              <p:cNvSpPr/>
              <p:nvPr/>
            </p:nvSpPr>
            <p:spPr>
              <a:xfrm>
                <a:off x="1777772" y="2925238"/>
                <a:ext cx="41124" cy="67789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655" extrusionOk="0">
                    <a:moveTo>
                      <a:pt x="527" y="0"/>
                    </a:moveTo>
                    <a:cubicBezTo>
                      <a:pt x="577" y="51"/>
                      <a:pt x="602" y="101"/>
                      <a:pt x="652" y="126"/>
                    </a:cubicBezTo>
                    <a:lnTo>
                      <a:pt x="753" y="276"/>
                    </a:lnTo>
                    <a:cubicBezTo>
                      <a:pt x="828" y="376"/>
                      <a:pt x="878" y="477"/>
                      <a:pt x="878" y="577"/>
                    </a:cubicBezTo>
                    <a:cubicBezTo>
                      <a:pt x="903" y="802"/>
                      <a:pt x="728" y="1003"/>
                      <a:pt x="527" y="1103"/>
                    </a:cubicBezTo>
                    <a:lnTo>
                      <a:pt x="502" y="1128"/>
                    </a:lnTo>
                    <a:lnTo>
                      <a:pt x="502" y="1153"/>
                    </a:lnTo>
                    <a:cubicBezTo>
                      <a:pt x="502" y="1279"/>
                      <a:pt x="452" y="1404"/>
                      <a:pt x="377" y="1504"/>
                    </a:cubicBezTo>
                    <a:cubicBezTo>
                      <a:pt x="277" y="1604"/>
                      <a:pt x="151" y="1629"/>
                      <a:pt x="1" y="1629"/>
                    </a:cubicBezTo>
                    <a:cubicBezTo>
                      <a:pt x="43" y="1646"/>
                      <a:pt x="90" y="1655"/>
                      <a:pt x="139" y="1655"/>
                    </a:cubicBezTo>
                    <a:cubicBezTo>
                      <a:pt x="238" y="1655"/>
                      <a:pt x="343" y="1621"/>
                      <a:pt x="427" y="1554"/>
                    </a:cubicBezTo>
                    <a:cubicBezTo>
                      <a:pt x="477" y="1504"/>
                      <a:pt x="527" y="1454"/>
                      <a:pt x="552" y="1379"/>
                    </a:cubicBezTo>
                    <a:cubicBezTo>
                      <a:pt x="597" y="1311"/>
                      <a:pt x="602" y="1243"/>
                      <a:pt x="621" y="1194"/>
                    </a:cubicBezTo>
                    <a:lnTo>
                      <a:pt x="621" y="1194"/>
                    </a:lnTo>
                    <a:cubicBezTo>
                      <a:pt x="715" y="1144"/>
                      <a:pt x="807" y="1070"/>
                      <a:pt x="878" y="953"/>
                    </a:cubicBezTo>
                    <a:cubicBezTo>
                      <a:pt x="978" y="853"/>
                      <a:pt x="1003" y="702"/>
                      <a:pt x="1003" y="577"/>
                    </a:cubicBezTo>
                    <a:cubicBezTo>
                      <a:pt x="978" y="426"/>
                      <a:pt x="903" y="326"/>
                      <a:pt x="828" y="226"/>
                    </a:cubicBezTo>
                    <a:cubicBezTo>
                      <a:pt x="728" y="151"/>
                      <a:pt x="627" y="76"/>
                      <a:pt x="527" y="0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0" name="Google Shape;1800;p53"/>
              <p:cNvSpPr/>
              <p:nvPr/>
            </p:nvSpPr>
            <p:spPr>
              <a:xfrm>
                <a:off x="1580678" y="2833858"/>
                <a:ext cx="15442" cy="35963"/>
              </a:xfrm>
              <a:custGeom>
                <a:avLst/>
                <a:gdLst/>
                <a:ahLst/>
                <a:cxnLst/>
                <a:rect l="l" t="t" r="r" b="b"/>
                <a:pathLst>
                  <a:path w="377" h="878" extrusionOk="0">
                    <a:moveTo>
                      <a:pt x="377" y="1"/>
                    </a:moveTo>
                    <a:cubicBezTo>
                      <a:pt x="226" y="51"/>
                      <a:pt x="76" y="201"/>
                      <a:pt x="26" y="377"/>
                    </a:cubicBezTo>
                    <a:cubicBezTo>
                      <a:pt x="1" y="477"/>
                      <a:pt x="1" y="552"/>
                      <a:pt x="26" y="652"/>
                    </a:cubicBezTo>
                    <a:cubicBezTo>
                      <a:pt x="51" y="703"/>
                      <a:pt x="76" y="728"/>
                      <a:pt x="76" y="778"/>
                    </a:cubicBezTo>
                    <a:cubicBezTo>
                      <a:pt x="101" y="803"/>
                      <a:pt x="126" y="853"/>
                      <a:pt x="151" y="878"/>
                    </a:cubicBezTo>
                    <a:cubicBezTo>
                      <a:pt x="151" y="803"/>
                      <a:pt x="126" y="703"/>
                      <a:pt x="126" y="627"/>
                    </a:cubicBezTo>
                    <a:cubicBezTo>
                      <a:pt x="126" y="552"/>
                      <a:pt x="151" y="477"/>
                      <a:pt x="151" y="402"/>
                    </a:cubicBezTo>
                    <a:cubicBezTo>
                      <a:pt x="176" y="251"/>
                      <a:pt x="276" y="126"/>
                      <a:pt x="377" y="1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1" name="Google Shape;1801;p53"/>
              <p:cNvSpPr/>
              <p:nvPr/>
            </p:nvSpPr>
            <p:spPr>
              <a:xfrm>
                <a:off x="1622210" y="2768159"/>
                <a:ext cx="43745" cy="250552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6117" extrusionOk="0">
                    <a:moveTo>
                      <a:pt x="1067" y="1"/>
                    </a:moveTo>
                    <a:lnTo>
                      <a:pt x="1067" y="1"/>
                    </a:lnTo>
                    <a:cubicBezTo>
                      <a:pt x="867" y="76"/>
                      <a:pt x="716" y="226"/>
                      <a:pt x="616" y="402"/>
                    </a:cubicBezTo>
                    <a:cubicBezTo>
                      <a:pt x="519" y="572"/>
                      <a:pt x="468" y="766"/>
                      <a:pt x="512" y="984"/>
                    </a:cubicBezTo>
                    <a:lnTo>
                      <a:pt x="512" y="984"/>
                    </a:lnTo>
                    <a:cubicBezTo>
                      <a:pt x="404" y="1103"/>
                      <a:pt x="338" y="1243"/>
                      <a:pt x="315" y="1404"/>
                    </a:cubicBezTo>
                    <a:cubicBezTo>
                      <a:pt x="293" y="1535"/>
                      <a:pt x="309" y="1703"/>
                      <a:pt x="363" y="1843"/>
                    </a:cubicBezTo>
                    <a:lnTo>
                      <a:pt x="363" y="1843"/>
                    </a:lnTo>
                    <a:cubicBezTo>
                      <a:pt x="231" y="2034"/>
                      <a:pt x="163" y="2245"/>
                      <a:pt x="140" y="2457"/>
                    </a:cubicBezTo>
                    <a:cubicBezTo>
                      <a:pt x="140" y="2683"/>
                      <a:pt x="181" y="2909"/>
                      <a:pt x="299" y="3080"/>
                    </a:cubicBezTo>
                    <a:lnTo>
                      <a:pt x="299" y="3080"/>
                    </a:lnTo>
                    <a:cubicBezTo>
                      <a:pt x="0" y="3447"/>
                      <a:pt x="2" y="4012"/>
                      <a:pt x="284" y="4396"/>
                    </a:cubicBezTo>
                    <a:lnTo>
                      <a:pt x="284" y="4396"/>
                    </a:lnTo>
                    <a:cubicBezTo>
                      <a:pt x="182" y="4606"/>
                      <a:pt x="144" y="4833"/>
                      <a:pt x="190" y="5038"/>
                    </a:cubicBezTo>
                    <a:cubicBezTo>
                      <a:pt x="214" y="5282"/>
                      <a:pt x="310" y="5503"/>
                      <a:pt x="477" y="5676"/>
                    </a:cubicBezTo>
                    <a:lnTo>
                      <a:pt x="477" y="5676"/>
                    </a:lnTo>
                    <a:cubicBezTo>
                      <a:pt x="422" y="5842"/>
                      <a:pt x="472" y="6023"/>
                      <a:pt x="566" y="6116"/>
                    </a:cubicBezTo>
                    <a:cubicBezTo>
                      <a:pt x="466" y="5991"/>
                      <a:pt x="466" y="5815"/>
                      <a:pt x="541" y="5665"/>
                    </a:cubicBezTo>
                    <a:lnTo>
                      <a:pt x="541" y="5640"/>
                    </a:lnTo>
                    <a:cubicBezTo>
                      <a:pt x="390" y="5464"/>
                      <a:pt x="315" y="5264"/>
                      <a:pt x="290" y="5038"/>
                    </a:cubicBezTo>
                    <a:cubicBezTo>
                      <a:pt x="290" y="4813"/>
                      <a:pt x="340" y="4587"/>
                      <a:pt x="466" y="4412"/>
                    </a:cubicBezTo>
                    <a:lnTo>
                      <a:pt x="491" y="4362"/>
                    </a:lnTo>
                    <a:lnTo>
                      <a:pt x="440" y="4337"/>
                    </a:lnTo>
                    <a:cubicBezTo>
                      <a:pt x="190" y="3986"/>
                      <a:pt x="215" y="3459"/>
                      <a:pt x="491" y="3159"/>
                    </a:cubicBezTo>
                    <a:lnTo>
                      <a:pt x="541" y="3109"/>
                    </a:lnTo>
                    <a:lnTo>
                      <a:pt x="491" y="3033"/>
                    </a:lnTo>
                    <a:cubicBezTo>
                      <a:pt x="390" y="2883"/>
                      <a:pt x="315" y="2682"/>
                      <a:pt x="340" y="2482"/>
                    </a:cubicBezTo>
                    <a:cubicBezTo>
                      <a:pt x="340" y="2281"/>
                      <a:pt x="390" y="2081"/>
                      <a:pt x="516" y="1931"/>
                    </a:cubicBezTo>
                    <a:lnTo>
                      <a:pt x="566" y="1880"/>
                    </a:lnTo>
                    <a:lnTo>
                      <a:pt x="541" y="1830"/>
                    </a:lnTo>
                    <a:cubicBezTo>
                      <a:pt x="415" y="1580"/>
                      <a:pt x="440" y="1254"/>
                      <a:pt x="616" y="1028"/>
                    </a:cubicBezTo>
                    <a:lnTo>
                      <a:pt x="641" y="1003"/>
                    </a:lnTo>
                    <a:lnTo>
                      <a:pt x="641" y="978"/>
                    </a:lnTo>
                    <a:cubicBezTo>
                      <a:pt x="591" y="803"/>
                      <a:pt x="616" y="602"/>
                      <a:pt x="691" y="427"/>
                    </a:cubicBezTo>
                    <a:cubicBezTo>
                      <a:pt x="766" y="251"/>
                      <a:pt x="892" y="101"/>
                      <a:pt x="1067" y="1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2" name="Google Shape;1802;p53"/>
            <p:cNvGrpSpPr/>
            <p:nvPr/>
          </p:nvGrpSpPr>
          <p:grpSpPr>
            <a:xfrm>
              <a:off x="7871159" y="1705376"/>
              <a:ext cx="472742" cy="325379"/>
              <a:chOff x="1481107" y="2768156"/>
              <a:chExt cx="400425" cy="275581"/>
            </a:xfrm>
          </p:grpSpPr>
          <p:sp>
            <p:nvSpPr>
              <p:cNvPr id="1803" name="Google Shape;1803;p53"/>
              <p:cNvSpPr/>
              <p:nvPr/>
            </p:nvSpPr>
            <p:spPr>
              <a:xfrm>
                <a:off x="1481107" y="2823618"/>
                <a:ext cx="400425" cy="220119"/>
              </a:xfrm>
              <a:custGeom>
                <a:avLst/>
                <a:gdLst/>
                <a:ahLst/>
                <a:cxnLst/>
                <a:rect l="l" t="t" r="r" b="b"/>
                <a:pathLst>
                  <a:path w="9776" h="5374" extrusionOk="0">
                    <a:moveTo>
                      <a:pt x="8422" y="0"/>
                    </a:moveTo>
                    <a:lnTo>
                      <a:pt x="8422" y="0"/>
                    </a:lnTo>
                    <a:cubicBezTo>
                      <a:pt x="8873" y="552"/>
                      <a:pt x="8447" y="1404"/>
                      <a:pt x="8447" y="1404"/>
                    </a:cubicBezTo>
                    <a:cubicBezTo>
                      <a:pt x="9324" y="2030"/>
                      <a:pt x="8447" y="2782"/>
                      <a:pt x="8447" y="2782"/>
                    </a:cubicBezTo>
                    <a:cubicBezTo>
                      <a:pt x="9324" y="3634"/>
                      <a:pt x="8447" y="4035"/>
                      <a:pt x="8447" y="4035"/>
                    </a:cubicBezTo>
                    <a:cubicBezTo>
                      <a:pt x="8322" y="4461"/>
                      <a:pt x="8082" y="4585"/>
                      <a:pt x="7843" y="4585"/>
                    </a:cubicBezTo>
                    <a:cubicBezTo>
                      <a:pt x="7504" y="4585"/>
                      <a:pt x="7169" y="4336"/>
                      <a:pt x="7169" y="4336"/>
                    </a:cubicBezTo>
                    <a:cubicBezTo>
                      <a:pt x="6915" y="4653"/>
                      <a:pt x="6626" y="4754"/>
                      <a:pt x="6360" y="4754"/>
                    </a:cubicBezTo>
                    <a:cubicBezTo>
                      <a:pt x="5889" y="4754"/>
                      <a:pt x="5489" y="4436"/>
                      <a:pt x="5489" y="4436"/>
                    </a:cubicBezTo>
                    <a:cubicBezTo>
                      <a:pt x="5314" y="4653"/>
                      <a:pt x="5141" y="4726"/>
                      <a:pt x="4989" y="4726"/>
                    </a:cubicBezTo>
                    <a:cubicBezTo>
                      <a:pt x="4685" y="4726"/>
                      <a:pt x="4462" y="4436"/>
                      <a:pt x="4462" y="4436"/>
                    </a:cubicBezTo>
                    <a:cubicBezTo>
                      <a:pt x="4437" y="4461"/>
                      <a:pt x="4437" y="4511"/>
                      <a:pt x="4412" y="4537"/>
                    </a:cubicBezTo>
                    <a:cubicBezTo>
                      <a:pt x="4286" y="4737"/>
                      <a:pt x="4061" y="4762"/>
                      <a:pt x="4061" y="4762"/>
                    </a:cubicBezTo>
                    <a:cubicBezTo>
                      <a:pt x="3860" y="4587"/>
                      <a:pt x="3961" y="4311"/>
                      <a:pt x="3961" y="4311"/>
                    </a:cubicBezTo>
                    <a:lnTo>
                      <a:pt x="3710" y="3835"/>
                    </a:lnTo>
                    <a:lnTo>
                      <a:pt x="3685" y="3409"/>
                    </a:lnTo>
                    <a:lnTo>
                      <a:pt x="3685" y="3384"/>
                    </a:lnTo>
                    <a:lnTo>
                      <a:pt x="3710" y="3359"/>
                    </a:lnTo>
                    <a:lnTo>
                      <a:pt x="3835" y="3033"/>
                    </a:lnTo>
                    <a:lnTo>
                      <a:pt x="3710" y="2832"/>
                    </a:lnTo>
                    <a:cubicBezTo>
                      <a:pt x="3710" y="2807"/>
                      <a:pt x="3710" y="2807"/>
                      <a:pt x="3710" y="2807"/>
                    </a:cubicBezTo>
                    <a:lnTo>
                      <a:pt x="3635" y="2281"/>
                    </a:lnTo>
                    <a:lnTo>
                      <a:pt x="3610" y="2231"/>
                    </a:lnTo>
                    <a:lnTo>
                      <a:pt x="3635" y="2156"/>
                    </a:lnTo>
                    <a:lnTo>
                      <a:pt x="3860" y="1730"/>
                    </a:lnTo>
                    <a:lnTo>
                      <a:pt x="3685" y="1203"/>
                    </a:lnTo>
                    <a:lnTo>
                      <a:pt x="3785" y="702"/>
                    </a:lnTo>
                    <a:lnTo>
                      <a:pt x="3810" y="526"/>
                    </a:lnTo>
                    <a:lnTo>
                      <a:pt x="3810" y="526"/>
                    </a:lnTo>
                    <a:cubicBezTo>
                      <a:pt x="3284" y="927"/>
                      <a:pt x="3484" y="1679"/>
                      <a:pt x="3484" y="1679"/>
                    </a:cubicBezTo>
                    <a:cubicBezTo>
                      <a:pt x="3083" y="2406"/>
                      <a:pt x="3459" y="2983"/>
                      <a:pt x="3459" y="2983"/>
                    </a:cubicBezTo>
                    <a:cubicBezTo>
                      <a:pt x="3159" y="3810"/>
                      <a:pt x="3610" y="4386"/>
                      <a:pt x="3610" y="4386"/>
                    </a:cubicBezTo>
                    <a:cubicBezTo>
                      <a:pt x="3598" y="4568"/>
                      <a:pt x="3492" y="4615"/>
                      <a:pt x="3385" y="4615"/>
                    </a:cubicBezTo>
                    <a:cubicBezTo>
                      <a:pt x="3272" y="4615"/>
                      <a:pt x="3159" y="4562"/>
                      <a:pt x="3159" y="4562"/>
                    </a:cubicBezTo>
                    <a:cubicBezTo>
                      <a:pt x="2957" y="4837"/>
                      <a:pt x="2678" y="4924"/>
                      <a:pt x="2405" y="4924"/>
                    </a:cubicBezTo>
                    <a:cubicBezTo>
                      <a:pt x="1933" y="4924"/>
                      <a:pt x="1479" y="4662"/>
                      <a:pt x="1479" y="4662"/>
                    </a:cubicBezTo>
                    <a:cubicBezTo>
                      <a:pt x="1215" y="4884"/>
                      <a:pt x="923" y="4950"/>
                      <a:pt x="669" y="4950"/>
                    </a:cubicBezTo>
                    <a:cubicBezTo>
                      <a:pt x="322" y="4950"/>
                      <a:pt x="44" y="4827"/>
                      <a:pt x="1" y="4812"/>
                    </a:cubicBezTo>
                    <a:lnTo>
                      <a:pt x="1" y="4812"/>
                    </a:lnTo>
                    <a:cubicBezTo>
                      <a:pt x="176" y="5038"/>
                      <a:pt x="452" y="5238"/>
                      <a:pt x="728" y="5288"/>
                    </a:cubicBezTo>
                    <a:cubicBezTo>
                      <a:pt x="763" y="5292"/>
                      <a:pt x="798" y="5293"/>
                      <a:pt x="834" y="5293"/>
                    </a:cubicBezTo>
                    <a:cubicBezTo>
                      <a:pt x="1078" y="5293"/>
                      <a:pt x="1333" y="5219"/>
                      <a:pt x="1530" y="5088"/>
                    </a:cubicBezTo>
                    <a:cubicBezTo>
                      <a:pt x="1769" y="5279"/>
                      <a:pt x="2088" y="5374"/>
                      <a:pt x="2408" y="5374"/>
                    </a:cubicBezTo>
                    <a:cubicBezTo>
                      <a:pt x="2759" y="5374"/>
                      <a:pt x="3110" y="5261"/>
                      <a:pt x="3359" y="5038"/>
                    </a:cubicBezTo>
                    <a:cubicBezTo>
                      <a:pt x="3474" y="5143"/>
                      <a:pt x="3629" y="5190"/>
                      <a:pt x="3790" y="5190"/>
                    </a:cubicBezTo>
                    <a:cubicBezTo>
                      <a:pt x="4015" y="5190"/>
                      <a:pt x="4251" y="5098"/>
                      <a:pt x="4412" y="4938"/>
                    </a:cubicBezTo>
                    <a:cubicBezTo>
                      <a:pt x="4558" y="5098"/>
                      <a:pt x="4788" y="5190"/>
                      <a:pt x="5010" y="5190"/>
                    </a:cubicBezTo>
                    <a:cubicBezTo>
                      <a:pt x="5169" y="5190"/>
                      <a:pt x="5324" y="5143"/>
                      <a:pt x="5439" y="5038"/>
                    </a:cubicBezTo>
                    <a:cubicBezTo>
                      <a:pt x="5701" y="5261"/>
                      <a:pt x="6052" y="5374"/>
                      <a:pt x="6399" y="5374"/>
                    </a:cubicBezTo>
                    <a:cubicBezTo>
                      <a:pt x="6716" y="5374"/>
                      <a:pt x="7030" y="5279"/>
                      <a:pt x="7269" y="5088"/>
                    </a:cubicBezTo>
                    <a:cubicBezTo>
                      <a:pt x="7466" y="5219"/>
                      <a:pt x="7720" y="5293"/>
                      <a:pt x="7965" y="5293"/>
                    </a:cubicBezTo>
                    <a:cubicBezTo>
                      <a:pt x="8000" y="5293"/>
                      <a:pt x="8036" y="5292"/>
                      <a:pt x="8071" y="5288"/>
                    </a:cubicBezTo>
                    <a:cubicBezTo>
                      <a:pt x="8372" y="5238"/>
                      <a:pt x="8622" y="5038"/>
                      <a:pt x="8798" y="4812"/>
                    </a:cubicBezTo>
                    <a:cubicBezTo>
                      <a:pt x="9149" y="4737"/>
                      <a:pt x="9474" y="4486"/>
                      <a:pt x="9625" y="4161"/>
                    </a:cubicBezTo>
                    <a:cubicBezTo>
                      <a:pt x="9775" y="3835"/>
                      <a:pt x="9550" y="3183"/>
                      <a:pt x="9374" y="2882"/>
                    </a:cubicBezTo>
                    <a:cubicBezTo>
                      <a:pt x="9575" y="2206"/>
                      <a:pt x="9449" y="1529"/>
                      <a:pt x="8823" y="1203"/>
                    </a:cubicBezTo>
                    <a:cubicBezTo>
                      <a:pt x="8948" y="902"/>
                      <a:pt x="8898" y="552"/>
                      <a:pt x="8723" y="301"/>
                    </a:cubicBezTo>
                    <a:cubicBezTo>
                      <a:pt x="8647" y="176"/>
                      <a:pt x="8547" y="75"/>
                      <a:pt x="8422" y="0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4" name="Google Shape;1804;p53"/>
              <p:cNvSpPr/>
              <p:nvPr/>
            </p:nvSpPr>
            <p:spPr>
              <a:xfrm>
                <a:off x="1536565" y="2800681"/>
                <a:ext cx="57508" cy="47596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1162" extrusionOk="0">
                    <a:moveTo>
                      <a:pt x="1198" y="1"/>
                    </a:moveTo>
                    <a:cubicBezTo>
                      <a:pt x="1096" y="1"/>
                      <a:pt x="990" y="25"/>
                      <a:pt x="902" y="84"/>
                    </a:cubicBezTo>
                    <a:cubicBezTo>
                      <a:pt x="827" y="134"/>
                      <a:pt x="752" y="184"/>
                      <a:pt x="702" y="284"/>
                    </a:cubicBezTo>
                    <a:cubicBezTo>
                      <a:pt x="663" y="343"/>
                      <a:pt x="639" y="402"/>
                      <a:pt x="618" y="473"/>
                    </a:cubicBezTo>
                    <a:lnTo>
                      <a:pt x="618" y="473"/>
                    </a:lnTo>
                    <a:cubicBezTo>
                      <a:pt x="596" y="470"/>
                      <a:pt x="575" y="469"/>
                      <a:pt x="554" y="469"/>
                    </a:cubicBezTo>
                    <a:cubicBezTo>
                      <a:pt x="498" y="469"/>
                      <a:pt x="445" y="481"/>
                      <a:pt x="401" y="510"/>
                    </a:cubicBezTo>
                    <a:cubicBezTo>
                      <a:pt x="301" y="535"/>
                      <a:pt x="226" y="585"/>
                      <a:pt x="150" y="660"/>
                    </a:cubicBezTo>
                    <a:cubicBezTo>
                      <a:pt x="100" y="736"/>
                      <a:pt x="50" y="811"/>
                      <a:pt x="25" y="911"/>
                    </a:cubicBezTo>
                    <a:cubicBezTo>
                      <a:pt x="25" y="986"/>
                      <a:pt x="0" y="1086"/>
                      <a:pt x="25" y="1162"/>
                    </a:cubicBezTo>
                    <a:cubicBezTo>
                      <a:pt x="50" y="1086"/>
                      <a:pt x="50" y="1011"/>
                      <a:pt x="100" y="936"/>
                    </a:cubicBezTo>
                    <a:cubicBezTo>
                      <a:pt x="125" y="861"/>
                      <a:pt x="176" y="786"/>
                      <a:pt x="226" y="736"/>
                    </a:cubicBezTo>
                    <a:cubicBezTo>
                      <a:pt x="301" y="685"/>
                      <a:pt x="351" y="635"/>
                      <a:pt x="426" y="610"/>
                    </a:cubicBezTo>
                    <a:cubicBezTo>
                      <a:pt x="464" y="598"/>
                      <a:pt x="501" y="591"/>
                      <a:pt x="539" y="591"/>
                    </a:cubicBezTo>
                    <a:cubicBezTo>
                      <a:pt x="577" y="591"/>
                      <a:pt x="614" y="598"/>
                      <a:pt x="652" y="610"/>
                    </a:cubicBezTo>
                    <a:lnTo>
                      <a:pt x="727" y="610"/>
                    </a:lnTo>
                    <a:lnTo>
                      <a:pt x="727" y="560"/>
                    </a:lnTo>
                    <a:cubicBezTo>
                      <a:pt x="777" y="410"/>
                      <a:pt x="827" y="259"/>
                      <a:pt x="952" y="159"/>
                    </a:cubicBezTo>
                    <a:cubicBezTo>
                      <a:pt x="1078" y="84"/>
                      <a:pt x="1253" y="34"/>
                      <a:pt x="1404" y="34"/>
                    </a:cubicBezTo>
                    <a:cubicBezTo>
                      <a:pt x="1341" y="13"/>
                      <a:pt x="1270" y="1"/>
                      <a:pt x="1198" y="1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5" name="Google Shape;1805;p53"/>
              <p:cNvSpPr/>
              <p:nvPr/>
            </p:nvSpPr>
            <p:spPr>
              <a:xfrm>
                <a:off x="1752131" y="2867731"/>
                <a:ext cx="18514" cy="7295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78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75" y="76"/>
                      <a:pt x="126" y="126"/>
                      <a:pt x="176" y="201"/>
                    </a:cubicBezTo>
                    <a:cubicBezTo>
                      <a:pt x="226" y="277"/>
                      <a:pt x="251" y="352"/>
                      <a:pt x="276" y="427"/>
                    </a:cubicBezTo>
                    <a:cubicBezTo>
                      <a:pt x="276" y="502"/>
                      <a:pt x="276" y="577"/>
                      <a:pt x="251" y="653"/>
                    </a:cubicBezTo>
                    <a:cubicBezTo>
                      <a:pt x="226" y="728"/>
                      <a:pt x="201" y="803"/>
                      <a:pt x="151" y="853"/>
                    </a:cubicBezTo>
                    <a:lnTo>
                      <a:pt x="101" y="903"/>
                    </a:lnTo>
                    <a:lnTo>
                      <a:pt x="151" y="928"/>
                    </a:lnTo>
                    <a:cubicBezTo>
                      <a:pt x="251" y="1054"/>
                      <a:pt x="351" y="1179"/>
                      <a:pt x="351" y="1329"/>
                    </a:cubicBezTo>
                    <a:cubicBezTo>
                      <a:pt x="376" y="1480"/>
                      <a:pt x="326" y="1655"/>
                      <a:pt x="226" y="1780"/>
                    </a:cubicBezTo>
                    <a:cubicBezTo>
                      <a:pt x="351" y="1680"/>
                      <a:pt x="451" y="1505"/>
                      <a:pt x="451" y="1329"/>
                    </a:cubicBezTo>
                    <a:cubicBezTo>
                      <a:pt x="451" y="1229"/>
                      <a:pt x="451" y="1154"/>
                      <a:pt x="401" y="1054"/>
                    </a:cubicBezTo>
                    <a:cubicBezTo>
                      <a:pt x="361" y="993"/>
                      <a:pt x="320" y="932"/>
                      <a:pt x="280" y="884"/>
                    </a:cubicBezTo>
                    <a:lnTo>
                      <a:pt x="280" y="884"/>
                    </a:lnTo>
                    <a:cubicBezTo>
                      <a:pt x="319" y="823"/>
                      <a:pt x="356" y="758"/>
                      <a:pt x="376" y="678"/>
                    </a:cubicBezTo>
                    <a:cubicBezTo>
                      <a:pt x="401" y="577"/>
                      <a:pt x="401" y="477"/>
                      <a:pt x="376" y="402"/>
                    </a:cubicBezTo>
                    <a:cubicBezTo>
                      <a:pt x="326" y="302"/>
                      <a:pt x="276" y="226"/>
                      <a:pt x="226" y="151"/>
                    </a:cubicBezTo>
                    <a:cubicBezTo>
                      <a:pt x="151" y="101"/>
                      <a:pt x="75" y="51"/>
                      <a:pt x="0" y="1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6" name="Google Shape;1806;p53"/>
              <p:cNvSpPr/>
              <p:nvPr/>
            </p:nvSpPr>
            <p:spPr>
              <a:xfrm>
                <a:off x="1565277" y="2904717"/>
                <a:ext cx="18514" cy="7290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780" extrusionOk="0">
                    <a:moveTo>
                      <a:pt x="201" y="0"/>
                    </a:moveTo>
                    <a:lnTo>
                      <a:pt x="201" y="0"/>
                    </a:lnTo>
                    <a:cubicBezTo>
                      <a:pt x="76" y="100"/>
                      <a:pt x="1" y="276"/>
                      <a:pt x="1" y="451"/>
                    </a:cubicBezTo>
                    <a:cubicBezTo>
                      <a:pt x="1" y="552"/>
                      <a:pt x="1" y="652"/>
                      <a:pt x="51" y="727"/>
                    </a:cubicBezTo>
                    <a:cubicBezTo>
                      <a:pt x="88" y="783"/>
                      <a:pt x="126" y="839"/>
                      <a:pt x="174" y="896"/>
                    </a:cubicBezTo>
                    <a:lnTo>
                      <a:pt x="174" y="896"/>
                    </a:lnTo>
                    <a:cubicBezTo>
                      <a:pt x="134" y="963"/>
                      <a:pt x="97" y="1041"/>
                      <a:pt x="76" y="1103"/>
                    </a:cubicBezTo>
                    <a:cubicBezTo>
                      <a:pt x="76" y="1203"/>
                      <a:pt x="76" y="1303"/>
                      <a:pt x="101" y="1404"/>
                    </a:cubicBezTo>
                    <a:cubicBezTo>
                      <a:pt x="126" y="1479"/>
                      <a:pt x="176" y="1554"/>
                      <a:pt x="251" y="1629"/>
                    </a:cubicBezTo>
                    <a:cubicBezTo>
                      <a:pt x="302" y="1704"/>
                      <a:pt x="377" y="1755"/>
                      <a:pt x="452" y="1780"/>
                    </a:cubicBezTo>
                    <a:cubicBezTo>
                      <a:pt x="402" y="1729"/>
                      <a:pt x="327" y="1654"/>
                      <a:pt x="302" y="1579"/>
                    </a:cubicBezTo>
                    <a:cubicBezTo>
                      <a:pt x="251" y="1529"/>
                      <a:pt x="201" y="1454"/>
                      <a:pt x="201" y="1379"/>
                    </a:cubicBezTo>
                    <a:cubicBezTo>
                      <a:pt x="176" y="1303"/>
                      <a:pt x="176" y="1228"/>
                      <a:pt x="201" y="1153"/>
                    </a:cubicBezTo>
                    <a:cubicBezTo>
                      <a:pt x="226" y="1078"/>
                      <a:pt x="277" y="1003"/>
                      <a:pt x="302" y="953"/>
                    </a:cubicBezTo>
                    <a:lnTo>
                      <a:pt x="352" y="902"/>
                    </a:lnTo>
                    <a:lnTo>
                      <a:pt x="302" y="852"/>
                    </a:lnTo>
                    <a:cubicBezTo>
                      <a:pt x="201" y="752"/>
                      <a:pt x="101" y="602"/>
                      <a:pt x="101" y="451"/>
                    </a:cubicBezTo>
                    <a:cubicBezTo>
                      <a:pt x="76" y="301"/>
                      <a:pt x="126" y="151"/>
                      <a:pt x="201" y="0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7" name="Google Shape;1807;p53"/>
              <p:cNvSpPr/>
              <p:nvPr/>
            </p:nvSpPr>
            <p:spPr>
              <a:xfrm>
                <a:off x="1678201" y="2815385"/>
                <a:ext cx="21627" cy="7295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1781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51" y="76"/>
                      <a:pt x="126" y="126"/>
                      <a:pt x="176" y="201"/>
                    </a:cubicBezTo>
                    <a:cubicBezTo>
                      <a:pt x="226" y="251"/>
                      <a:pt x="251" y="326"/>
                      <a:pt x="276" y="402"/>
                    </a:cubicBezTo>
                    <a:cubicBezTo>
                      <a:pt x="302" y="477"/>
                      <a:pt x="302" y="552"/>
                      <a:pt x="276" y="627"/>
                    </a:cubicBezTo>
                    <a:cubicBezTo>
                      <a:pt x="251" y="702"/>
                      <a:pt x="226" y="778"/>
                      <a:pt x="176" y="853"/>
                    </a:cubicBezTo>
                    <a:lnTo>
                      <a:pt x="151" y="903"/>
                    </a:lnTo>
                    <a:lnTo>
                      <a:pt x="201" y="928"/>
                    </a:lnTo>
                    <a:cubicBezTo>
                      <a:pt x="302" y="1028"/>
                      <a:pt x="402" y="1154"/>
                      <a:pt x="427" y="1304"/>
                    </a:cubicBezTo>
                    <a:cubicBezTo>
                      <a:pt x="452" y="1479"/>
                      <a:pt x="402" y="1630"/>
                      <a:pt x="327" y="1780"/>
                    </a:cubicBezTo>
                    <a:cubicBezTo>
                      <a:pt x="427" y="1655"/>
                      <a:pt x="527" y="1504"/>
                      <a:pt x="527" y="1304"/>
                    </a:cubicBezTo>
                    <a:cubicBezTo>
                      <a:pt x="527" y="1229"/>
                      <a:pt x="502" y="1128"/>
                      <a:pt x="452" y="1053"/>
                    </a:cubicBezTo>
                    <a:cubicBezTo>
                      <a:pt x="412" y="974"/>
                      <a:pt x="373" y="926"/>
                      <a:pt x="321" y="873"/>
                    </a:cubicBezTo>
                    <a:lnTo>
                      <a:pt x="321" y="873"/>
                    </a:lnTo>
                    <a:cubicBezTo>
                      <a:pt x="363" y="807"/>
                      <a:pt x="382" y="730"/>
                      <a:pt x="402" y="652"/>
                    </a:cubicBezTo>
                    <a:cubicBezTo>
                      <a:pt x="427" y="577"/>
                      <a:pt x="402" y="477"/>
                      <a:pt x="377" y="377"/>
                    </a:cubicBezTo>
                    <a:cubicBezTo>
                      <a:pt x="352" y="276"/>
                      <a:pt x="276" y="201"/>
                      <a:pt x="226" y="151"/>
                    </a:cubicBezTo>
                    <a:cubicBezTo>
                      <a:pt x="151" y="101"/>
                      <a:pt x="76" y="51"/>
                      <a:pt x="1" y="1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8" name="Google Shape;1808;p53"/>
              <p:cNvSpPr/>
              <p:nvPr/>
            </p:nvSpPr>
            <p:spPr>
              <a:xfrm>
                <a:off x="1522188" y="2872892"/>
                <a:ext cx="24658" cy="39035"/>
              </a:xfrm>
              <a:custGeom>
                <a:avLst/>
                <a:gdLst/>
                <a:ahLst/>
                <a:cxnLst/>
                <a:rect l="l" t="t" r="r" b="b"/>
                <a:pathLst>
                  <a:path w="602" h="953" extrusionOk="0">
                    <a:moveTo>
                      <a:pt x="602" y="0"/>
                    </a:moveTo>
                    <a:cubicBezTo>
                      <a:pt x="401" y="0"/>
                      <a:pt x="176" y="151"/>
                      <a:pt x="75" y="351"/>
                    </a:cubicBezTo>
                    <a:cubicBezTo>
                      <a:pt x="25" y="426"/>
                      <a:pt x="0" y="552"/>
                      <a:pt x="0" y="652"/>
                    </a:cubicBezTo>
                    <a:cubicBezTo>
                      <a:pt x="0" y="702"/>
                      <a:pt x="0" y="752"/>
                      <a:pt x="0" y="802"/>
                    </a:cubicBezTo>
                    <a:cubicBezTo>
                      <a:pt x="25" y="877"/>
                      <a:pt x="25" y="928"/>
                      <a:pt x="50" y="953"/>
                    </a:cubicBezTo>
                    <a:cubicBezTo>
                      <a:pt x="75" y="852"/>
                      <a:pt x="75" y="752"/>
                      <a:pt x="100" y="677"/>
                    </a:cubicBezTo>
                    <a:cubicBezTo>
                      <a:pt x="126" y="577"/>
                      <a:pt x="151" y="476"/>
                      <a:pt x="176" y="401"/>
                    </a:cubicBezTo>
                    <a:cubicBezTo>
                      <a:pt x="226" y="326"/>
                      <a:pt x="301" y="251"/>
                      <a:pt x="351" y="176"/>
                    </a:cubicBezTo>
                    <a:cubicBezTo>
                      <a:pt x="426" y="125"/>
                      <a:pt x="501" y="50"/>
                      <a:pt x="602" y="0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9" name="Google Shape;1809;p53"/>
              <p:cNvSpPr/>
              <p:nvPr/>
            </p:nvSpPr>
            <p:spPr>
              <a:xfrm>
                <a:off x="1732635" y="2812313"/>
                <a:ext cx="32891" cy="32891"/>
              </a:xfrm>
              <a:custGeom>
                <a:avLst/>
                <a:gdLst/>
                <a:ahLst/>
                <a:cxnLst/>
                <a:rect l="l" t="t" r="r" b="b"/>
                <a:pathLst>
                  <a:path w="803" h="803" extrusionOk="0">
                    <a:moveTo>
                      <a:pt x="0" y="0"/>
                    </a:moveTo>
                    <a:cubicBezTo>
                      <a:pt x="100" y="51"/>
                      <a:pt x="201" y="76"/>
                      <a:pt x="276" y="126"/>
                    </a:cubicBezTo>
                    <a:cubicBezTo>
                      <a:pt x="351" y="176"/>
                      <a:pt x="426" y="226"/>
                      <a:pt x="501" y="276"/>
                    </a:cubicBezTo>
                    <a:cubicBezTo>
                      <a:pt x="577" y="351"/>
                      <a:pt x="627" y="427"/>
                      <a:pt x="652" y="502"/>
                    </a:cubicBezTo>
                    <a:cubicBezTo>
                      <a:pt x="702" y="602"/>
                      <a:pt x="727" y="702"/>
                      <a:pt x="752" y="802"/>
                    </a:cubicBezTo>
                    <a:cubicBezTo>
                      <a:pt x="802" y="602"/>
                      <a:pt x="752" y="351"/>
                      <a:pt x="602" y="201"/>
                    </a:cubicBezTo>
                    <a:cubicBezTo>
                      <a:pt x="501" y="126"/>
                      <a:pt x="426" y="51"/>
                      <a:pt x="301" y="26"/>
                    </a:cubicBezTo>
                    <a:cubicBezTo>
                      <a:pt x="251" y="0"/>
                      <a:pt x="201" y="0"/>
                      <a:pt x="150" y="0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0" name="Google Shape;1810;p53"/>
              <p:cNvSpPr/>
              <p:nvPr/>
            </p:nvSpPr>
            <p:spPr>
              <a:xfrm>
                <a:off x="1678201" y="2933430"/>
                <a:ext cx="24699" cy="39076"/>
              </a:xfrm>
              <a:custGeom>
                <a:avLst/>
                <a:gdLst/>
                <a:ahLst/>
                <a:cxnLst/>
                <a:rect l="l" t="t" r="r" b="b"/>
                <a:pathLst>
                  <a:path w="603" h="954" extrusionOk="0">
                    <a:moveTo>
                      <a:pt x="527" y="1"/>
                    </a:moveTo>
                    <a:cubicBezTo>
                      <a:pt x="527" y="101"/>
                      <a:pt x="527" y="201"/>
                      <a:pt x="502" y="302"/>
                    </a:cubicBezTo>
                    <a:cubicBezTo>
                      <a:pt x="477" y="402"/>
                      <a:pt x="452" y="477"/>
                      <a:pt x="402" y="552"/>
                    </a:cubicBezTo>
                    <a:cubicBezTo>
                      <a:pt x="377" y="653"/>
                      <a:pt x="302" y="703"/>
                      <a:pt x="251" y="778"/>
                    </a:cubicBezTo>
                    <a:cubicBezTo>
                      <a:pt x="176" y="853"/>
                      <a:pt x="101" y="903"/>
                      <a:pt x="1" y="953"/>
                    </a:cubicBezTo>
                    <a:cubicBezTo>
                      <a:pt x="201" y="953"/>
                      <a:pt x="427" y="828"/>
                      <a:pt x="527" y="627"/>
                    </a:cubicBezTo>
                    <a:cubicBezTo>
                      <a:pt x="577" y="527"/>
                      <a:pt x="602" y="427"/>
                      <a:pt x="602" y="302"/>
                    </a:cubicBezTo>
                    <a:cubicBezTo>
                      <a:pt x="602" y="252"/>
                      <a:pt x="602" y="201"/>
                      <a:pt x="577" y="151"/>
                    </a:cubicBezTo>
                    <a:cubicBezTo>
                      <a:pt x="577" y="101"/>
                      <a:pt x="552" y="51"/>
                      <a:pt x="527" y="1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1" name="Google Shape;1811;p53"/>
              <p:cNvSpPr/>
              <p:nvPr/>
            </p:nvSpPr>
            <p:spPr>
              <a:xfrm>
                <a:off x="1495483" y="2928310"/>
                <a:ext cx="46244" cy="62669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1530" extrusionOk="0">
                    <a:moveTo>
                      <a:pt x="226" y="1"/>
                    </a:moveTo>
                    <a:lnTo>
                      <a:pt x="226" y="1"/>
                    </a:lnTo>
                    <a:cubicBezTo>
                      <a:pt x="101" y="76"/>
                      <a:pt x="1" y="201"/>
                      <a:pt x="1" y="377"/>
                    </a:cubicBezTo>
                    <a:cubicBezTo>
                      <a:pt x="1" y="452"/>
                      <a:pt x="26" y="527"/>
                      <a:pt x="51" y="602"/>
                    </a:cubicBezTo>
                    <a:cubicBezTo>
                      <a:pt x="71" y="643"/>
                      <a:pt x="108" y="699"/>
                      <a:pt x="147" y="746"/>
                    </a:cubicBezTo>
                    <a:lnTo>
                      <a:pt x="147" y="746"/>
                    </a:lnTo>
                    <a:cubicBezTo>
                      <a:pt x="126" y="865"/>
                      <a:pt x="128" y="984"/>
                      <a:pt x="176" y="1103"/>
                    </a:cubicBezTo>
                    <a:cubicBezTo>
                      <a:pt x="201" y="1229"/>
                      <a:pt x="276" y="1354"/>
                      <a:pt x="402" y="1429"/>
                    </a:cubicBezTo>
                    <a:cubicBezTo>
                      <a:pt x="502" y="1504"/>
                      <a:pt x="652" y="1529"/>
                      <a:pt x="778" y="1529"/>
                    </a:cubicBezTo>
                    <a:cubicBezTo>
                      <a:pt x="903" y="1504"/>
                      <a:pt x="1028" y="1479"/>
                      <a:pt x="1128" y="1454"/>
                    </a:cubicBezTo>
                    <a:lnTo>
                      <a:pt x="778" y="1454"/>
                    </a:lnTo>
                    <a:cubicBezTo>
                      <a:pt x="652" y="1429"/>
                      <a:pt x="552" y="1404"/>
                      <a:pt x="452" y="1329"/>
                    </a:cubicBezTo>
                    <a:cubicBezTo>
                      <a:pt x="276" y="1204"/>
                      <a:pt x="251" y="953"/>
                      <a:pt x="276" y="752"/>
                    </a:cubicBezTo>
                    <a:lnTo>
                      <a:pt x="276" y="702"/>
                    </a:lnTo>
                    <a:lnTo>
                      <a:pt x="251" y="702"/>
                    </a:lnTo>
                    <a:cubicBezTo>
                      <a:pt x="176" y="602"/>
                      <a:pt x="101" y="502"/>
                      <a:pt x="76" y="377"/>
                    </a:cubicBezTo>
                    <a:cubicBezTo>
                      <a:pt x="76" y="251"/>
                      <a:pt x="126" y="101"/>
                      <a:pt x="226" y="1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2" name="Google Shape;1812;p53"/>
              <p:cNvSpPr/>
              <p:nvPr/>
            </p:nvSpPr>
            <p:spPr>
              <a:xfrm>
                <a:off x="1777772" y="2925238"/>
                <a:ext cx="41124" cy="67789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655" extrusionOk="0">
                    <a:moveTo>
                      <a:pt x="527" y="0"/>
                    </a:moveTo>
                    <a:cubicBezTo>
                      <a:pt x="577" y="51"/>
                      <a:pt x="602" y="101"/>
                      <a:pt x="652" y="126"/>
                    </a:cubicBezTo>
                    <a:lnTo>
                      <a:pt x="753" y="276"/>
                    </a:lnTo>
                    <a:cubicBezTo>
                      <a:pt x="828" y="376"/>
                      <a:pt x="878" y="477"/>
                      <a:pt x="878" y="577"/>
                    </a:cubicBezTo>
                    <a:cubicBezTo>
                      <a:pt x="903" y="802"/>
                      <a:pt x="728" y="1003"/>
                      <a:pt x="527" y="1103"/>
                    </a:cubicBezTo>
                    <a:lnTo>
                      <a:pt x="502" y="1128"/>
                    </a:lnTo>
                    <a:lnTo>
                      <a:pt x="502" y="1153"/>
                    </a:lnTo>
                    <a:cubicBezTo>
                      <a:pt x="502" y="1279"/>
                      <a:pt x="452" y="1404"/>
                      <a:pt x="377" y="1504"/>
                    </a:cubicBezTo>
                    <a:cubicBezTo>
                      <a:pt x="277" y="1604"/>
                      <a:pt x="151" y="1629"/>
                      <a:pt x="1" y="1629"/>
                    </a:cubicBezTo>
                    <a:cubicBezTo>
                      <a:pt x="43" y="1646"/>
                      <a:pt x="90" y="1655"/>
                      <a:pt x="139" y="1655"/>
                    </a:cubicBezTo>
                    <a:cubicBezTo>
                      <a:pt x="238" y="1655"/>
                      <a:pt x="343" y="1621"/>
                      <a:pt x="427" y="1554"/>
                    </a:cubicBezTo>
                    <a:cubicBezTo>
                      <a:pt x="477" y="1504"/>
                      <a:pt x="527" y="1454"/>
                      <a:pt x="552" y="1379"/>
                    </a:cubicBezTo>
                    <a:cubicBezTo>
                      <a:pt x="597" y="1311"/>
                      <a:pt x="602" y="1243"/>
                      <a:pt x="621" y="1194"/>
                    </a:cubicBezTo>
                    <a:lnTo>
                      <a:pt x="621" y="1194"/>
                    </a:lnTo>
                    <a:cubicBezTo>
                      <a:pt x="715" y="1144"/>
                      <a:pt x="807" y="1070"/>
                      <a:pt x="878" y="953"/>
                    </a:cubicBezTo>
                    <a:cubicBezTo>
                      <a:pt x="978" y="853"/>
                      <a:pt x="1003" y="702"/>
                      <a:pt x="1003" y="577"/>
                    </a:cubicBezTo>
                    <a:cubicBezTo>
                      <a:pt x="978" y="426"/>
                      <a:pt x="903" y="326"/>
                      <a:pt x="828" y="226"/>
                    </a:cubicBezTo>
                    <a:cubicBezTo>
                      <a:pt x="728" y="151"/>
                      <a:pt x="627" y="76"/>
                      <a:pt x="527" y="0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3" name="Google Shape;1813;p53"/>
              <p:cNvSpPr/>
              <p:nvPr/>
            </p:nvSpPr>
            <p:spPr>
              <a:xfrm>
                <a:off x="1580678" y="2833858"/>
                <a:ext cx="15442" cy="35963"/>
              </a:xfrm>
              <a:custGeom>
                <a:avLst/>
                <a:gdLst/>
                <a:ahLst/>
                <a:cxnLst/>
                <a:rect l="l" t="t" r="r" b="b"/>
                <a:pathLst>
                  <a:path w="377" h="878" extrusionOk="0">
                    <a:moveTo>
                      <a:pt x="377" y="1"/>
                    </a:moveTo>
                    <a:cubicBezTo>
                      <a:pt x="226" y="51"/>
                      <a:pt x="76" y="201"/>
                      <a:pt x="26" y="377"/>
                    </a:cubicBezTo>
                    <a:cubicBezTo>
                      <a:pt x="1" y="477"/>
                      <a:pt x="1" y="552"/>
                      <a:pt x="26" y="652"/>
                    </a:cubicBezTo>
                    <a:cubicBezTo>
                      <a:pt x="51" y="703"/>
                      <a:pt x="76" y="728"/>
                      <a:pt x="76" y="778"/>
                    </a:cubicBezTo>
                    <a:cubicBezTo>
                      <a:pt x="101" y="803"/>
                      <a:pt x="126" y="853"/>
                      <a:pt x="151" y="878"/>
                    </a:cubicBezTo>
                    <a:cubicBezTo>
                      <a:pt x="151" y="803"/>
                      <a:pt x="126" y="703"/>
                      <a:pt x="126" y="627"/>
                    </a:cubicBezTo>
                    <a:cubicBezTo>
                      <a:pt x="126" y="552"/>
                      <a:pt x="151" y="477"/>
                      <a:pt x="151" y="402"/>
                    </a:cubicBezTo>
                    <a:cubicBezTo>
                      <a:pt x="176" y="251"/>
                      <a:pt x="276" y="126"/>
                      <a:pt x="377" y="1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4" name="Google Shape;1814;p53"/>
              <p:cNvSpPr/>
              <p:nvPr/>
            </p:nvSpPr>
            <p:spPr>
              <a:xfrm>
                <a:off x="1622210" y="2768156"/>
                <a:ext cx="43745" cy="250552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6117" extrusionOk="0">
                    <a:moveTo>
                      <a:pt x="1067" y="1"/>
                    </a:moveTo>
                    <a:lnTo>
                      <a:pt x="1067" y="1"/>
                    </a:lnTo>
                    <a:cubicBezTo>
                      <a:pt x="867" y="76"/>
                      <a:pt x="716" y="226"/>
                      <a:pt x="616" y="402"/>
                    </a:cubicBezTo>
                    <a:cubicBezTo>
                      <a:pt x="519" y="572"/>
                      <a:pt x="468" y="766"/>
                      <a:pt x="512" y="984"/>
                    </a:cubicBezTo>
                    <a:lnTo>
                      <a:pt x="512" y="984"/>
                    </a:lnTo>
                    <a:cubicBezTo>
                      <a:pt x="404" y="1103"/>
                      <a:pt x="338" y="1243"/>
                      <a:pt x="315" y="1404"/>
                    </a:cubicBezTo>
                    <a:cubicBezTo>
                      <a:pt x="293" y="1535"/>
                      <a:pt x="309" y="1703"/>
                      <a:pt x="363" y="1843"/>
                    </a:cubicBezTo>
                    <a:lnTo>
                      <a:pt x="363" y="1843"/>
                    </a:lnTo>
                    <a:cubicBezTo>
                      <a:pt x="231" y="2034"/>
                      <a:pt x="163" y="2245"/>
                      <a:pt x="140" y="2457"/>
                    </a:cubicBezTo>
                    <a:cubicBezTo>
                      <a:pt x="140" y="2683"/>
                      <a:pt x="181" y="2909"/>
                      <a:pt x="299" y="3080"/>
                    </a:cubicBezTo>
                    <a:lnTo>
                      <a:pt x="299" y="3080"/>
                    </a:lnTo>
                    <a:cubicBezTo>
                      <a:pt x="0" y="3447"/>
                      <a:pt x="2" y="4012"/>
                      <a:pt x="284" y="4396"/>
                    </a:cubicBezTo>
                    <a:lnTo>
                      <a:pt x="284" y="4396"/>
                    </a:lnTo>
                    <a:cubicBezTo>
                      <a:pt x="182" y="4606"/>
                      <a:pt x="144" y="4833"/>
                      <a:pt x="190" y="5038"/>
                    </a:cubicBezTo>
                    <a:cubicBezTo>
                      <a:pt x="214" y="5282"/>
                      <a:pt x="310" y="5503"/>
                      <a:pt x="477" y="5676"/>
                    </a:cubicBezTo>
                    <a:lnTo>
                      <a:pt x="477" y="5676"/>
                    </a:lnTo>
                    <a:cubicBezTo>
                      <a:pt x="422" y="5842"/>
                      <a:pt x="472" y="6023"/>
                      <a:pt x="566" y="6116"/>
                    </a:cubicBezTo>
                    <a:cubicBezTo>
                      <a:pt x="466" y="5991"/>
                      <a:pt x="466" y="5815"/>
                      <a:pt x="541" y="5665"/>
                    </a:cubicBezTo>
                    <a:lnTo>
                      <a:pt x="541" y="5640"/>
                    </a:lnTo>
                    <a:cubicBezTo>
                      <a:pt x="390" y="5464"/>
                      <a:pt x="315" y="5264"/>
                      <a:pt x="290" y="5038"/>
                    </a:cubicBezTo>
                    <a:cubicBezTo>
                      <a:pt x="290" y="4813"/>
                      <a:pt x="340" y="4587"/>
                      <a:pt x="466" y="4412"/>
                    </a:cubicBezTo>
                    <a:lnTo>
                      <a:pt x="491" y="4362"/>
                    </a:lnTo>
                    <a:lnTo>
                      <a:pt x="440" y="4337"/>
                    </a:lnTo>
                    <a:cubicBezTo>
                      <a:pt x="190" y="3986"/>
                      <a:pt x="215" y="3459"/>
                      <a:pt x="491" y="3159"/>
                    </a:cubicBezTo>
                    <a:lnTo>
                      <a:pt x="541" y="3109"/>
                    </a:lnTo>
                    <a:lnTo>
                      <a:pt x="491" y="3033"/>
                    </a:lnTo>
                    <a:cubicBezTo>
                      <a:pt x="390" y="2883"/>
                      <a:pt x="315" y="2682"/>
                      <a:pt x="340" y="2482"/>
                    </a:cubicBezTo>
                    <a:cubicBezTo>
                      <a:pt x="340" y="2281"/>
                      <a:pt x="390" y="2081"/>
                      <a:pt x="516" y="1931"/>
                    </a:cubicBezTo>
                    <a:lnTo>
                      <a:pt x="566" y="1880"/>
                    </a:lnTo>
                    <a:lnTo>
                      <a:pt x="541" y="1830"/>
                    </a:lnTo>
                    <a:cubicBezTo>
                      <a:pt x="415" y="1580"/>
                      <a:pt x="440" y="1254"/>
                      <a:pt x="616" y="1028"/>
                    </a:cubicBezTo>
                    <a:lnTo>
                      <a:pt x="641" y="1003"/>
                    </a:lnTo>
                    <a:lnTo>
                      <a:pt x="641" y="978"/>
                    </a:lnTo>
                    <a:cubicBezTo>
                      <a:pt x="591" y="803"/>
                      <a:pt x="616" y="602"/>
                      <a:pt x="691" y="427"/>
                    </a:cubicBezTo>
                    <a:cubicBezTo>
                      <a:pt x="766" y="251"/>
                      <a:pt x="892" y="101"/>
                      <a:pt x="1067" y="1"/>
                    </a:cubicBezTo>
                    <a:close/>
                  </a:path>
                </a:pathLst>
              </a:custGeom>
              <a:solidFill>
                <a:srgbClr val="C5D8F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endParaRPr sz="18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15" name="Google Shape;1815;p53"/>
          <p:cNvSpPr txBox="1"/>
          <p:nvPr/>
        </p:nvSpPr>
        <p:spPr>
          <a:xfrm flipH="1">
            <a:off x="8270512" y="3962305"/>
            <a:ext cx="25772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65751" marR="0" lvl="0" indent="-2895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endParaRPr sz="16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16" name="Google Shape;1816;p53"/>
          <p:cNvGrpSpPr/>
          <p:nvPr/>
        </p:nvGrpSpPr>
        <p:grpSpPr>
          <a:xfrm>
            <a:off x="866133" y="2470533"/>
            <a:ext cx="2584000" cy="2782128"/>
            <a:chOff x="713100" y="2519650"/>
            <a:chExt cx="1938000" cy="2086596"/>
          </a:xfrm>
        </p:grpSpPr>
        <p:sp>
          <p:nvSpPr>
            <p:cNvPr id="1817" name="Google Shape;1817;p53"/>
            <p:cNvSpPr txBox="1"/>
            <p:nvPr/>
          </p:nvSpPr>
          <p:spPr>
            <a:xfrm>
              <a:off x="720300" y="4201246"/>
              <a:ext cx="1930800" cy="4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365751" marR="0" lvl="0" indent="-28955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18" name="Google Shape;1818;p53"/>
            <p:cNvSpPr txBox="1"/>
            <p:nvPr/>
          </p:nvSpPr>
          <p:spPr>
            <a:xfrm>
              <a:off x="720000" y="3079942"/>
              <a:ext cx="1930800" cy="40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365751" marR="0" lvl="0" indent="-28955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19" name="Google Shape;1819;p53"/>
            <p:cNvSpPr txBox="1"/>
            <p:nvPr/>
          </p:nvSpPr>
          <p:spPr>
            <a:xfrm flipH="1">
              <a:off x="713100" y="2519650"/>
              <a:ext cx="1932900" cy="41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67"/>
                <a:buFont typeface="Arial"/>
                <a:buNone/>
              </a:pPr>
              <a:endParaRPr sz="2667" b="1" i="0" u="none" strike="noStrike" cap="none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820" name="Google Shape;1820;p53"/>
          <p:cNvSpPr/>
          <p:nvPr/>
        </p:nvSpPr>
        <p:spPr>
          <a:xfrm>
            <a:off x="866133" y="1936076"/>
            <a:ext cx="3092416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US" sz="1867" b="0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Each body paragraph should focus on one piece of evidence.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1" name="Google Shape;1821;p53"/>
          <p:cNvSpPr/>
          <p:nvPr/>
        </p:nvSpPr>
        <p:spPr>
          <a:xfrm>
            <a:off x="747323" y="3509283"/>
            <a:ext cx="3109233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US" sz="1867" b="0" i="0" u="none" strike="noStrike" cap="none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Within each paragraph, provide sufficient supporting detail.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2" name="Google Shape;1822;p53"/>
          <p:cNvSpPr/>
          <p:nvPr/>
        </p:nvSpPr>
        <p:spPr>
          <a:xfrm>
            <a:off x="7931225" y="1875996"/>
            <a:ext cx="321594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Opposing View Paragraph</a:t>
            </a:r>
            <a:endParaRPr sz="2400" b="1" i="0" u="none" strike="noStrike" cap="none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23" name="Google Shape;1823;p53"/>
          <p:cNvSpPr/>
          <p:nvPr/>
        </p:nvSpPr>
        <p:spPr>
          <a:xfrm>
            <a:off x="8008707" y="2744811"/>
            <a:ext cx="4055565" cy="124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US" sz="1867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Describe and then refute the key points of the opposing view.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US"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53"/>
          <p:cNvSpPr/>
          <p:nvPr/>
        </p:nvSpPr>
        <p:spPr>
          <a:xfrm>
            <a:off x="8235024" y="4338213"/>
            <a:ext cx="3344268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US" sz="1867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This paragraph strengthens the persuasive effect of the text.</a:t>
            </a:r>
            <a:endParaRPr sz="1867" b="0" i="0" u="none" strike="noStrike" cap="non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825" name="Google Shape;1825;p53"/>
          <p:cNvSpPr/>
          <p:nvPr/>
        </p:nvSpPr>
        <p:spPr>
          <a:xfrm flipH="1">
            <a:off x="1741465" y="5110518"/>
            <a:ext cx="6031601" cy="1536171"/>
          </a:xfrm>
          <a:prstGeom prst="roundRect">
            <a:avLst>
              <a:gd name="adj" fmla="val 16667"/>
            </a:avLst>
          </a:prstGeom>
          <a:solidFill>
            <a:srgbClr val="93B3D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US" sz="1867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Each separate point you make in defence of your thesis should be contained in a body paragraph of its own, and any facts, examples, stats, or quotes backing up that point included in the same paragraph.</a:t>
            </a:r>
            <a:br>
              <a:rPr lang="en-US" sz="1867" b="0" i="0" u="none" strike="noStrike" cap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endParaRPr sz="1867" b="0" i="0" u="none" strike="noStrike" cap="non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0" name="Google Shape;1830;p54"/>
          <p:cNvGraphicFramePr/>
          <p:nvPr>
            <p:extLst>
              <p:ext uri="{D42A27DB-BD31-4B8C-83A1-F6EECF244321}">
                <p14:modId xmlns:p14="http://schemas.microsoft.com/office/powerpoint/2010/main" val="2917633516"/>
              </p:ext>
            </p:extLst>
          </p:nvPr>
        </p:nvGraphicFramePr>
        <p:xfrm>
          <a:off x="143339" y="114127"/>
          <a:ext cx="12001300" cy="7376584"/>
        </p:xfrm>
        <a:graphic>
          <a:graphicData uri="http://schemas.openxmlformats.org/drawingml/2006/table">
            <a:tbl>
              <a:tblPr>
                <a:noFill/>
                <a:tableStyleId>{435D6372-6922-4B93-A199-F7B93A6FEDE3}</a:tableStyleId>
              </a:tblPr>
              <a:tblGrid>
                <a:gridCol w="1630625"/>
                <a:gridCol w="4370000"/>
                <a:gridCol w="4285725"/>
                <a:gridCol w="1714950"/>
              </a:tblGrid>
              <a:tr h="1356864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0"/>
                        <a:buFont typeface="Fira Sans Extra Condensed"/>
                        <a:buNone/>
                      </a:pPr>
                      <a:r>
                        <a:rPr lang="en-US" sz="4000" b="1" u="none" strike="noStrike" cap="none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Persuasive Essay </a:t>
                      </a:r>
                      <a:endParaRPr sz="4000" b="1" u="none" strike="noStrike" cap="none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 b="1" u="none" strike="noStrike" cap="none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Check</a:t>
                      </a:r>
                      <a:endParaRPr sz="2400" b="1" u="none" strike="noStrike" cap="none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endParaRPr sz="2400" b="1" u="none" strike="noStrike" cap="none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endParaRPr sz="2400" b="1" u="none" strike="noStrike" cap="none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 b="1" u="none" strike="noStrike" cap="none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Check</a:t>
                      </a:r>
                      <a:endParaRPr sz="2400" b="1" u="none" strike="noStrike" cap="none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</a:tr>
              <a:tr h="3373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endParaRPr sz="190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Neutral Tone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Some essays read too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neutral, too informational, too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expository.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b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Write a conclusion paragraph that ends with a strong emotional appeal.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endParaRPr sz="1900" b="0" i="0" u="none" strike="noStrike" cap="none">
                        <a:solidFill>
                          <a:srgbClr val="000000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        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Have a thesis statement in your introduction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900" b="0" i="0" u="none" strike="noStrike" cap="none">
                        <a:solidFill>
                          <a:srgbClr val="000000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900" b="0" i="0" u="none" strike="noStrike" cap="none">
                        <a:solidFill>
                          <a:srgbClr val="000000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Leave out opposing arguments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900" b="0" i="0" u="none" strike="noStrike" cap="none">
                        <a:solidFill>
                          <a:srgbClr val="000000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900" b="0" i="0" u="none" strike="noStrike" cap="none">
                        <a:solidFill>
                          <a:srgbClr val="000000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900" b="0" i="0" u="none" strike="noStrike" cap="none">
                        <a:solidFill>
                          <a:srgbClr val="000000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Switch between arguments and sides in your essay</a:t>
                      </a:r>
                      <a:endParaRPr sz="1900" b="0" i="0" u="none" strike="noStrike" cap="none">
                        <a:solidFill>
                          <a:srgbClr val="000000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endParaRPr sz="190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1950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endParaRPr sz="1900" u="none" strike="noStrike" cap="non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Persuasive Tone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(voice and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personality, and, most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importantly, TONE!)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/>
                      </a:r>
                      <a:b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</a:br>
                      <a:endParaRPr sz="1900" b="0" i="0" u="none" strike="noStrike" cap="none">
                        <a:solidFill>
                          <a:srgbClr val="000000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 b="0" i="0" u="none" strike="noStrike" cap="none">
                          <a:solidFill>
                            <a:srgbClr val="000000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Use transition words</a:t>
                      </a:r>
                      <a:endParaRPr sz="1900" b="0" i="0" u="none" strike="noStrike" cap="none">
                        <a:solidFill>
                          <a:srgbClr val="000000"/>
                        </a:solidFill>
                        <a:latin typeface="Palatino Linotype"/>
                        <a:ea typeface="Palatino Linotype"/>
                        <a:cs typeface="Palatino Linotype"/>
                        <a:sym typeface="Palatino Linotype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endParaRPr sz="190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831" name="Google Shape;1831;p54"/>
          <p:cNvGrpSpPr/>
          <p:nvPr/>
        </p:nvGrpSpPr>
        <p:grpSpPr>
          <a:xfrm>
            <a:off x="1093791" y="5898636"/>
            <a:ext cx="495709" cy="365713"/>
            <a:chOff x="5223609" y="3731112"/>
            <a:chExt cx="371782" cy="274285"/>
          </a:xfrm>
        </p:grpSpPr>
        <p:sp>
          <p:nvSpPr>
            <p:cNvPr id="1832" name="Google Shape;1832;p54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54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4" name="Google Shape;1834;p54"/>
          <p:cNvSpPr/>
          <p:nvPr/>
        </p:nvSpPr>
        <p:spPr>
          <a:xfrm>
            <a:off x="1108691" y="2756925"/>
            <a:ext cx="389288" cy="385400"/>
          </a:xfrm>
          <a:custGeom>
            <a:avLst/>
            <a:gdLst/>
            <a:ahLst/>
            <a:cxnLst/>
            <a:rect l="l" t="t" r="r" b="b"/>
            <a:pathLst>
              <a:path w="11113" h="11002" extrusionOk="0">
                <a:moveTo>
                  <a:pt x="2619" y="0"/>
                </a:moveTo>
                <a:cubicBezTo>
                  <a:pt x="2492" y="0"/>
                  <a:pt x="2366" y="49"/>
                  <a:pt x="2268" y="146"/>
                </a:cubicBezTo>
                <a:lnTo>
                  <a:pt x="201" y="2213"/>
                </a:lnTo>
                <a:cubicBezTo>
                  <a:pt x="7" y="2407"/>
                  <a:pt x="7" y="2719"/>
                  <a:pt x="201" y="2914"/>
                </a:cubicBezTo>
                <a:lnTo>
                  <a:pt x="2782" y="5501"/>
                </a:lnTo>
                <a:lnTo>
                  <a:pt x="195" y="8081"/>
                </a:lnTo>
                <a:cubicBezTo>
                  <a:pt x="0" y="8275"/>
                  <a:pt x="0" y="8587"/>
                  <a:pt x="195" y="8782"/>
                </a:cubicBezTo>
                <a:lnTo>
                  <a:pt x="2268" y="10856"/>
                </a:lnTo>
                <a:cubicBezTo>
                  <a:pt x="2366" y="10953"/>
                  <a:pt x="2492" y="11001"/>
                  <a:pt x="2619" y="11001"/>
                </a:cubicBezTo>
                <a:cubicBezTo>
                  <a:pt x="2745" y="11001"/>
                  <a:pt x="2872" y="10953"/>
                  <a:pt x="2969" y="10856"/>
                </a:cubicBezTo>
                <a:lnTo>
                  <a:pt x="5556" y="8268"/>
                </a:lnTo>
                <a:lnTo>
                  <a:pt x="8143" y="10856"/>
                </a:lnTo>
                <a:cubicBezTo>
                  <a:pt x="8241" y="10953"/>
                  <a:pt x="8367" y="11001"/>
                  <a:pt x="8494" y="11001"/>
                </a:cubicBezTo>
                <a:cubicBezTo>
                  <a:pt x="8620" y="11001"/>
                  <a:pt x="8747" y="10953"/>
                  <a:pt x="8844" y="10856"/>
                </a:cubicBezTo>
                <a:lnTo>
                  <a:pt x="10911" y="8789"/>
                </a:lnTo>
                <a:cubicBezTo>
                  <a:pt x="11105" y="8594"/>
                  <a:pt x="11105" y="8275"/>
                  <a:pt x="10911" y="8081"/>
                </a:cubicBezTo>
                <a:lnTo>
                  <a:pt x="8331" y="5501"/>
                </a:lnTo>
                <a:lnTo>
                  <a:pt x="10918" y="2914"/>
                </a:lnTo>
                <a:cubicBezTo>
                  <a:pt x="11112" y="2719"/>
                  <a:pt x="11112" y="2407"/>
                  <a:pt x="10918" y="2213"/>
                </a:cubicBezTo>
                <a:lnTo>
                  <a:pt x="8844" y="146"/>
                </a:lnTo>
                <a:cubicBezTo>
                  <a:pt x="8747" y="49"/>
                  <a:pt x="8620" y="0"/>
                  <a:pt x="8494" y="0"/>
                </a:cubicBezTo>
                <a:cubicBezTo>
                  <a:pt x="8367" y="0"/>
                  <a:pt x="8241" y="49"/>
                  <a:pt x="8143" y="146"/>
                </a:cubicBezTo>
                <a:lnTo>
                  <a:pt x="5556" y="2726"/>
                </a:lnTo>
                <a:lnTo>
                  <a:pt x="2969" y="146"/>
                </a:lnTo>
                <a:cubicBezTo>
                  <a:pt x="2872" y="49"/>
                  <a:pt x="2745" y="0"/>
                  <a:pt x="26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35" name="Google Shape;1835;p54"/>
          <p:cNvGrpSpPr/>
          <p:nvPr/>
        </p:nvGrpSpPr>
        <p:grpSpPr>
          <a:xfrm>
            <a:off x="10597646" y="6213310"/>
            <a:ext cx="495709" cy="365713"/>
            <a:chOff x="5223609" y="3731112"/>
            <a:chExt cx="371782" cy="274285"/>
          </a:xfrm>
        </p:grpSpPr>
        <p:sp>
          <p:nvSpPr>
            <p:cNvPr id="1836" name="Google Shape;1836;p54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54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8" name="Google Shape;1838;p54"/>
          <p:cNvSpPr/>
          <p:nvPr/>
        </p:nvSpPr>
        <p:spPr>
          <a:xfrm>
            <a:off x="10555837" y="3622872"/>
            <a:ext cx="389288" cy="385400"/>
          </a:xfrm>
          <a:custGeom>
            <a:avLst/>
            <a:gdLst/>
            <a:ahLst/>
            <a:cxnLst/>
            <a:rect l="l" t="t" r="r" b="b"/>
            <a:pathLst>
              <a:path w="11113" h="11002" extrusionOk="0">
                <a:moveTo>
                  <a:pt x="2619" y="0"/>
                </a:moveTo>
                <a:cubicBezTo>
                  <a:pt x="2492" y="0"/>
                  <a:pt x="2366" y="49"/>
                  <a:pt x="2268" y="146"/>
                </a:cubicBezTo>
                <a:lnTo>
                  <a:pt x="201" y="2213"/>
                </a:lnTo>
                <a:cubicBezTo>
                  <a:pt x="7" y="2407"/>
                  <a:pt x="7" y="2719"/>
                  <a:pt x="201" y="2914"/>
                </a:cubicBezTo>
                <a:lnTo>
                  <a:pt x="2782" y="5501"/>
                </a:lnTo>
                <a:lnTo>
                  <a:pt x="195" y="8081"/>
                </a:lnTo>
                <a:cubicBezTo>
                  <a:pt x="0" y="8275"/>
                  <a:pt x="0" y="8587"/>
                  <a:pt x="195" y="8782"/>
                </a:cubicBezTo>
                <a:lnTo>
                  <a:pt x="2268" y="10856"/>
                </a:lnTo>
                <a:cubicBezTo>
                  <a:pt x="2366" y="10953"/>
                  <a:pt x="2492" y="11001"/>
                  <a:pt x="2619" y="11001"/>
                </a:cubicBezTo>
                <a:cubicBezTo>
                  <a:pt x="2745" y="11001"/>
                  <a:pt x="2872" y="10953"/>
                  <a:pt x="2969" y="10856"/>
                </a:cubicBezTo>
                <a:lnTo>
                  <a:pt x="5556" y="8268"/>
                </a:lnTo>
                <a:lnTo>
                  <a:pt x="8143" y="10856"/>
                </a:lnTo>
                <a:cubicBezTo>
                  <a:pt x="8241" y="10953"/>
                  <a:pt x="8367" y="11001"/>
                  <a:pt x="8494" y="11001"/>
                </a:cubicBezTo>
                <a:cubicBezTo>
                  <a:pt x="8620" y="11001"/>
                  <a:pt x="8747" y="10953"/>
                  <a:pt x="8844" y="10856"/>
                </a:cubicBezTo>
                <a:lnTo>
                  <a:pt x="10911" y="8789"/>
                </a:lnTo>
                <a:cubicBezTo>
                  <a:pt x="11105" y="8594"/>
                  <a:pt x="11105" y="8275"/>
                  <a:pt x="10911" y="8081"/>
                </a:cubicBezTo>
                <a:lnTo>
                  <a:pt x="8331" y="5501"/>
                </a:lnTo>
                <a:lnTo>
                  <a:pt x="10918" y="2914"/>
                </a:lnTo>
                <a:cubicBezTo>
                  <a:pt x="11112" y="2719"/>
                  <a:pt x="11112" y="2407"/>
                  <a:pt x="10918" y="2213"/>
                </a:cubicBezTo>
                <a:lnTo>
                  <a:pt x="8844" y="146"/>
                </a:lnTo>
                <a:cubicBezTo>
                  <a:pt x="8747" y="49"/>
                  <a:pt x="8620" y="0"/>
                  <a:pt x="8494" y="0"/>
                </a:cubicBezTo>
                <a:cubicBezTo>
                  <a:pt x="8367" y="0"/>
                  <a:pt x="8241" y="49"/>
                  <a:pt x="8143" y="146"/>
                </a:cubicBezTo>
                <a:lnTo>
                  <a:pt x="5556" y="2726"/>
                </a:lnTo>
                <a:lnTo>
                  <a:pt x="2969" y="146"/>
                </a:lnTo>
                <a:cubicBezTo>
                  <a:pt x="2872" y="49"/>
                  <a:pt x="2745" y="0"/>
                  <a:pt x="26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54"/>
          <p:cNvSpPr txBox="1">
            <a:spLocks noGrp="1"/>
          </p:cNvSpPr>
          <p:nvPr>
            <p:ph type="title"/>
          </p:nvPr>
        </p:nvSpPr>
        <p:spPr>
          <a:xfrm>
            <a:off x="2174435" y="877790"/>
            <a:ext cx="10272000" cy="57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u="sng"/>
              <a:t/>
            </a:r>
            <a:br>
              <a:rPr lang="en-US" u="sng"/>
            </a:br>
            <a:r>
              <a:rPr lang="en-US" u="sng">
                <a:solidFill>
                  <a:schemeClr val="dk1"/>
                </a:solidFill>
              </a:rPr>
              <a:t>Dos and don’ts</a:t>
            </a:r>
            <a:r>
              <a:rPr lang="en-US" u="sng"/>
              <a:t/>
            </a:r>
            <a:br>
              <a:rPr lang="en-US" u="sng"/>
            </a:br>
            <a:endParaRPr u="sng"/>
          </a:p>
        </p:txBody>
      </p:sp>
      <p:sp>
        <p:nvSpPr>
          <p:cNvPr id="1840" name="Google Shape;1840;p54"/>
          <p:cNvSpPr/>
          <p:nvPr/>
        </p:nvSpPr>
        <p:spPr>
          <a:xfrm>
            <a:off x="10632343" y="5003080"/>
            <a:ext cx="389288" cy="385400"/>
          </a:xfrm>
          <a:custGeom>
            <a:avLst/>
            <a:gdLst/>
            <a:ahLst/>
            <a:cxnLst/>
            <a:rect l="l" t="t" r="r" b="b"/>
            <a:pathLst>
              <a:path w="11113" h="11002" extrusionOk="0">
                <a:moveTo>
                  <a:pt x="2619" y="0"/>
                </a:moveTo>
                <a:cubicBezTo>
                  <a:pt x="2492" y="0"/>
                  <a:pt x="2366" y="49"/>
                  <a:pt x="2268" y="146"/>
                </a:cubicBezTo>
                <a:lnTo>
                  <a:pt x="201" y="2213"/>
                </a:lnTo>
                <a:cubicBezTo>
                  <a:pt x="7" y="2407"/>
                  <a:pt x="7" y="2719"/>
                  <a:pt x="201" y="2914"/>
                </a:cubicBezTo>
                <a:lnTo>
                  <a:pt x="2782" y="5501"/>
                </a:lnTo>
                <a:lnTo>
                  <a:pt x="195" y="8081"/>
                </a:lnTo>
                <a:cubicBezTo>
                  <a:pt x="0" y="8275"/>
                  <a:pt x="0" y="8587"/>
                  <a:pt x="195" y="8782"/>
                </a:cubicBezTo>
                <a:lnTo>
                  <a:pt x="2268" y="10856"/>
                </a:lnTo>
                <a:cubicBezTo>
                  <a:pt x="2366" y="10953"/>
                  <a:pt x="2492" y="11001"/>
                  <a:pt x="2619" y="11001"/>
                </a:cubicBezTo>
                <a:cubicBezTo>
                  <a:pt x="2745" y="11001"/>
                  <a:pt x="2872" y="10953"/>
                  <a:pt x="2969" y="10856"/>
                </a:cubicBezTo>
                <a:lnTo>
                  <a:pt x="5556" y="8268"/>
                </a:lnTo>
                <a:lnTo>
                  <a:pt x="8143" y="10856"/>
                </a:lnTo>
                <a:cubicBezTo>
                  <a:pt x="8241" y="10953"/>
                  <a:pt x="8367" y="11001"/>
                  <a:pt x="8494" y="11001"/>
                </a:cubicBezTo>
                <a:cubicBezTo>
                  <a:pt x="8620" y="11001"/>
                  <a:pt x="8747" y="10953"/>
                  <a:pt x="8844" y="10856"/>
                </a:cubicBezTo>
                <a:lnTo>
                  <a:pt x="10911" y="8789"/>
                </a:lnTo>
                <a:cubicBezTo>
                  <a:pt x="11105" y="8594"/>
                  <a:pt x="11105" y="8275"/>
                  <a:pt x="10911" y="8081"/>
                </a:cubicBezTo>
                <a:lnTo>
                  <a:pt x="8331" y="5501"/>
                </a:lnTo>
                <a:lnTo>
                  <a:pt x="10918" y="2914"/>
                </a:lnTo>
                <a:cubicBezTo>
                  <a:pt x="11112" y="2719"/>
                  <a:pt x="11112" y="2407"/>
                  <a:pt x="10918" y="2213"/>
                </a:cubicBezTo>
                <a:lnTo>
                  <a:pt x="8844" y="146"/>
                </a:lnTo>
                <a:cubicBezTo>
                  <a:pt x="8747" y="49"/>
                  <a:pt x="8620" y="0"/>
                  <a:pt x="8494" y="0"/>
                </a:cubicBezTo>
                <a:cubicBezTo>
                  <a:pt x="8367" y="0"/>
                  <a:pt x="8241" y="49"/>
                  <a:pt x="8143" y="146"/>
                </a:cubicBezTo>
                <a:lnTo>
                  <a:pt x="5556" y="2726"/>
                </a:lnTo>
                <a:lnTo>
                  <a:pt x="2969" y="146"/>
                </a:lnTo>
                <a:cubicBezTo>
                  <a:pt x="2872" y="49"/>
                  <a:pt x="2745" y="0"/>
                  <a:pt x="26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41" name="Google Shape;1841;p54"/>
          <p:cNvGrpSpPr/>
          <p:nvPr/>
        </p:nvGrpSpPr>
        <p:grpSpPr>
          <a:xfrm>
            <a:off x="1122882" y="4231770"/>
            <a:ext cx="495709" cy="365713"/>
            <a:chOff x="5223609" y="3731112"/>
            <a:chExt cx="371782" cy="274285"/>
          </a:xfrm>
        </p:grpSpPr>
        <p:sp>
          <p:nvSpPr>
            <p:cNvPr id="1842" name="Google Shape;1842;p54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3" name="Google Shape;1843;p54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4" name="Google Shape;1844;p54"/>
          <p:cNvGrpSpPr/>
          <p:nvPr/>
        </p:nvGrpSpPr>
        <p:grpSpPr>
          <a:xfrm>
            <a:off x="10632343" y="2574069"/>
            <a:ext cx="495709" cy="365713"/>
            <a:chOff x="5223609" y="3731112"/>
            <a:chExt cx="371782" cy="274285"/>
          </a:xfrm>
        </p:grpSpPr>
        <p:sp>
          <p:nvSpPr>
            <p:cNvPr id="1845" name="Google Shape;1845;p54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6" name="Google Shape;1846;p54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58"/>
          <p:cNvSpPr/>
          <p:nvPr/>
        </p:nvSpPr>
        <p:spPr>
          <a:xfrm>
            <a:off x="2525890" y="1665110"/>
            <a:ext cx="7478887" cy="167252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FFFFFF"/>
                </a:solidFill>
                <a:latin typeface="Times New Roman"/>
              </a:rPr>
              <a:t>Linking words</a:t>
            </a:r>
          </a:p>
        </p:txBody>
      </p:sp>
      <p:sp>
        <p:nvSpPr>
          <p:cNvPr id="1852" name="Google Shape;1852;p58">
            <a:hlinkClick r:id="" action="ppaction://hlinkshowjump?jump=nextslide"/>
          </p:cNvPr>
          <p:cNvSpPr/>
          <p:nvPr/>
        </p:nvSpPr>
        <p:spPr>
          <a:xfrm>
            <a:off x="10763251" y="6215066"/>
            <a:ext cx="1143000" cy="4286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59"/>
          <p:cNvSpPr txBox="1"/>
          <p:nvPr/>
        </p:nvSpPr>
        <p:spPr>
          <a:xfrm>
            <a:off x="136076" y="2040972"/>
            <a:ext cx="11551200" cy="26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t" anchorCtr="0">
            <a:spAutoFit/>
          </a:bodyPr>
          <a:lstStyle/>
          <a:p>
            <a:pPr marL="571500" marR="0" lvl="0" indent="-571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Linking words, also called cohesive devices or conjunctions.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500" marR="0" lvl="0" indent="-571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are used </a:t>
            </a: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connect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ideas, sentences or paragraphs.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500" marR="0" lvl="0" indent="-571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help build up </a:t>
            </a: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coherent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relationships within a paragraph or a text.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500" marR="0" lvl="0" indent="-3937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8" name="Google Shape;1858;p59"/>
          <p:cNvSpPr txBox="1"/>
          <p:nvPr/>
        </p:nvSpPr>
        <p:spPr>
          <a:xfrm>
            <a:off x="1269999" y="592667"/>
            <a:ext cx="356274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1" u="sng" strike="noStrike" cap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Linking words:</a:t>
            </a:r>
            <a:endParaRPr sz="4000" b="1" i="1" u="sng" strike="noStrike" cap="none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9" name="Google Shape;1859;p59"/>
          <p:cNvSpPr txBox="1"/>
          <p:nvPr/>
        </p:nvSpPr>
        <p:spPr>
          <a:xfrm>
            <a:off x="2159000" y="4953000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0" name="Google Shape;1860;p59"/>
          <p:cNvSpPr txBox="1"/>
          <p:nvPr/>
        </p:nvSpPr>
        <p:spPr>
          <a:xfrm>
            <a:off x="1100667" y="4826000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5" name="Google Shape;1865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0" y="0"/>
            <a:ext cx="12084100" cy="67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61"/>
          <p:cNvSpPr txBox="1">
            <a:spLocks noGrp="1"/>
          </p:cNvSpPr>
          <p:nvPr>
            <p:ph type="title"/>
          </p:nvPr>
        </p:nvSpPr>
        <p:spPr>
          <a:xfrm>
            <a:off x="1528689" y="2433134"/>
            <a:ext cx="91064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Times New Roman"/>
              <a:buNone/>
            </a:pPr>
            <a:r>
              <a:rPr lang="en-US" sz="8000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practice </a:t>
            </a:r>
            <a:endParaRPr sz="8000" b="1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62"/>
          <p:cNvSpPr txBox="1">
            <a:spLocks noGrp="1"/>
          </p:cNvSpPr>
          <p:nvPr>
            <p:ph type="title"/>
          </p:nvPr>
        </p:nvSpPr>
        <p:spPr>
          <a:xfrm>
            <a:off x="1005344" y="338702"/>
            <a:ext cx="8854081" cy="54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Times New Roman"/>
              <a:buNone/>
            </a:pPr>
            <a:r>
              <a:rPr lang="en-US" sz="2800" b="1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Complete the sentences with the given linkers </a:t>
            </a:r>
            <a:r>
              <a:rPr lang="en-US" sz="20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000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>
              <a:solidFill>
                <a:srgbClr val="8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7" name="Google Shape;1877;p62"/>
          <p:cNvSpPr txBox="1">
            <a:spLocks noGrp="1"/>
          </p:cNvSpPr>
          <p:nvPr>
            <p:ph type="body" idx="1"/>
          </p:nvPr>
        </p:nvSpPr>
        <p:spPr>
          <a:xfrm>
            <a:off x="1" y="1425222"/>
            <a:ext cx="11975938" cy="4802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45720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1-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Don’t forget to take some warm clothes with you, just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_________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it gets cold at night 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2-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report will be finished soon.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_______________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, let’s get some coffee.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3-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Sea levels will probably rise in the next few decades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____________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of global warming.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58795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4-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 hope he drives carefully,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__________ 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he may have problems on such a slippery road.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58795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5-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president was not a very popular leader.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___________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his resignation did not come       as a surprise.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58795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6-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Our economy will not improve this year.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_____________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all projections show that it will get worse.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58795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7-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couple broke up a few days ago.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_________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, they are still living together because of the children.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58795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8- ________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it was a wonderful place to go skiing, not many tourists found their way there.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8" name="Google Shape;1878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graphicFrame>
        <p:nvGraphicFramePr>
          <p:cNvPr id="1879" name="Google Shape;1879;p62"/>
          <p:cNvGraphicFramePr/>
          <p:nvPr/>
        </p:nvGraphicFramePr>
        <p:xfrm>
          <a:off x="1164082" y="719665"/>
          <a:ext cx="9518025" cy="701050"/>
        </p:xfrm>
        <a:graphic>
          <a:graphicData uri="http://schemas.openxmlformats.org/drawingml/2006/table">
            <a:tbl>
              <a:tblPr firstRow="1" bandRow="1">
                <a:noFill/>
                <a:tableStyleId>{0FB0B011-026B-44EE-957C-1ADCE5B81EC7}</a:tableStyleId>
              </a:tblPr>
              <a:tblGrid>
                <a:gridCol w="9518025"/>
              </a:tblGrid>
              <a:tr h="67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although – at least – however - in case - including – in the meantime – on the contrary – otherwise – therefore </a:t>
                      </a: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– only if – as a result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880" name="Google Shape;1880;p62"/>
          <p:cNvSpPr txBox="1"/>
          <p:nvPr/>
        </p:nvSpPr>
        <p:spPr>
          <a:xfrm>
            <a:off x="5695212" y="3907498"/>
            <a:ext cx="230453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the contrary</a:t>
            </a:r>
            <a:endParaRPr sz="2400" b="1" i="0" u="none" strike="noStrike" cap="none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1" name="Google Shape;1881;p62"/>
          <p:cNvSpPr txBox="1"/>
          <p:nvPr/>
        </p:nvSpPr>
        <p:spPr>
          <a:xfrm>
            <a:off x="761290" y="5289966"/>
            <a:ext cx="141622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Although </a:t>
            </a:r>
            <a:endParaRPr sz="2400" b="1" i="0" u="none" strike="noStrike" cap="none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2" name="Google Shape;1882;p62"/>
          <p:cNvSpPr txBox="1"/>
          <p:nvPr/>
        </p:nvSpPr>
        <p:spPr>
          <a:xfrm>
            <a:off x="7387274" y="2353539"/>
            <a:ext cx="151836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 result</a:t>
            </a:r>
            <a:endParaRPr sz="2400" b="1" i="0" u="none" strike="noStrike" cap="none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3" name="Google Shape;1883;p62"/>
          <p:cNvSpPr txBox="1"/>
          <p:nvPr/>
        </p:nvSpPr>
        <p:spPr>
          <a:xfrm>
            <a:off x="4834524" y="1906828"/>
            <a:ext cx="233880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meantime</a:t>
            </a:r>
            <a:endParaRPr sz="2400" b="1" i="0" u="none" strike="noStrike" cap="none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4" name="Google Shape;1884;p62"/>
          <p:cNvSpPr txBox="1"/>
          <p:nvPr/>
        </p:nvSpPr>
        <p:spPr>
          <a:xfrm>
            <a:off x="7696167" y="1449343"/>
            <a:ext cx="10651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case</a:t>
            </a:r>
            <a:endParaRPr sz="2400" b="1" i="0" u="none" strike="noStrike" cap="none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5" name="Google Shape;1885;p62"/>
          <p:cNvSpPr txBox="1"/>
          <p:nvPr/>
        </p:nvSpPr>
        <p:spPr>
          <a:xfrm>
            <a:off x="4124067" y="2780208"/>
            <a:ext cx="14495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otherwise</a:t>
            </a:r>
            <a:endParaRPr sz="2400" b="1" i="0" u="none" strike="noStrike" cap="none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6" name="Google Shape;1886;p62"/>
          <p:cNvSpPr txBox="1"/>
          <p:nvPr/>
        </p:nvSpPr>
        <p:spPr>
          <a:xfrm>
            <a:off x="6383834" y="3185010"/>
            <a:ext cx="14894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</a:t>
            </a:r>
            <a:endParaRPr sz="2400" b="1" i="0" u="none" strike="noStrike" cap="none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7" name="Google Shape;1887;p62"/>
          <p:cNvSpPr txBox="1"/>
          <p:nvPr/>
        </p:nvSpPr>
        <p:spPr>
          <a:xfrm>
            <a:off x="5358690" y="4623921"/>
            <a:ext cx="13583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</a:t>
            </a:r>
            <a:endParaRPr sz="2400" b="1" i="0" u="none" strike="noStrike" cap="none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63"/>
          <p:cNvSpPr/>
          <p:nvPr/>
        </p:nvSpPr>
        <p:spPr>
          <a:xfrm>
            <a:off x="2525890" y="1665110"/>
            <a:ext cx="7478887" cy="167252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FFFFFF"/>
                </a:solidFill>
                <a:latin typeface="Times New Roman"/>
              </a:rPr>
              <a:t>Vocabulary</a:t>
            </a:r>
          </a:p>
        </p:txBody>
      </p:sp>
      <p:sp>
        <p:nvSpPr>
          <p:cNvPr id="1893" name="Google Shape;1893;p63">
            <a:hlinkClick r:id="" action="ppaction://hlinkshowjump?jump=nextslide"/>
          </p:cNvPr>
          <p:cNvSpPr/>
          <p:nvPr/>
        </p:nvSpPr>
        <p:spPr>
          <a:xfrm>
            <a:off x="10763251" y="6215066"/>
            <a:ext cx="1143000" cy="4286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899" name="Google Shape;1899;p6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1-</a:t>
            </a:r>
            <a:r>
              <a:rPr lang="en-US" b="1" u="sng">
                <a:solidFill>
                  <a:srgbClr val="000090"/>
                </a:solidFill>
              </a:rPr>
              <a:t>Prejudice</a:t>
            </a:r>
            <a:r>
              <a:rPr lang="en-US"/>
              <a:t> is when someone has  - - - - - - - (usually negative) about a person or group based on a stereotype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A. A belief 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B. An assumption 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C. An action</a:t>
            </a:r>
            <a:endParaRPr/>
          </a:p>
        </p:txBody>
      </p:sp>
      <p:sp>
        <p:nvSpPr>
          <p:cNvPr id="1900" name="Google Shape;1900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pic>
        <p:nvPicPr>
          <p:cNvPr id="1901" name="Google Shape;1901;p64" descr="C:\Users\Administrateur\AppData\Local\Microsoft\Windows\INetCache\IE\WHE1VEPU\check-mark-1292787__18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93070" y="3376675"/>
            <a:ext cx="196662" cy="193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6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907" name="Google Shape;1907;p6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2- The act of blaming a person or group for something bad that has happened or that someone else has done 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A. Social inequalities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B. Social Categorization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C. Scapegoating</a:t>
            </a:r>
            <a:endParaRPr/>
          </a:p>
        </p:txBody>
      </p:sp>
      <p:sp>
        <p:nvSpPr>
          <p:cNvPr id="1908" name="Google Shape;1908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pic>
        <p:nvPicPr>
          <p:cNvPr id="1909" name="Google Shape;1909;p65" descr="C:\Users\Administrateur\AppData\Local\Microsoft\Windows\INetCache\IE\WHE1VEPU\check-mark-1292787__18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3736" y="3969342"/>
            <a:ext cx="196662" cy="193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6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915" name="Google Shape;1915;p6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3-to eat a lot of food in a messy way: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A. to pig out 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B. to be hyped   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C. to drive someone up</a:t>
            </a:r>
            <a:endParaRPr/>
          </a:p>
        </p:txBody>
      </p:sp>
      <p:sp>
        <p:nvSpPr>
          <p:cNvPr id="1916" name="Google Shape;1916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pic>
        <p:nvPicPr>
          <p:cNvPr id="1917" name="Google Shape;1917;p66" descr="C:\Users\Administrateur\AppData\Local\Microsoft\Windows\INetCache\IE\WHE1VEPU\check-mark-1292787__18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59292" y="2459452"/>
            <a:ext cx="196662" cy="193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p6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923" name="Google Shape;1923;p6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4-</a:t>
            </a:r>
            <a:r>
              <a:rPr lang="en-US" b="1" u="sng">
                <a:solidFill>
                  <a:srgbClr val="000090"/>
                </a:solidFill>
              </a:rPr>
              <a:t>Flogging a dead horse</a:t>
            </a:r>
            <a:r>
              <a:rPr lang="en-US"/>
              <a:t> 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A. said when you want good luck or a good situation to continue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B. waste energy on something that has no chance of succeeding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C. try to hide a problem or keep a problem secret instead of dealing with it</a:t>
            </a:r>
            <a:endParaRPr/>
          </a:p>
        </p:txBody>
      </p:sp>
      <p:sp>
        <p:nvSpPr>
          <p:cNvPr id="1924" name="Google Shape;1924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pic>
        <p:nvPicPr>
          <p:cNvPr id="1925" name="Google Shape;1925;p67" descr="C:\Users\Administrateur\AppData\Local\Microsoft\Windows\INetCache\IE\WHE1VEPU\check-mark-1292787__18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24070" y="3023896"/>
            <a:ext cx="196662" cy="193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p6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931" name="Google Shape;1931;p6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5- </a:t>
            </a:r>
            <a:r>
              <a:rPr lang="en-US" b="1" u="sng">
                <a:solidFill>
                  <a:srgbClr val="000066"/>
                </a:solidFill>
              </a:rPr>
              <a:t>Star Spangled Banner </a:t>
            </a:r>
            <a:r>
              <a:rPr lang="en-US"/>
              <a:t>is: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a. The national anthem of the United States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b. The national flag of the United Kingdom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c. USA’s national Symbol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d. The national personification of the federal government of the US</a:t>
            </a:r>
            <a:endParaRPr/>
          </a:p>
        </p:txBody>
      </p:sp>
      <p:sp>
        <p:nvSpPr>
          <p:cNvPr id="1932" name="Google Shape;1932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  <p:pic>
        <p:nvPicPr>
          <p:cNvPr id="1933" name="Google Shape;1933;p68" descr="C:\Users\Administrateur\AppData\Local\Microsoft\Windows\INetCache\IE\WHE1VEPU\check-mark-1292787__18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8959" y="2487674"/>
            <a:ext cx="196662" cy="193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p6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939" name="Google Shape;1939;p6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6- They need to raise thousands of pounds for this project, so our 20-pound donation is just </a:t>
            </a:r>
            <a:r>
              <a:rPr lang="en-US" b="1" u="sng">
                <a:solidFill>
                  <a:srgbClr val="000090"/>
                </a:solidFill>
              </a:rPr>
              <a:t>a drop in the bucket</a:t>
            </a:r>
            <a:r>
              <a:rPr lang="en-US"/>
              <a:t> 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a. a very tiny part of something big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b. a hidden problem or keep a problem secret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c. a roadblock that prevents success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d. a waste of energy on something that will fail</a:t>
            </a:r>
            <a:endParaRPr/>
          </a:p>
        </p:txBody>
      </p:sp>
      <p:sp>
        <p:nvSpPr>
          <p:cNvPr id="1940" name="Google Shape;1940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  <p:pic>
        <p:nvPicPr>
          <p:cNvPr id="1941" name="Google Shape;1941;p69" descr="C:\Users\Administrateur\AppData\Local\Microsoft\Windows\INetCache\IE\WHE1VEPU\check-mark-1292787__18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61292" y="2854563"/>
            <a:ext cx="196662" cy="193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947" name="Google Shape;1947;p7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7-Would I be </a:t>
            </a:r>
            <a:r>
              <a:rPr lang="en-US" b="1" u="sng">
                <a:solidFill>
                  <a:srgbClr val="000090"/>
                </a:solidFill>
              </a:rPr>
              <a:t>stepping on someone’s toes </a:t>
            </a:r>
            <a:r>
              <a:rPr lang="en-US"/>
              <a:t>if I asked to help out with the party arrangements?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A. Offending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B. Criticizing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C. Showing off</a:t>
            </a:r>
            <a:endParaRPr/>
          </a:p>
        </p:txBody>
      </p:sp>
      <p:sp>
        <p:nvSpPr>
          <p:cNvPr id="1948" name="Google Shape;1948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  <p:pic>
        <p:nvPicPr>
          <p:cNvPr id="1949" name="Google Shape;1949;p70" descr="C:\Users\Administrateur\AppData\Local\Microsoft\Windows\INetCache\IE\WHE1VEPU\check-mark-1292787__18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5737" y="3390785"/>
            <a:ext cx="196662" cy="193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p7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955" name="Google Shape;1955;p7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8-We had everything in line for the party, but having the caterer cancel on us at the last minute really </a:t>
            </a:r>
            <a:r>
              <a:rPr lang="en-US" b="1" u="sng">
                <a:solidFill>
                  <a:srgbClr val="000090"/>
                </a:solidFill>
              </a:rPr>
              <a:t>threw a wrench in the works</a:t>
            </a:r>
            <a:r>
              <a:rPr lang="en-US"/>
              <a:t>!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A. To help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B. To delay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C. To ruin</a:t>
            </a:r>
            <a:endParaRPr/>
          </a:p>
        </p:txBody>
      </p:sp>
      <p:sp>
        <p:nvSpPr>
          <p:cNvPr id="1956" name="Google Shape;1956;p7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  <p:pic>
        <p:nvPicPr>
          <p:cNvPr id="1957" name="Google Shape;1957;p71" descr="C:\Users\Administrateur\AppData\Local\Microsoft\Windows\INetCache\IE\WHE1VEPU\check-mark-1292787__180[1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6514" y="3927008"/>
            <a:ext cx="196662" cy="193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72"/>
          <p:cNvSpPr txBox="1">
            <a:spLocks noGrp="1"/>
          </p:cNvSpPr>
          <p:nvPr>
            <p:ph type="title"/>
          </p:nvPr>
        </p:nvSpPr>
        <p:spPr>
          <a:xfrm>
            <a:off x="609600" y="-152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CBCBEF"/>
                </a:solidFill>
              </a:rPr>
              <a:t>And finally,</a:t>
            </a:r>
            <a:endParaRPr>
              <a:solidFill>
                <a:srgbClr val="CBCBEF"/>
              </a:solidFill>
            </a:endParaRPr>
          </a:p>
        </p:txBody>
      </p:sp>
      <p:pic>
        <p:nvPicPr>
          <p:cNvPr id="1963" name="Google Shape;1963;p72" descr="all the best for exams (1).jp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-22355" r="-22354"/>
          <a:stretch/>
        </p:blipFill>
        <p:spPr>
          <a:xfrm>
            <a:off x="609600" y="1066801"/>
            <a:ext cx="10972800" cy="5059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73">
            <a:hlinkClick r:id="" action="ppaction://hlinkshowjump?jump=nextslide"/>
          </p:cNvPr>
          <p:cNvSpPr/>
          <p:nvPr/>
        </p:nvSpPr>
        <p:spPr>
          <a:xfrm>
            <a:off x="10763251" y="6215066"/>
            <a:ext cx="1143000" cy="4286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9" name="Google Shape;1969;p73" descr="j00787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9822" y="603952"/>
            <a:ext cx="6248400" cy="4618038"/>
          </a:xfrm>
          <a:prstGeom prst="rect">
            <a:avLst/>
          </a:prstGeom>
          <a:noFill/>
          <a:ln>
            <a:noFill/>
          </a:ln>
        </p:spPr>
      </p:pic>
      <p:sp>
        <p:nvSpPr>
          <p:cNvPr id="1970" name="Google Shape;1970;p73"/>
          <p:cNvSpPr txBox="1"/>
          <p:nvPr/>
        </p:nvSpPr>
        <p:spPr>
          <a:xfrm>
            <a:off x="5319889" y="1425223"/>
            <a:ext cx="3316112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THANK YOU FOR YOUR ATTENTION!</a:t>
            </a:r>
            <a:endParaRPr sz="3200" b="1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ducation_tmplt_chalkboard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education_tmplt_chalkboard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education_tmplt_chalkboard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education_tmplt_chalkboard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5_education_tmplt_chalkboard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_education_tmplt_chalkboard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6_education_tmplt_chalkboard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education_tmplt_chalkboard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2909</Words>
  <Application>Microsoft Office PowerPoint</Application>
  <PresentationFormat>Grand écran</PresentationFormat>
  <Paragraphs>479</Paragraphs>
  <Slides>67</Slides>
  <Notes>67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12</vt:i4>
      </vt:variant>
      <vt:variant>
        <vt:lpstr>Titres des diapositives</vt:lpstr>
      </vt:variant>
      <vt:variant>
        <vt:i4>67</vt:i4>
      </vt:variant>
    </vt:vector>
  </HeadingPairs>
  <TitlesOfParts>
    <vt:vector size="91" baseType="lpstr">
      <vt:lpstr>Times New Roman</vt:lpstr>
      <vt:lpstr>Libre Franklin</vt:lpstr>
      <vt:lpstr>Fira Sans Extra Condensed</vt:lpstr>
      <vt:lpstr>Times</vt:lpstr>
      <vt:lpstr>Comic Sans MS</vt:lpstr>
      <vt:lpstr>Ribeye</vt:lpstr>
      <vt:lpstr>Noto Sans Symbols</vt:lpstr>
      <vt:lpstr>Arial</vt:lpstr>
      <vt:lpstr>Verdana</vt:lpstr>
      <vt:lpstr>Roboto</vt:lpstr>
      <vt:lpstr>Palatino Linotype</vt:lpstr>
      <vt:lpstr>Calibri</vt:lpstr>
      <vt:lpstr>education_tmplt_chalkboard</vt:lpstr>
      <vt:lpstr>Office Theme</vt:lpstr>
      <vt:lpstr>1_Office Theme</vt:lpstr>
      <vt:lpstr>2_education_tmplt_chalkboard</vt:lpstr>
      <vt:lpstr>3_education_tmplt_chalkboard</vt:lpstr>
      <vt:lpstr>4_education_tmplt_chalkboard</vt:lpstr>
      <vt:lpstr>5_education_tmplt_chalkboard</vt:lpstr>
      <vt:lpstr>2_Office Theme</vt:lpstr>
      <vt:lpstr>1_education_tmplt_chalkboard</vt:lpstr>
      <vt:lpstr>6_education_tmplt_chalkboard</vt:lpstr>
      <vt:lpstr>education_tmplt_chalkboard</vt:lpstr>
      <vt:lpstr>Office Theme</vt:lpstr>
      <vt:lpstr>Présentation PowerPoint</vt:lpstr>
      <vt:lpstr>Learning outcomes:</vt:lpstr>
      <vt:lpstr>Outline: </vt:lpstr>
      <vt:lpstr>Présentation PowerPoint</vt:lpstr>
      <vt:lpstr>Présentation PowerPoint</vt:lpstr>
      <vt:lpstr>Must: </vt:lpstr>
      <vt:lpstr>Can’t:</vt:lpstr>
      <vt:lpstr>Let’s practice </vt:lpstr>
      <vt:lpstr> Write the correct modal verb to fill the gaps: </vt:lpstr>
      <vt:lpstr>Présentation PowerPoint</vt:lpstr>
      <vt:lpstr>Modal verb +have+past participle  </vt:lpstr>
      <vt:lpstr>Présentation PowerPoint</vt:lpstr>
      <vt:lpstr>Let’s practice </vt:lpstr>
      <vt:lpstr>Présentation PowerPoint</vt:lpstr>
      <vt:lpstr>Présentation PowerPoint</vt:lpstr>
      <vt:lpstr>Présentation PowerPoint</vt:lpstr>
      <vt:lpstr>Use: </vt:lpstr>
      <vt:lpstr>Présentation PowerPoint</vt:lpstr>
      <vt:lpstr> Compare the following sentences </vt:lpstr>
      <vt:lpstr>Présentation PowerPoint</vt:lpstr>
      <vt:lpstr>Let’s practice </vt:lpstr>
      <vt:lpstr>Complete the sentences with the correct form and tense of the passive verb:</vt:lpstr>
      <vt:lpstr>Présentation PowerPoint</vt:lpstr>
      <vt:lpstr>There are 4 main types of conditional sentences in English,  often called if clauses. </vt:lpstr>
      <vt:lpstr>Présentation PowerPoint</vt:lpstr>
      <vt:lpstr>Présentation PowerPoint</vt:lpstr>
      <vt:lpstr>Let’s practice </vt:lpstr>
      <vt:lpstr>Put the verbs in the correct form of Conditional Type III:</vt:lpstr>
      <vt:lpstr>Présentation PowerPoint</vt:lpstr>
      <vt:lpstr>Relative pronouns</vt:lpstr>
      <vt:lpstr>DEFINING RELATIVE CLAUSES </vt:lpstr>
      <vt:lpstr>NON-DEFINING RELATIVE CLAUSES</vt:lpstr>
      <vt:lpstr>Defining or non-defining relative clause?</vt:lpstr>
      <vt:lpstr>Make one sentence from the two that are given.</vt:lpstr>
      <vt:lpstr>Présentation PowerPoint</vt:lpstr>
      <vt:lpstr>Présentation PowerPoint</vt:lpstr>
      <vt:lpstr>Présentation PowerPoint</vt:lpstr>
      <vt:lpstr>The Present Perfect Tense:</vt:lpstr>
      <vt:lpstr>The Present Perfect Continuous Tense:</vt:lpstr>
      <vt:lpstr>Mental process and stative verbs</vt:lpstr>
      <vt:lpstr>Let’s practice </vt:lpstr>
      <vt:lpstr>Present Perfect Simple or  Present Perfect Continuous? </vt:lpstr>
      <vt:lpstr>Présentation PowerPoint</vt:lpstr>
      <vt:lpstr>Présentation PowerPoint</vt:lpstr>
      <vt:lpstr>Let’s practice </vt:lpstr>
      <vt:lpstr>Présentation PowerPoint</vt:lpstr>
      <vt:lpstr>Présentation PowerPoint</vt:lpstr>
      <vt:lpstr>Let’s practice </vt:lpstr>
      <vt:lpstr>Reminder: The persuasive essay format  </vt:lpstr>
      <vt:lpstr>Persuasive essay </vt:lpstr>
      <vt:lpstr> Dos and don’ts </vt:lpstr>
      <vt:lpstr>Présentation PowerPoint</vt:lpstr>
      <vt:lpstr>Présentation PowerPoint</vt:lpstr>
      <vt:lpstr>Présentation PowerPoint</vt:lpstr>
      <vt:lpstr>Let’s practice </vt:lpstr>
      <vt:lpstr> Complete the sentences with the given linkers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And finally,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Oussama Jebali</dc:creator>
  <cp:lastModifiedBy>Manel</cp:lastModifiedBy>
  <cp:revision>3</cp:revision>
  <dcterms:created xsi:type="dcterms:W3CDTF">2015-03-06T15:17:24Z</dcterms:created>
  <dcterms:modified xsi:type="dcterms:W3CDTF">2023-12-10T11:38:49Z</dcterms:modified>
</cp:coreProperties>
</file>